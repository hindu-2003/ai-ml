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4"/>
    <p:sldMasterId id="2147483679" r:id="rId5"/>
  </p:sldMasterIdLst>
  <p:notesMasterIdLst>
    <p:notesMasterId r:id="rId7"/>
  </p:notesMasterIdLst>
  <p:sldIdLst>
    <p:sldId id="42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4C2298A-6B50-49E4-ABB7-747166AA30A9}">
          <p14:sldIdLst>
            <p14:sldId id="4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ti Abdullah" initials="DA" lastIdx="1" clrIdx="0">
    <p:extLst>
      <p:ext uri="{19B8F6BF-5375-455C-9EA6-DF929625EA0E}">
        <p15:presenceInfo xmlns:p15="http://schemas.microsoft.com/office/powerpoint/2012/main" userId="S::da@conduira.com::440ced13-2732-43a7-9501-9b9818813925" providerId="AD"/>
      </p:ext>
    </p:extLst>
  </p:cmAuthor>
  <p:cmAuthor id="2" name="Ganapathi Raju" initials="GR" lastIdx="2" clrIdx="1">
    <p:extLst>
      <p:ext uri="{19B8F6BF-5375-455C-9EA6-DF929625EA0E}">
        <p15:presenceInfo xmlns:p15="http://schemas.microsoft.com/office/powerpoint/2012/main" userId="S::latha.nadimpalli@conduira.com::fc51e357-86bc-4ce7-b1b5-f22e13a2d16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4DC5"/>
    <a:srgbClr val="FFF14E"/>
    <a:srgbClr val="013CB2"/>
    <a:srgbClr val="ECF2FE"/>
    <a:srgbClr val="A3C2FF"/>
    <a:srgbClr val="F7F7F7"/>
    <a:srgbClr val="ECF3FF"/>
    <a:srgbClr val="87AFFF"/>
    <a:srgbClr val="636D78"/>
    <a:srgbClr val="BC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D8197A-CDED-6A83-8432-601812EAEBEF}" v="1" dt="2020-05-09T13:04:53.565"/>
    <p1510:client id="{3B1EACE1-0606-6CE4-0410-BF0A17843056}" v="69" dt="2020-05-09T16:43:14.750"/>
    <p1510:client id="{D60B0187-F9C4-4F5C-A4E3-08680EAEFEA5}" v="34" dt="2020-05-06T18:39:28.6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49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B3251-23CD-49FA-BB93-AE64F19ED3EE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2B69C-1B51-4996-A120-3ADAC6BFCA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07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7C1CFB7-680A-4C7E-AFD0-95ADD7983F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0" r="6290" b="12580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68358-1BF6-420A-9219-D4BB083E0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748" y="548640"/>
            <a:ext cx="3024552" cy="914400"/>
          </a:xfrm>
        </p:spPr>
        <p:txBody>
          <a:bodyPr anchor="ctr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24AD3-4B7F-4BA9-868F-E1ABA8D90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728" y="3840480"/>
            <a:ext cx="4409822" cy="2654104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4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D03E05-DE79-40E6-8DC7-211E56C299A6}"/>
              </a:ext>
            </a:extLst>
          </p:cNvPr>
          <p:cNvSpPr/>
          <p:nvPr userDrawn="1"/>
        </p:nvSpPr>
        <p:spPr>
          <a:xfrm>
            <a:off x="371728" y="548640"/>
            <a:ext cx="84406" cy="914400"/>
          </a:xfrm>
          <a:prstGeom prst="rect">
            <a:avLst/>
          </a:prstGeom>
          <a:solidFill>
            <a:srgbClr val="FFF1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2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Doubl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E855A2E-60F4-4D98-B654-3B615D5C1E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7" t="13449" r="5667" b="120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404D47-735B-441C-B939-C3C2749F7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4493" y="1370135"/>
            <a:ext cx="4783015" cy="685800"/>
          </a:xfrm>
          <a:prstGeom prst="roundRect">
            <a:avLst/>
          </a:prstGeom>
          <a:solidFill>
            <a:srgbClr val="013CB2"/>
          </a:solidFill>
          <a:ln>
            <a:noFill/>
          </a:ln>
        </p:spPr>
        <p:txBody>
          <a:bodyPr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EC685-5204-4372-B067-25F289614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64423" y="2480164"/>
            <a:ext cx="7063155" cy="21101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5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964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ingl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56A90F-A3BA-4652-8281-CE4BF844A5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3" t="12489" r="5773"/>
          <a:stretch/>
        </p:blipFill>
        <p:spPr>
          <a:xfrm>
            <a:off x="0" y="1"/>
            <a:ext cx="12192001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404D47-735B-441C-B939-C3C2749F7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0609" y="2535115"/>
            <a:ext cx="6570783" cy="1787770"/>
          </a:xfrm>
          <a:prstGeom prst="roundRect">
            <a:avLst/>
          </a:prstGeom>
          <a:solidFill>
            <a:srgbClr val="013CB2"/>
          </a:solidFill>
          <a:ln>
            <a:noFill/>
          </a:ln>
        </p:spPr>
        <p:txBody>
          <a:bodyPr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84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eory with Sub-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6BA3-7DEC-4111-B3CE-A98CF7C9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89294D-36D1-430E-BDE6-539328092CF7}"/>
              </a:ext>
            </a:extLst>
          </p:cNvPr>
          <p:cNvSpPr/>
          <p:nvPr userDrawn="1"/>
        </p:nvSpPr>
        <p:spPr>
          <a:xfrm>
            <a:off x="425450" y="5772150"/>
            <a:ext cx="11766550" cy="698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7830D-CA72-43A8-93B5-433369E06469}"/>
              </a:ext>
            </a:extLst>
          </p:cNvPr>
          <p:cNvSpPr>
            <a:spLocks noGrp="1" noChangeAspect="1"/>
          </p:cNvSpPr>
          <p:nvPr>
            <p:ph sz="quarter" idx="10"/>
          </p:nvPr>
        </p:nvSpPr>
        <p:spPr>
          <a:xfrm>
            <a:off x="1294900" y="1159461"/>
            <a:ext cx="9602201" cy="540123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  <a:lvl2pPr marL="285750" indent="-285750">
              <a:buFont typeface="Wingdings" panose="05000000000000000000" pitchFamily="2" charset="2"/>
              <a:buChar char="§"/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2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y with Sub-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6BA3-7DEC-4111-B3CE-A98CF7C9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7830D-CA72-43A8-93B5-433369E06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6224" y="1209535"/>
            <a:ext cx="11520000" cy="49680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/>
            </a:lvl1pPr>
            <a:lvl2pPr marL="285750" indent="-285750">
              <a:buFont typeface="Wingdings" panose="05000000000000000000" pitchFamily="2" charset="2"/>
              <a:buChar char="§"/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729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ory with Sub-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6BA3-7DEC-4111-B3CE-A98CF7C9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7830D-CA72-43A8-93B5-433369E06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6224" y="1209535"/>
            <a:ext cx="11520000" cy="49680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/>
            </a:lvl1pPr>
            <a:lvl2pPr marL="285750" indent="-285750">
              <a:buFont typeface="Wingdings" panose="05000000000000000000" pitchFamily="2" charset="2"/>
              <a:buChar char="§"/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971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y WITHOUT Sub-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6BA3-7DEC-4111-B3CE-A98CF7C9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7830D-CA72-43A8-93B5-433369E06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6224" y="1215010"/>
            <a:ext cx="11520000" cy="4968000"/>
          </a:xfr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1pPr>
            <a:lvl2pPr marL="285750" indent="-28575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497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endency &amp;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5493" y="1206593"/>
            <a:ext cx="5198207" cy="4968000"/>
          </a:xfrm>
          <a:ln>
            <a:noFill/>
          </a:ln>
        </p:spPr>
        <p:txBody>
          <a:bodyPr>
            <a:normAutofit/>
          </a:bodyPr>
          <a:lstStyle>
            <a:lvl1pPr marL="0" indent="0" algn="just">
              <a:lnSpc>
                <a:spcPct val="150000"/>
              </a:lnSpc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DB0E0F-17BC-4BC3-802F-E9D32A9A64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21350" y="1206593"/>
            <a:ext cx="6194425" cy="4968000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 marL="342900" indent="-342900">
              <a:lnSpc>
                <a:spcPct val="150000"/>
              </a:lnSpc>
              <a:buSzPct val="100000"/>
              <a:buFont typeface="+mj-lt"/>
              <a:buAutoNum type="arabicPeriod"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7263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&amp; Regular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146362"/>
            <a:ext cx="11520000" cy="1325562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F9A7E-ABC7-4B23-9744-B65DA6F75E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6224" y="2693921"/>
            <a:ext cx="11520000" cy="3483301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596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 One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217540"/>
            <a:ext cx="11520000" cy="1325562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just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25AB04D-6F35-40F7-A955-8239BAED18C4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53561" y="3011497"/>
            <a:ext cx="3487616" cy="3170284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2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 Two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168263"/>
            <a:ext cx="11520000" cy="1718040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just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25AB04D-6F35-40F7-A955-8239BAED18C4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00762" y="3226905"/>
            <a:ext cx="3352312" cy="2938451"/>
          </a:xfrm>
        </p:spPr>
        <p:txBody>
          <a:bodyPr wrap="none" anchor="ctr" anchorCtr="0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able Placeholder 4">
            <a:extLst>
              <a:ext uri="{FF2B5EF4-FFF2-40B4-BE49-F238E27FC236}">
                <a16:creationId xmlns:a16="http://schemas.microsoft.com/office/drawing/2014/main" id="{9E5B6146-8E6F-46E7-A73E-9D0ABEBD4F4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152854" y="3226905"/>
            <a:ext cx="3352312" cy="2938451"/>
          </a:xfrm>
        </p:spPr>
        <p:txBody>
          <a:bodyPr wrap="none" anchor="ctr" anchorCtr="0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56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 Three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179212"/>
            <a:ext cx="11520000" cy="2122486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just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25AB04D-6F35-40F7-A955-8239BAED18C4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63197" y="3580732"/>
            <a:ext cx="3352312" cy="2573215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able Placeholder 4">
            <a:extLst>
              <a:ext uri="{FF2B5EF4-FFF2-40B4-BE49-F238E27FC236}">
                <a16:creationId xmlns:a16="http://schemas.microsoft.com/office/drawing/2014/main" id="{9E5B6146-8E6F-46E7-A73E-9D0ABEBD4F4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144599" y="3580732"/>
            <a:ext cx="3352312" cy="2573215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99313328-9661-4C26-9102-DF9BD7F794B2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743586" y="3580732"/>
            <a:ext cx="3352312" cy="2573215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80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 Sentence Equival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190168"/>
            <a:ext cx="11520000" cy="1325562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F9A7E-ABC7-4B23-9744-B65DA6F75E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867" y="2684545"/>
            <a:ext cx="3428999" cy="3317631"/>
          </a:xfrm>
        </p:spPr>
        <p:txBody>
          <a:bodyPr>
            <a:normAutofit/>
          </a:bodyPr>
          <a:lstStyle>
            <a:lvl1pPr marL="514350" indent="-514350">
              <a:buSzPct val="100000"/>
              <a:buFont typeface="+mj-lt"/>
              <a:buAutoNum type="arabicPeriod"/>
              <a:defRPr sz="1800" b="0">
                <a:solidFill>
                  <a:srgbClr val="013CB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9484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168264"/>
            <a:ext cx="11520000" cy="939371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000" b="1">
                <a:solidFill>
                  <a:srgbClr val="013CB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F9A7E-ABC7-4B23-9744-B65DA6F75E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86733" y="2569852"/>
            <a:ext cx="4604112" cy="1624349"/>
          </a:xfrm>
        </p:spPr>
        <p:txBody>
          <a:bodyPr anchor="ctr" anchorCtr="0">
            <a:normAutofit/>
          </a:bodyPr>
          <a:lstStyle>
            <a:lvl1pPr marL="0" indent="0" algn="ctr">
              <a:buFont typeface="+mj-lt"/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94FFDD-CDF5-407E-9B4A-F31DE2B21AF8}"/>
              </a:ext>
            </a:extLst>
          </p:cNvPr>
          <p:cNvCxnSpPr>
            <a:cxnSpLocks/>
          </p:cNvCxnSpPr>
          <p:nvPr userDrawn="1"/>
        </p:nvCxnSpPr>
        <p:spPr>
          <a:xfrm>
            <a:off x="6035492" y="2267706"/>
            <a:ext cx="0" cy="1926495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FF3684-5DEE-46DC-BD12-460F832D397C}"/>
              </a:ext>
            </a:extLst>
          </p:cNvPr>
          <p:cNvSpPr txBox="1"/>
          <p:nvPr userDrawn="1"/>
        </p:nvSpPr>
        <p:spPr>
          <a:xfrm>
            <a:off x="2123405" y="2182988"/>
            <a:ext cx="2930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>
                <a:solidFill>
                  <a:schemeClr val="tx1"/>
                </a:solidFill>
              </a:rPr>
              <a:t>Quantity A</a:t>
            </a:r>
            <a:endParaRPr lang="en-US" b="1" u="sng">
              <a:solidFill>
                <a:schemeClr val="tx1"/>
              </a:solidFill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9CA2C139-E37E-4725-B5A9-818C428332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0140" y="2569852"/>
            <a:ext cx="4725414" cy="1624349"/>
          </a:xfrm>
        </p:spPr>
        <p:txBody>
          <a:bodyPr anchor="ctr" anchorCtr="0">
            <a:normAutofit/>
          </a:bodyPr>
          <a:lstStyle>
            <a:lvl1pPr marL="0" indent="0" algn="ctr">
              <a:buFont typeface="+mj-lt"/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DED328-B3AC-4616-A34E-33CA849D5B7A}"/>
              </a:ext>
            </a:extLst>
          </p:cNvPr>
          <p:cNvSpPr txBox="1"/>
          <p:nvPr userDrawn="1"/>
        </p:nvSpPr>
        <p:spPr>
          <a:xfrm>
            <a:off x="7137970" y="2182988"/>
            <a:ext cx="2930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>
                <a:solidFill>
                  <a:schemeClr val="tx1"/>
                </a:solidFill>
              </a:rPr>
              <a:t>Quantity B</a:t>
            </a:r>
            <a:endParaRPr lang="en-US" b="1" u="sng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3FB90E-091C-487C-88A7-75E1A5C0E842}"/>
              </a:ext>
            </a:extLst>
          </p:cNvPr>
          <p:cNvSpPr txBox="1"/>
          <p:nvPr userDrawn="1"/>
        </p:nvSpPr>
        <p:spPr>
          <a:xfrm>
            <a:off x="275492" y="4300799"/>
            <a:ext cx="6793519" cy="1869273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N" sz="1800" b="1">
                <a:solidFill>
                  <a:sysClr val="windowText" lastClr="000000"/>
                </a:solidFill>
              </a:rPr>
              <a:t>Options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800">
                <a:solidFill>
                  <a:sysClr val="windowText" lastClr="000000"/>
                </a:solidFill>
              </a:rPr>
              <a:t>Quantity A is greater.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800">
                <a:solidFill>
                  <a:sysClr val="windowText" lastClr="000000"/>
                </a:solidFill>
              </a:rPr>
              <a:t>Quantity B is greater.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800">
                <a:solidFill>
                  <a:sysClr val="windowText" lastClr="000000"/>
                </a:solidFill>
              </a:rPr>
              <a:t>The two quantities are equal.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800">
                <a:solidFill>
                  <a:sysClr val="windowText" lastClr="000000"/>
                </a:solidFill>
              </a:rPr>
              <a:t>The relationship cannot be determined from the information given</a:t>
            </a:r>
          </a:p>
        </p:txBody>
      </p:sp>
    </p:spTree>
    <p:extLst>
      <p:ext uri="{BB962C8B-B14F-4D97-AF65-F5344CB8AC3E}">
        <p14:creationId xmlns:p14="http://schemas.microsoft.com/office/powerpoint/2010/main" val="12984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with 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AAE73-3356-4F4F-921A-B4F5BDF096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492" y="1140892"/>
            <a:ext cx="11520000" cy="1180698"/>
          </a:xfrm>
          <a:ln>
            <a:noFill/>
          </a:ln>
        </p:spPr>
        <p:txBody>
          <a:bodyPr anchor="ctr" anchorCtr="0">
            <a:normAutofit/>
          </a:bodyPr>
          <a:lstStyle>
            <a:lvl1pPr marL="0" indent="0">
              <a:buNone/>
              <a:defRPr sz="2000" b="1">
                <a:solidFill>
                  <a:srgbClr val="013CB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F9A7E-ABC7-4B23-9744-B65DA6F75E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6226" y="2425767"/>
            <a:ext cx="6792790" cy="3717687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CE506-50D2-4291-85F9-38A8EA11D8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6246" y="2425767"/>
            <a:ext cx="4609246" cy="3717687"/>
          </a:xfrm>
          <a:prstGeom prst="roundRect">
            <a:avLst>
              <a:gd name="adj" fmla="val 138"/>
            </a:avLst>
          </a:prstGeom>
          <a:solidFill>
            <a:srgbClr val="ECF2FE"/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rgbClr val="013CB2"/>
                </a:solidFill>
              </a:defRPr>
            </a:lvl1pPr>
            <a:lvl2pPr marL="0" indent="0" algn="ctr">
              <a:buNone/>
              <a:defRPr sz="1800">
                <a:solidFill>
                  <a:srgbClr val="013CB2"/>
                </a:solidFill>
              </a:defRPr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55742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with 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477A-EEE1-4BA8-902F-7E5886F2DD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F9A7E-ABC7-4B23-9744-B65DA6F75E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6226" y="1177222"/>
            <a:ext cx="6792790" cy="5002447"/>
          </a:xfrm>
        </p:spPr>
        <p:txBody>
          <a:bodyPr>
            <a:normAutofit/>
          </a:bodyPr>
          <a:lstStyle>
            <a:lvl1pPr marL="0" indent="0" algn="just">
              <a:lnSpc>
                <a:spcPct val="150000"/>
              </a:lnSpc>
              <a:buFont typeface="+mj-lt"/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CE506-50D2-4291-85F9-38A8EA11D8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2223" y="1177223"/>
            <a:ext cx="4609246" cy="5002447"/>
          </a:xfrm>
          <a:prstGeom prst="roundRect">
            <a:avLst>
              <a:gd name="adj" fmla="val 138"/>
            </a:avLst>
          </a:prstGeom>
          <a:solidFill>
            <a:srgbClr val="ECF2FE"/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6">
                    <a:lumMod val="75000"/>
                  </a:schemeClr>
                </a:solidFill>
              </a:defRPr>
            </a:lvl1pPr>
            <a:lvl2pPr marL="0" indent="0" algn="ctr">
              <a:buNone/>
              <a:defRPr sz="1800">
                <a:solidFill>
                  <a:schemeClr val="accent6">
                    <a:lumMod val="75000"/>
                  </a:schemeClr>
                </a:solidFill>
              </a:defRPr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12914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5491" y="1191086"/>
            <a:ext cx="5498123" cy="743236"/>
          </a:xfrm>
          <a:ln>
            <a:solidFill>
              <a:schemeClr val="bg2"/>
            </a:solidFill>
          </a:ln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5949" y="1198656"/>
            <a:ext cx="5790559" cy="743236"/>
          </a:xfrm>
          <a:ln>
            <a:solidFill>
              <a:schemeClr val="bg2"/>
            </a:solidFill>
          </a:ln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E711AA-A9FB-414C-91C6-0C399525E46B}"/>
              </a:ext>
            </a:extLst>
          </p:cNvPr>
          <p:cNvCxnSpPr>
            <a:cxnSpLocks/>
          </p:cNvCxnSpPr>
          <p:nvPr userDrawn="1"/>
        </p:nvCxnSpPr>
        <p:spPr>
          <a:xfrm>
            <a:off x="5936618" y="1724311"/>
            <a:ext cx="0" cy="4359966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6C5465-F025-4CA3-9C47-2BCE501FE2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6163" y="2044700"/>
            <a:ext cx="5789612" cy="4149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3DBFF66-1D44-415D-863D-91F06EC4ECA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5491" y="2044700"/>
            <a:ext cx="5498247" cy="4149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2211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Grap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2D122-D1DD-4723-96D6-C7A6AFC0F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15550"/>
            <a:ext cx="5674457" cy="4961413"/>
          </a:xfrm>
        </p:spPr>
        <p:txBody>
          <a:bodyPr/>
          <a:lstStyle>
            <a:lvl1pPr marL="0" indent="0">
              <a:buNone/>
              <a:defRPr/>
            </a:lvl1pPr>
            <a:lvl2pPr marL="285750" indent="-28575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C647F-0A03-4B53-97E5-5B82310723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93" y="1215550"/>
            <a:ext cx="5674458" cy="4961413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285750" indent="-28575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73D2DBF-E399-4B0E-90D5-ABE848D09BBA}"/>
              </a:ext>
            </a:extLst>
          </p:cNvPr>
          <p:cNvCxnSpPr>
            <a:cxnSpLocks/>
          </p:cNvCxnSpPr>
          <p:nvPr userDrawn="1"/>
        </p:nvCxnSpPr>
        <p:spPr>
          <a:xfrm>
            <a:off x="6071420" y="1677415"/>
            <a:ext cx="0" cy="4359966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155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2D122-D1DD-4723-96D6-C7A6AFC0F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5031"/>
            <a:ext cx="5181600" cy="2226286"/>
          </a:xfrm>
        </p:spPr>
        <p:txBody>
          <a:bodyPr/>
          <a:lstStyle>
            <a:lvl1pPr marL="0" indent="0">
              <a:buNone/>
              <a:defRPr/>
            </a:lvl1pPr>
            <a:lvl2pPr marL="285750" indent="-28575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C647F-0A03-4B53-97E5-5B82310723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5493" y="1565031"/>
            <a:ext cx="5674458" cy="4611932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342900" indent="-342900">
              <a:buFont typeface="+mj-lt"/>
              <a:buAutoNum type="arabicPeriod"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F80F236-85D3-4AC1-A774-5C9458FE1648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72200" y="3950677"/>
            <a:ext cx="5181600" cy="2226286"/>
          </a:xfrm>
        </p:spPr>
        <p:txBody>
          <a:bodyPr/>
          <a:lstStyle>
            <a:lvl1pPr marL="0" indent="0">
              <a:buNone/>
              <a:defRPr/>
            </a:lvl1pPr>
            <a:lvl2pPr marL="285750" indent="-28575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30304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256CE83-826D-45A0-AC1C-A77626B604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53979" y="1216025"/>
            <a:ext cx="5760001" cy="4960938"/>
          </a:xfrm>
        </p:spPr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C16BA-7164-415D-9C80-7F53CCCFFC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5492" y="1216025"/>
            <a:ext cx="5760001" cy="4960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3547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&amp; Video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256CE83-826D-45A0-AC1C-A77626B604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53979" y="1216025"/>
            <a:ext cx="5760001" cy="4960938"/>
          </a:xfrm>
        </p:spPr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C16BA-7164-415D-9C80-7F53CCCFFC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5492" y="1216025"/>
            <a:ext cx="5760001" cy="4960938"/>
          </a:xfrm>
          <a:solidFill>
            <a:srgbClr val="5C6065"/>
          </a:solidFill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2616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Pictur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256CE83-826D-45A0-AC1C-A77626B604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492" y="1216025"/>
            <a:ext cx="5760000" cy="4960938"/>
          </a:xfrm>
        </p:spPr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6B9B2-A2BD-401E-861C-C6A87F9ECE7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35492" y="1216025"/>
            <a:ext cx="5880283" cy="4960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8492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&amp; Video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256CE83-826D-45A0-AC1C-A77626B604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492" y="1216025"/>
            <a:ext cx="5760000" cy="4960938"/>
          </a:xfrm>
        </p:spPr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6B9B2-A2BD-401E-861C-C6A87F9ECE7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35492" y="1216025"/>
            <a:ext cx="5880283" cy="4960938"/>
          </a:xfrm>
          <a:solidFill>
            <a:srgbClr val="5C6065"/>
          </a:solidFill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5770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C16BA-7164-415D-9C80-7F53CCCFFC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5492" y="1216025"/>
            <a:ext cx="5760001" cy="4960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34243027-1469-4DAC-A530-87041E89C9CC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035493" y="1216025"/>
            <a:ext cx="5760001" cy="4960938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3659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C01E-6291-44CF-AFFA-3747360E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6B9B2-A2BD-401E-861C-C6A87F9ECE7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35492" y="1216025"/>
            <a:ext cx="5880283" cy="4960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E5695EBE-CF7F-404D-98E6-0E6C8D352AEC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275492" y="1216025"/>
            <a:ext cx="5760000" cy="4960938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8461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penden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CF940-50EC-43D3-9C9B-E9788D55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C71D8-186F-46AE-BE09-9C5F8A974C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6225" y="1547446"/>
            <a:ext cx="11077575" cy="4572367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90535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7C1CFB7-680A-4C7E-AFD0-95ADD7983F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0" r="6290" b="12580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868358-1BF6-420A-9219-D4BB083E0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748" y="548640"/>
            <a:ext cx="3024552" cy="914400"/>
          </a:xfrm>
        </p:spPr>
        <p:txBody>
          <a:bodyPr anchor="ctr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24AD3-4B7F-4BA9-868F-E1ABA8D90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728" y="3840480"/>
            <a:ext cx="4409822" cy="2654104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4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D03E05-DE79-40E6-8DC7-211E56C299A6}"/>
              </a:ext>
            </a:extLst>
          </p:cNvPr>
          <p:cNvSpPr/>
          <p:nvPr userDrawn="1"/>
        </p:nvSpPr>
        <p:spPr>
          <a:xfrm>
            <a:off x="371728" y="548640"/>
            <a:ext cx="84406" cy="914400"/>
          </a:xfrm>
          <a:prstGeom prst="rect">
            <a:avLst/>
          </a:prstGeom>
          <a:solidFill>
            <a:srgbClr val="FFF1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588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Doubl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E855A2E-60F4-4D98-B654-3B615D5C1E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7" t="13449" r="5667" b="1202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404D47-735B-441C-B939-C3C2749F7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4493" y="1370135"/>
            <a:ext cx="4783015" cy="685800"/>
          </a:xfrm>
          <a:prstGeom prst="roundRect">
            <a:avLst/>
          </a:prstGeom>
          <a:solidFill>
            <a:srgbClr val="013CB2"/>
          </a:solidFill>
          <a:ln>
            <a:noFill/>
          </a:ln>
        </p:spPr>
        <p:txBody>
          <a:bodyPr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EC685-5204-4372-B067-25F289614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564423" y="2480164"/>
            <a:ext cx="7063155" cy="21101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5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8129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ingl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56A90F-A3BA-4652-8281-CE4BF844A5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3" t="12489" r="5773"/>
          <a:stretch/>
        </p:blipFill>
        <p:spPr>
          <a:xfrm>
            <a:off x="0" y="1"/>
            <a:ext cx="12192001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404D47-735B-441C-B939-C3C2749F7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10609" y="2535115"/>
            <a:ext cx="6570783" cy="1787770"/>
          </a:xfrm>
          <a:prstGeom prst="roundRect">
            <a:avLst/>
          </a:prstGeom>
          <a:solidFill>
            <a:srgbClr val="013CB2"/>
          </a:solidFill>
          <a:ln>
            <a:noFill/>
          </a:ln>
        </p:spPr>
        <p:txBody>
          <a:bodyPr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81363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y WITHOUT Sub-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6BA3-7DEC-4111-B3CE-A98CF7C9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7830D-CA72-43A8-93B5-433369E06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76224" y="1215010"/>
            <a:ext cx="11520000" cy="4968000"/>
          </a:xfr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1pPr>
            <a:lvl2pPr marL="285750" indent="-285750"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12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EC8C5F63-0DED-4696-B365-681262054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42" t="91811"/>
          <a:stretch/>
        </p:blipFill>
        <p:spPr>
          <a:xfrm>
            <a:off x="8305800" y="6489700"/>
            <a:ext cx="3874498" cy="36830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2AC14FB7-C4E3-4D2A-BCF9-501E7BF5B3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7" b="60856"/>
          <a:stretch/>
        </p:blipFill>
        <p:spPr>
          <a:xfrm>
            <a:off x="11702" y="7130"/>
            <a:ext cx="12191980" cy="135009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6DF4B00-CD45-45EF-92BD-CDD69C8B9C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C503F-52F7-40E6-BC54-B6DB9B98B9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75492" y="95489"/>
            <a:ext cx="10800000" cy="93937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5392B-E744-475D-A3D7-BB97F7EA2C9D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36000" y="1207746"/>
            <a:ext cx="11520000" cy="4968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Edit Master text styles</a:t>
            </a:r>
          </a:p>
          <a:p>
            <a:pPr marL="285750" lvl="1" indent="-285750" algn="l" defTabSz="914400" rtl="0" eaLnBrk="1" latinLnBrk="0" hangingPunct="1">
              <a:lnSpc>
                <a:spcPct val="90000"/>
              </a:lnSpc>
              <a:spcBef>
                <a:spcPts val="1200"/>
              </a:spcBef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5F9C68-E817-479C-A604-7779CAF1EEBD}"/>
              </a:ext>
            </a:extLst>
          </p:cNvPr>
          <p:cNvSpPr/>
          <p:nvPr userDrawn="1"/>
        </p:nvSpPr>
        <p:spPr>
          <a:xfrm>
            <a:off x="0" y="982207"/>
            <a:ext cx="8397619" cy="54000"/>
          </a:xfrm>
          <a:prstGeom prst="rect">
            <a:avLst/>
          </a:prstGeom>
          <a:solidFill>
            <a:srgbClr val="FFF14E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E272CC-2E12-47C1-95CA-626BCD137713}"/>
              </a:ext>
            </a:extLst>
          </p:cNvPr>
          <p:cNvSpPr/>
          <p:nvPr userDrawn="1"/>
        </p:nvSpPr>
        <p:spPr>
          <a:xfrm>
            <a:off x="3782679" y="6176963"/>
            <a:ext cx="8397619" cy="1800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52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Wingdings" panose="05000000000000000000" pitchFamily="2" charset="2"/>
        <a:buNone/>
        <a:defRPr lang="en-US" sz="2000" b="1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b="0" kern="1200" dirty="0">
          <a:solidFill>
            <a:schemeClr val="accent6"/>
          </a:solidFill>
          <a:latin typeface="+mn-lt"/>
          <a:ea typeface="+mn-ea"/>
          <a:cs typeface="+mn-cs"/>
        </a:defRPr>
      </a:lvl2pPr>
      <a:lvl3pPr marL="5143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b="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b="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4287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b="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EC8C5F63-0DED-4696-B365-681262054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42" t="91811"/>
          <a:stretch/>
        </p:blipFill>
        <p:spPr>
          <a:xfrm>
            <a:off x="8305800" y="6489700"/>
            <a:ext cx="3874498" cy="36830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2AC14FB7-C4E3-4D2A-BCF9-501E7BF5B3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7" b="60856"/>
          <a:stretch/>
        </p:blipFill>
        <p:spPr>
          <a:xfrm>
            <a:off x="11702" y="7130"/>
            <a:ext cx="12191980" cy="135009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6DF4B00-CD45-45EF-92BD-CDD69C8B9C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C503F-52F7-40E6-BC54-B6DB9B98B9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75492" y="95489"/>
            <a:ext cx="10800000" cy="93937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5392B-E744-475D-A3D7-BB97F7EA2C9D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36000" y="1207746"/>
            <a:ext cx="11520000" cy="4968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Edit Master text styles</a:t>
            </a:r>
          </a:p>
          <a:p>
            <a:pPr marL="285750" lvl="1" indent="-285750" algn="l" defTabSz="914400" rtl="0" eaLnBrk="1" latinLnBrk="0" hangingPunct="1">
              <a:lnSpc>
                <a:spcPct val="90000"/>
              </a:lnSpc>
              <a:spcBef>
                <a:spcPts val="1200"/>
              </a:spcBef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5F9C68-E817-479C-A604-7779CAF1EEBD}"/>
              </a:ext>
            </a:extLst>
          </p:cNvPr>
          <p:cNvSpPr/>
          <p:nvPr userDrawn="1"/>
        </p:nvSpPr>
        <p:spPr>
          <a:xfrm>
            <a:off x="0" y="982207"/>
            <a:ext cx="8397619" cy="54000"/>
          </a:xfrm>
          <a:prstGeom prst="rect">
            <a:avLst/>
          </a:prstGeom>
          <a:solidFill>
            <a:srgbClr val="FFF14E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E272CC-2E12-47C1-95CA-626BCD137713}"/>
              </a:ext>
            </a:extLst>
          </p:cNvPr>
          <p:cNvSpPr/>
          <p:nvPr userDrawn="1"/>
        </p:nvSpPr>
        <p:spPr>
          <a:xfrm>
            <a:off x="3782679" y="6176963"/>
            <a:ext cx="8397619" cy="1800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684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Wingdings" panose="05000000000000000000" pitchFamily="2" charset="2"/>
        <a:buNone/>
        <a:defRPr lang="en-US" sz="2000" b="1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b="0" kern="1200" dirty="0">
          <a:solidFill>
            <a:schemeClr val="accent6"/>
          </a:solidFill>
          <a:latin typeface="+mn-lt"/>
          <a:ea typeface="+mn-ea"/>
          <a:cs typeface="+mn-cs"/>
        </a:defRPr>
      </a:lvl2pPr>
      <a:lvl3pPr marL="5143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b="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b="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4287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800" b="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09B3-1E58-C3EB-8CD4-F05929F9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Features</a:t>
            </a: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9BDB7-46BE-7EFD-6BDD-09F2B9885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is an N-dimensional array type called N d-array. 1D, 2D, 3D ....N-D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describes the collection of items of the same type.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Items in the collection can be accessed using a zero-based index.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Every item in a N d-array takes the same size of block in the memory.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element in N d-array is an object of data-type object (called </a:t>
            </a:r>
            <a:r>
              <a:rPr lang="en-US" dirty="0" err="1"/>
              <a:t>dtype</a:t>
            </a:r>
            <a:r>
              <a:rPr lang="en-US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Sophisticated (broadcasting)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useful linear algebra, random number capabilities and statistical operations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7E014-876E-A584-E9FA-1F597D501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394" y="6563031"/>
            <a:ext cx="5875606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37024"/>
      </p:ext>
    </p:extLst>
  </p:cSld>
  <p:clrMapOvr>
    <a:masterClrMapping/>
  </p:clrMapOvr>
</p:sld>
</file>

<file path=ppt/theme/theme1.xml><?xml version="1.0" encoding="utf-8"?>
<a:theme xmlns:a="http://schemas.openxmlformats.org/drawingml/2006/main" name="GRE LivePrep 02">
  <a:themeElements>
    <a:clrScheme name="GRE LivePre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13CB2"/>
      </a:accent1>
      <a:accent2>
        <a:srgbClr val="ED7D31"/>
      </a:accent2>
      <a:accent3>
        <a:srgbClr val="A5A5A5"/>
      </a:accent3>
      <a:accent4>
        <a:srgbClr val="FFF14E"/>
      </a:accent4>
      <a:accent5>
        <a:srgbClr val="ECF2FE"/>
      </a:accent5>
      <a:accent6>
        <a:srgbClr val="4679A7"/>
      </a:accent6>
      <a:hlink>
        <a:srgbClr val="0563C1"/>
      </a:hlink>
      <a:folHlink>
        <a:srgbClr val="954F72"/>
      </a:folHlink>
    </a:clrScheme>
    <a:fontScheme name="LivePrep Videos">
      <a:majorFont>
        <a:latin typeface="Google Sans"/>
        <a:ea typeface=""/>
        <a:cs typeface=""/>
      </a:majorFont>
      <a:minorFont>
        <a:latin typeface="Goog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GRE LivePrep 02">
  <a:themeElements>
    <a:clrScheme name="GRE LivePre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13CB2"/>
      </a:accent1>
      <a:accent2>
        <a:srgbClr val="ED7D31"/>
      </a:accent2>
      <a:accent3>
        <a:srgbClr val="A5A5A5"/>
      </a:accent3>
      <a:accent4>
        <a:srgbClr val="FFF14E"/>
      </a:accent4>
      <a:accent5>
        <a:srgbClr val="ECF2FE"/>
      </a:accent5>
      <a:accent6>
        <a:srgbClr val="4679A7"/>
      </a:accent6>
      <a:hlink>
        <a:srgbClr val="0563C1"/>
      </a:hlink>
      <a:folHlink>
        <a:srgbClr val="954F72"/>
      </a:folHlink>
    </a:clrScheme>
    <a:fontScheme name="LivePrep Videos">
      <a:majorFont>
        <a:latin typeface="Google Sans"/>
        <a:ea typeface=""/>
        <a:cs typeface=""/>
      </a:majorFont>
      <a:minorFont>
        <a:latin typeface="Goog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D79359138E204188DC3E74CB610EF5" ma:contentTypeVersion="10" ma:contentTypeDescription="Create a new document." ma:contentTypeScope="" ma:versionID="9fc330c2f21441a3e31b7b783203dafc">
  <xsd:schema xmlns:xsd="http://www.w3.org/2001/XMLSchema" xmlns:xs="http://www.w3.org/2001/XMLSchema" xmlns:p="http://schemas.microsoft.com/office/2006/metadata/properties" xmlns:ns3="a2352a35-030e-45c4-9156-dc52f608bfa4" xmlns:ns4="56d9f143-9705-4b2d-a55d-b94edc36d013" targetNamespace="http://schemas.microsoft.com/office/2006/metadata/properties" ma:root="true" ma:fieldsID="a82044c8b1607b4ffff910079eaadb63" ns3:_="" ns4:_="">
    <xsd:import namespace="a2352a35-030e-45c4-9156-dc52f608bfa4"/>
    <xsd:import namespace="56d9f143-9705-4b2d-a55d-b94edc36d01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352a35-030e-45c4-9156-dc52f608bfa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d9f143-9705-4b2d-a55d-b94edc36d0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3418F7-EFF1-4972-9394-99DD94A4A1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BDBA70-171A-4E02-9D34-EB5D94EB4A40}">
  <ds:schemaRefs>
    <ds:schemaRef ds:uri="http://purl.org/dc/dcmitype/"/>
    <ds:schemaRef ds:uri="http://schemas.microsoft.com/office/infopath/2007/PartnerControls"/>
    <ds:schemaRef ds:uri="56d9f143-9705-4b2d-a55d-b94edc36d013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a2352a35-030e-45c4-9156-dc52f608bfa4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0679F51-026A-4991-9D6D-0F5381F9C3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352a35-030e-45c4-9156-dc52f608bfa4"/>
    <ds:schemaRef ds:uri="56d9f143-9705-4b2d-a55d-b94edc36d0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3584</TotalTime>
  <Words>86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Google Sans</vt:lpstr>
      <vt:lpstr>Times New Roman</vt:lpstr>
      <vt:lpstr>Wingdings</vt:lpstr>
      <vt:lpstr>GRE LivePrep 02</vt:lpstr>
      <vt:lpstr>1_GRE LivePrep 02</vt:lpstr>
      <vt:lpstr>NumPy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Verbal Reasoning</dc:title>
  <dc:creator>Vennela Sunnam</dc:creator>
  <cp:lastModifiedBy>Ganapathi Raju</cp:lastModifiedBy>
  <cp:revision>766</cp:revision>
  <dcterms:created xsi:type="dcterms:W3CDTF">2019-01-25T09:00:17Z</dcterms:created>
  <dcterms:modified xsi:type="dcterms:W3CDTF">2024-10-18T11:14:30Z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0x010100D7D79359138E204188DC3E74CB610EF5</vt:lpwstr>
  </property>
</Properties>
</file>