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71" r:id="rId1"/>
  </p:sldMasterIdLst>
  <p:notesMasterIdLst>
    <p:notesMasterId r:id="rId27"/>
  </p:notesMasterIdLst>
  <p:sldIdLst>
    <p:sldId id="274"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5" r:id="rId20"/>
    <p:sldId id="276" r:id="rId21"/>
    <p:sldId id="277" r:id="rId22"/>
    <p:sldId id="386" r:id="rId23"/>
    <p:sldId id="387" r:id="rId24"/>
    <p:sldId id="388" r:id="rId25"/>
    <p:sldId id="389" r:id="rId26"/>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316" autoAdjust="0"/>
    <p:restoredTop sz="94660"/>
  </p:normalViewPr>
  <p:slideViewPr>
    <p:cSldViewPr snapToGrid="0">
      <p:cViewPr varScale="1">
        <p:scale>
          <a:sx n="78" d="100"/>
          <a:sy n="78" d="100"/>
        </p:scale>
        <p:origin x="912" y="6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0" name="Google Shape;110;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1" name="Google Shape;121;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7" name="Google Shape;127;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3" name="Google Shape;133;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
        <p:cNvGrpSpPr/>
        <p:nvPr/>
      </p:nvGrpSpPr>
      <p:grpSpPr>
        <a:xfrm>
          <a:off x="0" y="0"/>
          <a:ext cx="0" cy="0"/>
          <a:chOff x="0" y="0"/>
          <a:chExt cx="0" cy="0"/>
        </a:xfrm>
      </p:grpSpPr>
      <p:sp>
        <p:nvSpPr>
          <p:cNvPr id="139" name="Google Shape;139;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0" name="Google Shape;140;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3" name="Google Shape;153;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p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2" name="Google Shape;162;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p:cNvGrpSpPr/>
        <p:nvPr/>
      </p:nvGrpSpPr>
      <p:grpSpPr>
        <a:xfrm>
          <a:off x="0" y="0"/>
          <a:ext cx="0" cy="0"/>
          <a:chOff x="0" y="0"/>
          <a:chExt cx="0" cy="0"/>
        </a:xfrm>
      </p:grpSpPr>
      <p:sp>
        <p:nvSpPr>
          <p:cNvPr id="170" name="Google Shape;170;p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1" name="Google Shape;171;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
        <p:cNvGrpSpPr/>
        <p:nvPr/>
      </p:nvGrpSpPr>
      <p:grpSpPr>
        <a:xfrm>
          <a:off x="0" y="0"/>
          <a:ext cx="0" cy="0"/>
          <a:chOff x="0" y="0"/>
          <a:chExt cx="0" cy="0"/>
        </a:xfrm>
      </p:grpSpPr>
      <p:sp>
        <p:nvSpPr>
          <p:cNvPr id="177" name="Google Shape;177;p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8" name="Google Shape;178;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
        <p:cNvGrpSpPr/>
        <p:nvPr/>
      </p:nvGrpSpPr>
      <p:grpSpPr>
        <a:xfrm>
          <a:off x="0" y="0"/>
          <a:ext cx="0" cy="0"/>
          <a:chOff x="0" y="0"/>
          <a:chExt cx="0" cy="0"/>
        </a:xfrm>
      </p:grpSpPr>
      <p:sp>
        <p:nvSpPr>
          <p:cNvPr id="187" name="Google Shape;187;p1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8" name="Google Shape;188;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Google Shape;194;p1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5" name="Google Shape;195;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p1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2" name="Google Shape;202;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Google Shape;208;p1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9" name="Google Shape;209;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3"/>
        <p:cNvGrpSpPr/>
        <p:nvPr/>
      </p:nvGrpSpPr>
      <p:grpSpPr>
        <a:xfrm>
          <a:off x="0" y="0"/>
          <a:ext cx="0" cy="0"/>
          <a:chOff x="0" y="0"/>
          <a:chExt cx="0" cy="0"/>
        </a:xfrm>
      </p:grpSpPr>
      <p:sp>
        <p:nvSpPr>
          <p:cNvPr id="214" name="Google Shape;214;p1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5" name="Google Shape;215;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p1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1" name="Google Shape;221;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p:cNvGrpSpPr/>
        <p:nvPr/>
      </p:nvGrpSpPr>
      <p:grpSpPr>
        <a:xfrm>
          <a:off x="0" y="0"/>
          <a:ext cx="0" cy="0"/>
          <a:chOff x="0" y="0"/>
          <a:chExt cx="0" cy="0"/>
        </a:xfrm>
      </p:grpSpPr>
      <p:sp>
        <p:nvSpPr>
          <p:cNvPr id="227" name="Google Shape;227;p1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8" name="Google Shape;228;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4"/>
        <p:cNvGrpSpPr/>
        <p:nvPr/>
      </p:nvGrpSpPr>
      <p:grpSpPr>
        <a:xfrm>
          <a:off x="0" y="0"/>
          <a:ext cx="0" cy="0"/>
          <a:chOff x="0" y="0"/>
          <a:chExt cx="0" cy="0"/>
        </a:xfrm>
      </p:grpSpPr>
      <p:sp>
        <p:nvSpPr>
          <p:cNvPr id="235" name="Google Shape;235;p1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6" name="Google Shape;236;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1"/>
        <p:cNvGrpSpPr/>
        <p:nvPr/>
      </p:nvGrpSpPr>
      <p:grpSpPr>
        <a:xfrm>
          <a:off x="0" y="0"/>
          <a:ext cx="0" cy="0"/>
          <a:chOff x="0" y="0"/>
          <a:chExt cx="0" cy="0"/>
        </a:xfrm>
      </p:grpSpPr>
      <p:sp>
        <p:nvSpPr>
          <p:cNvPr id="242" name="Google Shape;242;p1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3" name="Google Shape;243;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0" name="Google Shape;110;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8" name="Google Shape;138;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8" name="Google Shape;138;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0103682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3"/>
        <p:cNvGrpSpPr/>
        <p:nvPr/>
      </p:nvGrpSpPr>
      <p:grpSpPr>
        <a:xfrm>
          <a:off x="0" y="0"/>
          <a:ext cx="0" cy="0"/>
          <a:chOff x="0" y="0"/>
          <a:chExt cx="0" cy="0"/>
        </a:xfrm>
      </p:grpSpPr>
      <p:sp>
        <p:nvSpPr>
          <p:cNvPr id="14" name="Google Shape;14;p2"/>
          <p:cNvSpPr txBox="1">
            <a:spLocks noGrp="1"/>
          </p:cNvSpPr>
          <p:nvPr>
            <p:ph type="dt" idx="10"/>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5" name="Google Shape;15;p2"/>
          <p:cNvSpPr txBox="1">
            <a:spLocks noGrp="1"/>
          </p:cNvSpPr>
          <p:nvPr>
            <p:ph type="ftr" idx="11"/>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6" name="Google Shape;16;p2"/>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1800" b="0" i="0" u="none" strike="noStrike" cap="none">
                <a:solidFill>
                  <a:schemeClr val="dk1"/>
                </a:solidFill>
                <a:latin typeface="Arial"/>
                <a:ea typeface="Arial"/>
                <a:cs typeface="Arial"/>
                <a:sym typeface="Arial"/>
              </a:defRPr>
            </a:lvl1pPr>
            <a:lvl2pPr marL="0" marR="0" lvl="1" indent="0" algn="l" rtl="0">
              <a:spcBef>
                <a:spcPts val="0"/>
              </a:spcBef>
              <a:buNone/>
              <a:defRPr sz="1800" b="0" i="0" u="none" strike="noStrike" cap="none">
                <a:solidFill>
                  <a:schemeClr val="dk1"/>
                </a:solidFill>
                <a:latin typeface="Arial"/>
                <a:ea typeface="Arial"/>
                <a:cs typeface="Arial"/>
                <a:sym typeface="Arial"/>
              </a:defRPr>
            </a:lvl2pPr>
            <a:lvl3pPr marL="0" marR="0" lvl="2" indent="0" algn="l" rtl="0">
              <a:spcBef>
                <a:spcPts val="0"/>
              </a:spcBef>
              <a:buNone/>
              <a:defRPr sz="1800" b="0" i="0" u="none" strike="noStrike" cap="none">
                <a:solidFill>
                  <a:schemeClr val="dk1"/>
                </a:solidFill>
                <a:latin typeface="Arial"/>
                <a:ea typeface="Arial"/>
                <a:cs typeface="Arial"/>
                <a:sym typeface="Arial"/>
              </a:defRPr>
            </a:lvl3pPr>
            <a:lvl4pPr marL="0" marR="0" lvl="3" indent="0" algn="l" rtl="0">
              <a:spcBef>
                <a:spcPts val="0"/>
              </a:spcBef>
              <a:buNone/>
              <a:defRPr sz="1800" b="0" i="0" u="none" strike="noStrike" cap="none">
                <a:solidFill>
                  <a:schemeClr val="dk1"/>
                </a:solidFill>
                <a:latin typeface="Arial"/>
                <a:ea typeface="Arial"/>
                <a:cs typeface="Arial"/>
                <a:sym typeface="Arial"/>
              </a:defRPr>
            </a:lvl4pPr>
            <a:lvl5pPr marL="0" marR="0" lvl="4" indent="0" algn="l" rtl="0">
              <a:spcBef>
                <a:spcPts val="0"/>
              </a:spcBef>
              <a:buNone/>
              <a:defRPr sz="1800" b="0" i="0" u="none" strike="noStrike" cap="none">
                <a:solidFill>
                  <a:schemeClr val="dk1"/>
                </a:solidFill>
                <a:latin typeface="Arial"/>
                <a:ea typeface="Arial"/>
                <a:cs typeface="Arial"/>
                <a:sym typeface="Arial"/>
              </a:defRPr>
            </a:lvl5pPr>
            <a:lvl6pPr marL="0" marR="0" lvl="5" indent="0" algn="l" rtl="0">
              <a:spcBef>
                <a:spcPts val="0"/>
              </a:spcBef>
              <a:buNone/>
              <a:defRPr sz="1800" b="0" i="0" u="none" strike="noStrike" cap="none">
                <a:solidFill>
                  <a:schemeClr val="dk1"/>
                </a:solidFill>
                <a:latin typeface="Arial"/>
                <a:ea typeface="Arial"/>
                <a:cs typeface="Arial"/>
                <a:sym typeface="Arial"/>
              </a:defRPr>
            </a:lvl6pPr>
            <a:lvl7pPr marL="0" marR="0" lvl="6" indent="0" algn="l" rtl="0">
              <a:spcBef>
                <a:spcPts val="0"/>
              </a:spcBef>
              <a:buNone/>
              <a:defRPr sz="1800" b="0" i="0" u="none" strike="noStrike" cap="none">
                <a:solidFill>
                  <a:schemeClr val="dk1"/>
                </a:solidFill>
                <a:latin typeface="Arial"/>
                <a:ea typeface="Arial"/>
                <a:cs typeface="Arial"/>
                <a:sym typeface="Arial"/>
              </a:defRPr>
            </a:lvl7pPr>
            <a:lvl8pPr marL="0" marR="0" lvl="7" indent="0" algn="l" rtl="0">
              <a:spcBef>
                <a:spcPts val="0"/>
              </a:spcBef>
              <a:buNone/>
              <a:defRPr sz="1800" b="0" i="0" u="none" strike="noStrike" cap="none">
                <a:solidFill>
                  <a:schemeClr val="dk1"/>
                </a:solidFill>
                <a:latin typeface="Arial"/>
                <a:ea typeface="Arial"/>
                <a:cs typeface="Arial"/>
                <a:sym typeface="Arial"/>
              </a:defRPr>
            </a:lvl8pPr>
            <a:lvl9pPr marL="0" marR="0" lvl="8" indent="0" algn="l" rtl="0">
              <a:spcBef>
                <a:spcPts val="0"/>
              </a:spcBef>
              <a:buNone/>
              <a:defRPr sz="1800" b="0" i="0" u="none" strike="noStrike" cap="none">
                <a:solidFill>
                  <a:schemeClr val="dk1"/>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ependency">
  <p:cSld name="Dependency">
    <p:spTree>
      <p:nvGrpSpPr>
        <p:cNvPr id="1" name="Shape 17"/>
        <p:cNvGrpSpPr/>
        <p:nvPr/>
      </p:nvGrpSpPr>
      <p:grpSpPr>
        <a:xfrm>
          <a:off x="0" y="0"/>
          <a:ext cx="0" cy="0"/>
          <a:chOff x="0" y="0"/>
          <a:chExt cx="0" cy="0"/>
        </a:xfrm>
      </p:grpSpPr>
      <p:sp>
        <p:nvSpPr>
          <p:cNvPr id="18" name="Google Shape;18;p3"/>
          <p:cNvSpPr txBox="1">
            <a:spLocks noGrp="1"/>
          </p:cNvSpPr>
          <p:nvPr>
            <p:ph type="title"/>
          </p:nvPr>
        </p:nvSpPr>
        <p:spPr>
          <a:xfrm>
            <a:off x="275492" y="95489"/>
            <a:ext cx="11078308"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013CB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3"/>
          <p:cNvSpPr txBox="1">
            <a:spLocks noGrp="1"/>
          </p:cNvSpPr>
          <p:nvPr>
            <p:ph type="body" idx="1"/>
          </p:nvPr>
        </p:nvSpPr>
        <p:spPr>
          <a:xfrm>
            <a:off x="276225" y="1547446"/>
            <a:ext cx="11077575" cy="457236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200"/>
              </a:spcBef>
              <a:spcAft>
                <a:spcPts val="0"/>
              </a:spcAft>
              <a:buClr>
                <a:schemeClr val="dk1"/>
              </a:buClr>
              <a:buSzPts val="2000"/>
              <a:buNone/>
              <a:defRPr b="1">
                <a:solidFill>
                  <a:schemeClr val="dk1"/>
                </a:solidFill>
              </a:defRPr>
            </a:lvl1pPr>
            <a:lvl2pPr marL="914400" lvl="1" indent="-228600" algn="l">
              <a:lnSpc>
                <a:spcPct val="90000"/>
              </a:lnSpc>
              <a:spcBef>
                <a:spcPts val="600"/>
              </a:spcBef>
              <a:spcAft>
                <a:spcPts val="0"/>
              </a:spcAft>
              <a:buClr>
                <a:schemeClr val="dk1"/>
              </a:buClr>
              <a:buSzPts val="1800"/>
              <a:buNone/>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0"/>
        <p:cNvGrpSpPr/>
        <p:nvPr/>
      </p:nvGrpSpPr>
      <p:grpSpPr>
        <a:xfrm>
          <a:off x="0" y="0"/>
          <a:ext cx="0" cy="0"/>
          <a:chOff x="0" y="0"/>
          <a:chExt cx="0" cy="0"/>
        </a:xfrm>
      </p:grpSpPr>
      <p:pic>
        <p:nvPicPr>
          <p:cNvPr id="21" name="Google Shape;21;p4"/>
          <p:cNvPicPr preferRelativeResize="0"/>
          <p:nvPr/>
        </p:nvPicPr>
        <p:blipFill rotWithShape="1">
          <a:blip r:embed="rId2">
            <a:alphaModFix/>
          </a:blip>
          <a:srcRect/>
          <a:stretch/>
        </p:blipFill>
        <p:spPr>
          <a:xfrm>
            <a:off x="20" y="10"/>
            <a:ext cx="12191980" cy="6857990"/>
          </a:xfrm>
          <a:prstGeom prst="rect">
            <a:avLst/>
          </a:prstGeom>
          <a:noFill/>
          <a:ln>
            <a:noFill/>
          </a:ln>
        </p:spPr>
      </p:pic>
      <p:sp>
        <p:nvSpPr>
          <p:cNvPr id="22" name="Google Shape;22;p4"/>
          <p:cNvSpPr txBox="1">
            <a:spLocks noGrp="1"/>
          </p:cNvSpPr>
          <p:nvPr>
            <p:ph type="ctrTitle"/>
          </p:nvPr>
        </p:nvSpPr>
        <p:spPr>
          <a:xfrm>
            <a:off x="627186" y="548640"/>
            <a:ext cx="3024552" cy="9144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013CB2"/>
              </a:buClr>
              <a:buSzPts val="2800"/>
              <a:buFont typeface="Arial"/>
              <a:buNone/>
              <a:defRPr sz="2800" b="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4"/>
          <p:cNvSpPr txBox="1">
            <a:spLocks noGrp="1"/>
          </p:cNvSpPr>
          <p:nvPr>
            <p:ph type="subTitle" idx="1"/>
          </p:nvPr>
        </p:nvSpPr>
        <p:spPr>
          <a:xfrm>
            <a:off x="450166" y="3602037"/>
            <a:ext cx="4508696" cy="2892547"/>
          </a:xfrm>
          <a:prstGeom prst="rect">
            <a:avLst/>
          </a:prstGeom>
          <a:noFill/>
          <a:ln>
            <a:noFill/>
          </a:ln>
        </p:spPr>
        <p:txBody>
          <a:bodyPr spcFirstLastPara="1" wrap="square" lIns="91425" tIns="45700" rIns="91425" bIns="45700" anchor="t" anchorCtr="0">
            <a:noAutofit/>
          </a:bodyPr>
          <a:lstStyle>
            <a:lvl1pPr lvl="0" algn="l">
              <a:lnSpc>
                <a:spcPct val="90000"/>
              </a:lnSpc>
              <a:spcBef>
                <a:spcPts val="1200"/>
              </a:spcBef>
              <a:spcAft>
                <a:spcPts val="0"/>
              </a:spcAft>
              <a:buClr>
                <a:schemeClr val="accent1"/>
              </a:buClr>
              <a:buSzPts val="5400"/>
              <a:buNone/>
              <a:defRPr sz="5400" b="1"/>
            </a:lvl1pPr>
            <a:lvl2pPr lvl="1" algn="ctr">
              <a:lnSpc>
                <a:spcPct val="90000"/>
              </a:lnSpc>
              <a:spcBef>
                <a:spcPts val="6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24" name="Google Shape;24;p4"/>
          <p:cNvSpPr/>
          <p:nvPr/>
        </p:nvSpPr>
        <p:spPr>
          <a:xfrm>
            <a:off x="450166" y="548640"/>
            <a:ext cx="84406" cy="914400"/>
          </a:xfrm>
          <a:prstGeom prst="rect">
            <a:avLst/>
          </a:prstGeom>
          <a:solidFill>
            <a:srgbClr val="FFF14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 Double Line" type="secHead">
  <p:cSld name="SECTION_HEADER">
    <p:spTree>
      <p:nvGrpSpPr>
        <p:cNvPr id="1" name="Shape 25"/>
        <p:cNvGrpSpPr/>
        <p:nvPr/>
      </p:nvGrpSpPr>
      <p:grpSpPr>
        <a:xfrm>
          <a:off x="0" y="0"/>
          <a:ext cx="0" cy="0"/>
          <a:chOff x="0" y="0"/>
          <a:chExt cx="0" cy="0"/>
        </a:xfrm>
      </p:grpSpPr>
      <p:pic>
        <p:nvPicPr>
          <p:cNvPr id="26" name="Google Shape;26;p5"/>
          <p:cNvPicPr preferRelativeResize="0"/>
          <p:nvPr/>
        </p:nvPicPr>
        <p:blipFill rotWithShape="1">
          <a:blip r:embed="rId2">
            <a:alphaModFix/>
          </a:blip>
          <a:srcRect/>
          <a:stretch/>
        </p:blipFill>
        <p:spPr>
          <a:xfrm>
            <a:off x="20" y="10"/>
            <a:ext cx="12191980" cy="6857990"/>
          </a:xfrm>
          <a:prstGeom prst="rect">
            <a:avLst/>
          </a:prstGeom>
          <a:noFill/>
          <a:ln>
            <a:noFill/>
          </a:ln>
        </p:spPr>
      </p:pic>
      <p:sp>
        <p:nvSpPr>
          <p:cNvPr id="27" name="Google Shape;27;p5"/>
          <p:cNvSpPr>
            <a:spLocks noGrp="1"/>
          </p:cNvSpPr>
          <p:nvPr>
            <p:ph type="title"/>
          </p:nvPr>
        </p:nvSpPr>
        <p:spPr>
          <a:xfrm>
            <a:off x="3704493" y="1998785"/>
            <a:ext cx="4783015" cy="685800"/>
          </a:xfrm>
          <a:prstGeom prst="roundRect">
            <a:avLst>
              <a:gd name="adj" fmla="val 16667"/>
            </a:avLst>
          </a:prstGeom>
          <a:solidFill>
            <a:srgbClr val="013CB2"/>
          </a:solid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chemeClr val="lt1"/>
              </a:buClr>
              <a:buSzPts val="2400"/>
              <a:buFont typeface="Arial"/>
              <a:buNone/>
              <a:defRPr sz="24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8" name="Google Shape;28;p5"/>
          <p:cNvSpPr txBox="1">
            <a:spLocks noGrp="1"/>
          </p:cNvSpPr>
          <p:nvPr>
            <p:ph type="body" idx="1"/>
          </p:nvPr>
        </p:nvSpPr>
        <p:spPr>
          <a:xfrm>
            <a:off x="2564423" y="3118339"/>
            <a:ext cx="7063155" cy="2110153"/>
          </a:xfrm>
          <a:prstGeom prst="rect">
            <a:avLst/>
          </a:prstGeom>
          <a:noFill/>
          <a:ln>
            <a:noFill/>
          </a:ln>
        </p:spPr>
        <p:txBody>
          <a:bodyPr spcFirstLastPara="1" wrap="square" lIns="91425" tIns="45700" rIns="91425" bIns="45700" anchor="ctr" anchorCtr="0">
            <a:normAutofit/>
          </a:bodyPr>
          <a:lstStyle>
            <a:lvl1pPr marL="457200" lvl="0" indent="-228600" algn="ctr">
              <a:lnSpc>
                <a:spcPct val="90000"/>
              </a:lnSpc>
              <a:spcBef>
                <a:spcPts val="1200"/>
              </a:spcBef>
              <a:spcAft>
                <a:spcPts val="0"/>
              </a:spcAft>
              <a:buClr>
                <a:schemeClr val="dk1"/>
              </a:buClr>
              <a:buSzPts val="5400"/>
              <a:buNone/>
              <a:defRPr sz="5400">
                <a:solidFill>
                  <a:schemeClr val="dk1"/>
                </a:solidFill>
              </a:defRPr>
            </a:lvl1pPr>
            <a:lvl2pPr marL="914400" lvl="1" indent="-228600" algn="l">
              <a:lnSpc>
                <a:spcPct val="90000"/>
              </a:lnSpc>
              <a:spcBef>
                <a:spcPts val="6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 Single line">
  <p:cSld name="Section Header - Single line">
    <p:spTree>
      <p:nvGrpSpPr>
        <p:cNvPr id="1" name="Shape 29"/>
        <p:cNvGrpSpPr/>
        <p:nvPr/>
      </p:nvGrpSpPr>
      <p:grpSpPr>
        <a:xfrm>
          <a:off x="0" y="0"/>
          <a:ext cx="0" cy="0"/>
          <a:chOff x="0" y="0"/>
          <a:chExt cx="0" cy="0"/>
        </a:xfrm>
      </p:grpSpPr>
      <p:pic>
        <p:nvPicPr>
          <p:cNvPr id="30" name="Google Shape;30;p6"/>
          <p:cNvPicPr preferRelativeResize="0"/>
          <p:nvPr/>
        </p:nvPicPr>
        <p:blipFill rotWithShape="1">
          <a:blip r:embed="rId2">
            <a:alphaModFix/>
          </a:blip>
          <a:srcRect/>
          <a:stretch/>
        </p:blipFill>
        <p:spPr>
          <a:xfrm>
            <a:off x="20" y="10"/>
            <a:ext cx="12191980" cy="6857990"/>
          </a:xfrm>
          <a:prstGeom prst="rect">
            <a:avLst/>
          </a:prstGeom>
          <a:noFill/>
          <a:ln>
            <a:noFill/>
          </a:ln>
        </p:spPr>
      </p:pic>
      <p:sp>
        <p:nvSpPr>
          <p:cNvPr id="31" name="Google Shape;31;p6"/>
          <p:cNvSpPr>
            <a:spLocks noGrp="1"/>
          </p:cNvSpPr>
          <p:nvPr>
            <p:ph type="title"/>
          </p:nvPr>
        </p:nvSpPr>
        <p:spPr>
          <a:xfrm>
            <a:off x="2672862" y="2497015"/>
            <a:ext cx="6570783" cy="1787770"/>
          </a:xfrm>
          <a:prstGeom prst="roundRect">
            <a:avLst>
              <a:gd name="adj" fmla="val 16667"/>
            </a:avLst>
          </a:prstGeom>
          <a:solidFill>
            <a:srgbClr val="013CB2"/>
          </a:solid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chemeClr val="lt1"/>
              </a:buClr>
              <a:buSzPts val="2400"/>
              <a:buFont typeface="Arial"/>
              <a:buNone/>
              <a:defRPr sz="24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1_Section Header - Single line">
  <p:cSld name="1_Section Header - Single line">
    <p:spTree>
      <p:nvGrpSpPr>
        <p:cNvPr id="1" name="Shape 32"/>
        <p:cNvGrpSpPr/>
        <p:nvPr/>
      </p:nvGrpSpPr>
      <p:grpSpPr>
        <a:xfrm>
          <a:off x="0" y="0"/>
          <a:ext cx="0" cy="0"/>
          <a:chOff x="0" y="0"/>
          <a:chExt cx="0" cy="0"/>
        </a:xfrm>
      </p:grpSpPr>
      <p:pic>
        <p:nvPicPr>
          <p:cNvPr id="33" name="Google Shape;33;p7"/>
          <p:cNvPicPr preferRelativeResize="0"/>
          <p:nvPr/>
        </p:nvPicPr>
        <p:blipFill rotWithShape="1">
          <a:blip r:embed="rId2">
            <a:alphaModFix/>
          </a:blip>
          <a:srcRect/>
          <a:stretch/>
        </p:blipFill>
        <p:spPr>
          <a:xfrm>
            <a:off x="20" y="10"/>
            <a:ext cx="12191980" cy="6857990"/>
          </a:xfrm>
          <a:prstGeom prst="rect">
            <a:avLst/>
          </a:prstGeom>
          <a:noFill/>
          <a:ln>
            <a:noFill/>
          </a:ln>
        </p:spPr>
      </p:pic>
      <p:sp>
        <p:nvSpPr>
          <p:cNvPr id="34" name="Google Shape;34;p7"/>
          <p:cNvSpPr>
            <a:spLocks noGrp="1"/>
          </p:cNvSpPr>
          <p:nvPr>
            <p:ph type="title"/>
          </p:nvPr>
        </p:nvSpPr>
        <p:spPr>
          <a:xfrm>
            <a:off x="2672862" y="2497015"/>
            <a:ext cx="6570783" cy="1787770"/>
          </a:xfrm>
          <a:prstGeom prst="roundRect">
            <a:avLst>
              <a:gd name="adj" fmla="val 16667"/>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rmAutofit/>
          </a:bodyPr>
          <a:lstStyle>
            <a:lvl1pPr lvl="0" algn="ctr">
              <a:lnSpc>
                <a:spcPct val="90000"/>
              </a:lnSpc>
              <a:spcBef>
                <a:spcPts val="0"/>
              </a:spcBef>
              <a:spcAft>
                <a:spcPts val="0"/>
              </a:spcAft>
              <a:buClr>
                <a:schemeClr val="dk1"/>
              </a:buClr>
              <a:buSzPts val="2400"/>
              <a:buFont typeface="Arial"/>
              <a:buNone/>
              <a:defRPr sz="2400">
                <a:solidFill>
                  <a:schemeClr val="dk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Question">
  <p:cSld name="Question">
    <p:spTree>
      <p:nvGrpSpPr>
        <p:cNvPr id="1" name="Shape 35"/>
        <p:cNvGrpSpPr/>
        <p:nvPr/>
      </p:nvGrpSpPr>
      <p:grpSpPr>
        <a:xfrm>
          <a:off x="0" y="0"/>
          <a:ext cx="0" cy="0"/>
          <a:chOff x="0" y="0"/>
          <a:chExt cx="0" cy="0"/>
        </a:xfrm>
      </p:grpSpPr>
      <p:sp>
        <p:nvSpPr>
          <p:cNvPr id="36" name="Google Shape;36;p8"/>
          <p:cNvSpPr txBox="1">
            <a:spLocks noGrp="1"/>
          </p:cNvSpPr>
          <p:nvPr>
            <p:ph type="title"/>
          </p:nvPr>
        </p:nvSpPr>
        <p:spPr>
          <a:xfrm>
            <a:off x="275492" y="95489"/>
            <a:ext cx="11078308"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013CB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7" name="Google Shape;37;p8"/>
          <p:cNvSpPr txBox="1">
            <a:spLocks noGrp="1"/>
          </p:cNvSpPr>
          <p:nvPr>
            <p:ph type="body" idx="1"/>
          </p:nvPr>
        </p:nvSpPr>
        <p:spPr>
          <a:xfrm>
            <a:off x="275493" y="1535114"/>
            <a:ext cx="11078307" cy="1325562"/>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200"/>
              </a:spcBef>
              <a:spcAft>
                <a:spcPts val="0"/>
              </a:spcAft>
              <a:buClr>
                <a:schemeClr val="accent1"/>
              </a:buClr>
              <a:buSzPts val="2000"/>
              <a:buNone/>
              <a:defRPr sz="2000" b="1">
                <a:solidFill>
                  <a:schemeClr val="accent1"/>
                </a:solidFill>
              </a:defRPr>
            </a:lvl1pPr>
            <a:lvl2pPr marL="914400" lvl="1" indent="-342900" algn="l">
              <a:lnSpc>
                <a:spcPct val="90000"/>
              </a:lnSpc>
              <a:spcBef>
                <a:spcPts val="6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8" name="Google Shape;38;p8"/>
          <p:cNvSpPr txBox="1">
            <a:spLocks noGrp="1"/>
          </p:cNvSpPr>
          <p:nvPr>
            <p:ph type="body" idx="2"/>
          </p:nvPr>
        </p:nvSpPr>
        <p:spPr>
          <a:xfrm>
            <a:off x="276225" y="2930769"/>
            <a:ext cx="11077575" cy="3317631"/>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200"/>
              </a:spcBef>
              <a:spcAft>
                <a:spcPts val="0"/>
              </a:spcAft>
              <a:buClr>
                <a:schemeClr val="dk1"/>
              </a:buClr>
              <a:buSzPts val="1800"/>
              <a:buFont typeface="Arial"/>
              <a:buAutoNum type="arabicPeriod"/>
              <a:defRPr sz="1800" b="0">
                <a:solidFill>
                  <a:schemeClr val="dk1"/>
                </a:solidFill>
              </a:defRPr>
            </a:lvl1pPr>
            <a:lvl2pPr marL="914400" lvl="1" indent="-228600" algn="l">
              <a:lnSpc>
                <a:spcPct val="90000"/>
              </a:lnSpc>
              <a:spcBef>
                <a:spcPts val="600"/>
              </a:spcBef>
              <a:spcAft>
                <a:spcPts val="0"/>
              </a:spcAft>
              <a:buClr>
                <a:schemeClr val="dk1"/>
              </a:buClr>
              <a:buSzPts val="1800"/>
              <a:buNone/>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RC - 1 Correct">
  <p:cSld name="RC - 1 Correct">
    <p:spTree>
      <p:nvGrpSpPr>
        <p:cNvPr id="1" name="Shape 39"/>
        <p:cNvGrpSpPr/>
        <p:nvPr/>
      </p:nvGrpSpPr>
      <p:grpSpPr>
        <a:xfrm>
          <a:off x="0" y="0"/>
          <a:ext cx="0" cy="0"/>
          <a:chOff x="0" y="0"/>
          <a:chExt cx="0" cy="0"/>
        </a:xfrm>
      </p:grpSpPr>
      <p:sp>
        <p:nvSpPr>
          <p:cNvPr id="40" name="Google Shape;40;p9"/>
          <p:cNvSpPr txBox="1">
            <a:spLocks noGrp="1"/>
          </p:cNvSpPr>
          <p:nvPr>
            <p:ph type="title"/>
          </p:nvPr>
        </p:nvSpPr>
        <p:spPr>
          <a:xfrm>
            <a:off x="275492" y="95489"/>
            <a:ext cx="11078308"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013CB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1" name="Google Shape;41;p9"/>
          <p:cNvSpPr txBox="1">
            <a:spLocks noGrp="1"/>
          </p:cNvSpPr>
          <p:nvPr>
            <p:ph type="body" idx="1"/>
          </p:nvPr>
        </p:nvSpPr>
        <p:spPr>
          <a:xfrm>
            <a:off x="275493" y="1535114"/>
            <a:ext cx="5198207" cy="4713286"/>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200"/>
              </a:spcBef>
              <a:spcAft>
                <a:spcPts val="0"/>
              </a:spcAft>
              <a:buClr>
                <a:schemeClr val="dk1"/>
              </a:buClr>
              <a:buSzPts val="2000"/>
              <a:buNone/>
              <a:defRPr sz="2000" b="0">
                <a:solidFill>
                  <a:schemeClr val="dk1"/>
                </a:solidFill>
              </a:defRPr>
            </a:lvl1pPr>
            <a:lvl2pPr marL="914400" lvl="1" indent="-342900" algn="l">
              <a:lnSpc>
                <a:spcPct val="90000"/>
              </a:lnSpc>
              <a:spcBef>
                <a:spcPts val="6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9"/>
          <p:cNvSpPr txBox="1">
            <a:spLocks noGrp="1"/>
          </p:cNvSpPr>
          <p:nvPr>
            <p:ph type="body" idx="2"/>
          </p:nvPr>
        </p:nvSpPr>
        <p:spPr>
          <a:xfrm>
            <a:off x="5721350" y="1535113"/>
            <a:ext cx="6194425" cy="47132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200"/>
              </a:spcBef>
              <a:spcAft>
                <a:spcPts val="0"/>
              </a:spcAft>
              <a:buClr>
                <a:schemeClr val="accent1"/>
              </a:buClr>
              <a:buSzPts val="1800"/>
              <a:buNone/>
              <a:defRPr/>
            </a:lvl1pPr>
            <a:lvl2pPr marL="914400" lvl="1" indent="-371475" algn="l">
              <a:lnSpc>
                <a:spcPct val="90000"/>
              </a:lnSpc>
              <a:spcBef>
                <a:spcPts val="600"/>
              </a:spcBef>
              <a:spcAft>
                <a:spcPts val="0"/>
              </a:spcAft>
              <a:buClr>
                <a:schemeClr val="dk1"/>
              </a:buClr>
              <a:buSzPts val="2250"/>
              <a:buFont typeface="Arial"/>
              <a:buChar char="ᴑ"/>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RC - More than 1 correct">
  <p:cSld name="RC - More than 1 correct">
    <p:spTree>
      <p:nvGrpSpPr>
        <p:cNvPr id="1" name="Shape 43"/>
        <p:cNvGrpSpPr/>
        <p:nvPr/>
      </p:nvGrpSpPr>
      <p:grpSpPr>
        <a:xfrm>
          <a:off x="0" y="0"/>
          <a:ext cx="0" cy="0"/>
          <a:chOff x="0" y="0"/>
          <a:chExt cx="0" cy="0"/>
        </a:xfrm>
      </p:grpSpPr>
      <p:sp>
        <p:nvSpPr>
          <p:cNvPr id="44" name="Google Shape;44;p10"/>
          <p:cNvSpPr txBox="1">
            <a:spLocks noGrp="1"/>
          </p:cNvSpPr>
          <p:nvPr>
            <p:ph type="title"/>
          </p:nvPr>
        </p:nvSpPr>
        <p:spPr>
          <a:xfrm>
            <a:off x="275492" y="95489"/>
            <a:ext cx="11078308"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013CB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5" name="Google Shape;45;p10"/>
          <p:cNvSpPr txBox="1">
            <a:spLocks noGrp="1"/>
          </p:cNvSpPr>
          <p:nvPr>
            <p:ph type="body" idx="1"/>
          </p:nvPr>
        </p:nvSpPr>
        <p:spPr>
          <a:xfrm>
            <a:off x="275493" y="1535114"/>
            <a:ext cx="5198207" cy="4713286"/>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200"/>
              </a:spcBef>
              <a:spcAft>
                <a:spcPts val="0"/>
              </a:spcAft>
              <a:buClr>
                <a:schemeClr val="dk1"/>
              </a:buClr>
              <a:buSzPts val="2000"/>
              <a:buNone/>
              <a:defRPr sz="2000" b="0">
                <a:solidFill>
                  <a:schemeClr val="dk1"/>
                </a:solidFill>
              </a:defRPr>
            </a:lvl1pPr>
            <a:lvl2pPr marL="914400" lvl="1" indent="-342900" algn="l">
              <a:lnSpc>
                <a:spcPct val="90000"/>
              </a:lnSpc>
              <a:spcBef>
                <a:spcPts val="6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6" name="Google Shape;46;p10"/>
          <p:cNvSpPr txBox="1">
            <a:spLocks noGrp="1"/>
          </p:cNvSpPr>
          <p:nvPr>
            <p:ph type="body" idx="2"/>
          </p:nvPr>
        </p:nvSpPr>
        <p:spPr>
          <a:xfrm>
            <a:off x="5721350" y="1535113"/>
            <a:ext cx="6194425" cy="47132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200"/>
              </a:spcBef>
              <a:spcAft>
                <a:spcPts val="0"/>
              </a:spcAft>
              <a:buClr>
                <a:schemeClr val="accent1"/>
              </a:buClr>
              <a:buSzPts val="1800"/>
              <a:buNone/>
              <a:defRPr/>
            </a:lvl1pPr>
            <a:lvl2pPr marL="914400" lvl="1" indent="-371475" algn="l">
              <a:lnSpc>
                <a:spcPct val="90000"/>
              </a:lnSpc>
              <a:spcBef>
                <a:spcPts val="600"/>
              </a:spcBef>
              <a:spcAft>
                <a:spcPts val="0"/>
              </a:spcAft>
              <a:buClr>
                <a:schemeClr val="dk1"/>
              </a:buClr>
              <a:buSzPts val="2250"/>
              <a:buFont typeface="Arial"/>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One-Blank">
  <p:cSld name="One-Blank">
    <p:spTree>
      <p:nvGrpSpPr>
        <p:cNvPr id="1" name="Shape 47"/>
        <p:cNvGrpSpPr/>
        <p:nvPr/>
      </p:nvGrpSpPr>
      <p:grpSpPr>
        <a:xfrm>
          <a:off x="0" y="0"/>
          <a:ext cx="0" cy="0"/>
          <a:chOff x="0" y="0"/>
          <a:chExt cx="0" cy="0"/>
        </a:xfrm>
      </p:grpSpPr>
      <p:sp>
        <p:nvSpPr>
          <p:cNvPr id="48" name="Google Shape;48;p11"/>
          <p:cNvSpPr txBox="1">
            <a:spLocks noGrp="1"/>
          </p:cNvSpPr>
          <p:nvPr>
            <p:ph type="title"/>
          </p:nvPr>
        </p:nvSpPr>
        <p:spPr>
          <a:xfrm>
            <a:off x="275492" y="95489"/>
            <a:ext cx="11078308"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013CB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9" name="Google Shape;49;p11"/>
          <p:cNvSpPr txBox="1">
            <a:spLocks noGrp="1"/>
          </p:cNvSpPr>
          <p:nvPr>
            <p:ph type="body" idx="1"/>
          </p:nvPr>
        </p:nvSpPr>
        <p:spPr>
          <a:xfrm>
            <a:off x="275493" y="1535114"/>
            <a:ext cx="11078307" cy="1325562"/>
          </a:xfrm>
          <a:prstGeom prst="rect">
            <a:avLst/>
          </a:prstGeom>
          <a:noFill/>
          <a:ln>
            <a:noFill/>
          </a:ln>
        </p:spPr>
        <p:txBody>
          <a:bodyPr spcFirstLastPara="1" wrap="square" lIns="91425" tIns="45700" rIns="91425" bIns="45700" anchor="t" anchorCtr="0">
            <a:normAutofit/>
          </a:bodyPr>
          <a:lstStyle>
            <a:lvl1pPr marL="457200" lvl="0" indent="-228600" algn="ctr">
              <a:lnSpc>
                <a:spcPct val="90000"/>
              </a:lnSpc>
              <a:spcBef>
                <a:spcPts val="1200"/>
              </a:spcBef>
              <a:spcAft>
                <a:spcPts val="0"/>
              </a:spcAft>
              <a:buClr>
                <a:schemeClr val="accent1"/>
              </a:buClr>
              <a:buSzPts val="2000"/>
              <a:buNone/>
              <a:defRPr sz="2000" b="1">
                <a:solidFill>
                  <a:schemeClr val="accent1"/>
                </a:solidFill>
              </a:defRPr>
            </a:lvl1pPr>
            <a:lvl2pPr marL="914400" lvl="1" indent="-342900" algn="l">
              <a:lnSpc>
                <a:spcPct val="90000"/>
              </a:lnSpc>
              <a:spcBef>
                <a:spcPts val="6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wo-Blank">
  <p:cSld name="Two-Blank">
    <p:spTree>
      <p:nvGrpSpPr>
        <p:cNvPr id="1" name="Shape 50"/>
        <p:cNvGrpSpPr/>
        <p:nvPr/>
      </p:nvGrpSpPr>
      <p:grpSpPr>
        <a:xfrm>
          <a:off x="0" y="0"/>
          <a:ext cx="0" cy="0"/>
          <a:chOff x="0" y="0"/>
          <a:chExt cx="0" cy="0"/>
        </a:xfrm>
      </p:grpSpPr>
      <p:sp>
        <p:nvSpPr>
          <p:cNvPr id="51" name="Google Shape;51;p12"/>
          <p:cNvSpPr txBox="1">
            <a:spLocks noGrp="1"/>
          </p:cNvSpPr>
          <p:nvPr>
            <p:ph type="title"/>
          </p:nvPr>
        </p:nvSpPr>
        <p:spPr>
          <a:xfrm>
            <a:off x="275492" y="95489"/>
            <a:ext cx="11078308"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013CB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2" name="Google Shape;52;p12"/>
          <p:cNvSpPr txBox="1">
            <a:spLocks noGrp="1"/>
          </p:cNvSpPr>
          <p:nvPr>
            <p:ph type="body" idx="1"/>
          </p:nvPr>
        </p:nvSpPr>
        <p:spPr>
          <a:xfrm>
            <a:off x="275493" y="1535114"/>
            <a:ext cx="11078307" cy="1718040"/>
          </a:xfrm>
          <a:prstGeom prst="rect">
            <a:avLst/>
          </a:prstGeom>
          <a:noFill/>
          <a:ln>
            <a:noFill/>
          </a:ln>
        </p:spPr>
        <p:txBody>
          <a:bodyPr spcFirstLastPara="1" wrap="square" lIns="91425" tIns="45700" rIns="91425" bIns="45700" anchor="t" anchorCtr="0">
            <a:normAutofit/>
          </a:bodyPr>
          <a:lstStyle>
            <a:lvl1pPr marL="457200" lvl="0" indent="-228600" algn="ctr">
              <a:lnSpc>
                <a:spcPct val="90000"/>
              </a:lnSpc>
              <a:spcBef>
                <a:spcPts val="1200"/>
              </a:spcBef>
              <a:spcAft>
                <a:spcPts val="0"/>
              </a:spcAft>
              <a:buClr>
                <a:schemeClr val="accent1"/>
              </a:buClr>
              <a:buSzPts val="2000"/>
              <a:buNone/>
              <a:defRPr sz="2000" b="1">
                <a:solidFill>
                  <a:schemeClr val="accent1"/>
                </a:solidFill>
              </a:defRPr>
            </a:lvl1pPr>
            <a:lvl2pPr marL="914400" lvl="1" indent="-342900" algn="l">
              <a:lnSpc>
                <a:spcPct val="90000"/>
              </a:lnSpc>
              <a:spcBef>
                <a:spcPts val="6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hree-Blank">
  <p:cSld name="Three-Blank">
    <p:spTree>
      <p:nvGrpSpPr>
        <p:cNvPr id="1" name="Shape 53"/>
        <p:cNvGrpSpPr/>
        <p:nvPr/>
      </p:nvGrpSpPr>
      <p:grpSpPr>
        <a:xfrm>
          <a:off x="0" y="0"/>
          <a:ext cx="0" cy="0"/>
          <a:chOff x="0" y="0"/>
          <a:chExt cx="0" cy="0"/>
        </a:xfrm>
      </p:grpSpPr>
      <p:sp>
        <p:nvSpPr>
          <p:cNvPr id="54" name="Google Shape;54;p13"/>
          <p:cNvSpPr txBox="1">
            <a:spLocks noGrp="1"/>
          </p:cNvSpPr>
          <p:nvPr>
            <p:ph type="title"/>
          </p:nvPr>
        </p:nvSpPr>
        <p:spPr>
          <a:xfrm>
            <a:off x="275492" y="95489"/>
            <a:ext cx="11078308"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013CB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5" name="Google Shape;55;p13"/>
          <p:cNvSpPr txBox="1">
            <a:spLocks noGrp="1"/>
          </p:cNvSpPr>
          <p:nvPr>
            <p:ph type="body" idx="1"/>
          </p:nvPr>
        </p:nvSpPr>
        <p:spPr>
          <a:xfrm>
            <a:off x="275493" y="1535114"/>
            <a:ext cx="11078307" cy="2122486"/>
          </a:xfrm>
          <a:prstGeom prst="rect">
            <a:avLst/>
          </a:prstGeom>
          <a:noFill/>
          <a:ln>
            <a:noFill/>
          </a:ln>
        </p:spPr>
        <p:txBody>
          <a:bodyPr spcFirstLastPara="1" wrap="square" lIns="91425" tIns="45700" rIns="91425" bIns="45700" anchor="t" anchorCtr="0">
            <a:normAutofit/>
          </a:bodyPr>
          <a:lstStyle>
            <a:lvl1pPr marL="457200" lvl="0" indent="-228600" algn="ctr">
              <a:lnSpc>
                <a:spcPct val="90000"/>
              </a:lnSpc>
              <a:spcBef>
                <a:spcPts val="1200"/>
              </a:spcBef>
              <a:spcAft>
                <a:spcPts val="0"/>
              </a:spcAft>
              <a:buClr>
                <a:schemeClr val="accent1"/>
              </a:buClr>
              <a:buSzPts val="2000"/>
              <a:buNone/>
              <a:defRPr sz="2000" b="1">
                <a:solidFill>
                  <a:schemeClr val="accent1"/>
                </a:solidFill>
              </a:defRPr>
            </a:lvl1pPr>
            <a:lvl2pPr marL="914400" lvl="1" indent="-342900" algn="l">
              <a:lnSpc>
                <a:spcPct val="90000"/>
              </a:lnSpc>
              <a:spcBef>
                <a:spcPts val="6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entence Equivalence">
  <p:cSld name="Sentence Equivalence">
    <p:spTree>
      <p:nvGrpSpPr>
        <p:cNvPr id="1" name="Shape 56"/>
        <p:cNvGrpSpPr/>
        <p:nvPr/>
      </p:nvGrpSpPr>
      <p:grpSpPr>
        <a:xfrm>
          <a:off x="0" y="0"/>
          <a:ext cx="0" cy="0"/>
          <a:chOff x="0" y="0"/>
          <a:chExt cx="0" cy="0"/>
        </a:xfrm>
      </p:grpSpPr>
      <p:sp>
        <p:nvSpPr>
          <p:cNvPr id="57" name="Google Shape;57;p14"/>
          <p:cNvSpPr txBox="1">
            <a:spLocks noGrp="1"/>
          </p:cNvSpPr>
          <p:nvPr>
            <p:ph type="title"/>
          </p:nvPr>
        </p:nvSpPr>
        <p:spPr>
          <a:xfrm>
            <a:off x="275492" y="95489"/>
            <a:ext cx="11078308"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013CB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8" name="Google Shape;58;p14"/>
          <p:cNvSpPr txBox="1">
            <a:spLocks noGrp="1"/>
          </p:cNvSpPr>
          <p:nvPr>
            <p:ph type="body" idx="1"/>
          </p:nvPr>
        </p:nvSpPr>
        <p:spPr>
          <a:xfrm>
            <a:off x="275493" y="1535114"/>
            <a:ext cx="11078307" cy="1325562"/>
          </a:xfrm>
          <a:prstGeom prst="rect">
            <a:avLst/>
          </a:prstGeom>
          <a:noFill/>
          <a:ln>
            <a:noFill/>
          </a:ln>
        </p:spPr>
        <p:txBody>
          <a:bodyPr spcFirstLastPara="1" wrap="square" lIns="91425" tIns="45700" rIns="91425" bIns="45700" anchor="t" anchorCtr="0">
            <a:normAutofit/>
          </a:bodyPr>
          <a:lstStyle>
            <a:lvl1pPr marL="457200" lvl="0" indent="-228600" algn="ctr">
              <a:lnSpc>
                <a:spcPct val="90000"/>
              </a:lnSpc>
              <a:spcBef>
                <a:spcPts val="1200"/>
              </a:spcBef>
              <a:spcAft>
                <a:spcPts val="0"/>
              </a:spcAft>
              <a:buClr>
                <a:schemeClr val="accent1"/>
              </a:buClr>
              <a:buSzPts val="2000"/>
              <a:buNone/>
              <a:defRPr sz="2000" b="1">
                <a:solidFill>
                  <a:schemeClr val="accent1"/>
                </a:solidFill>
              </a:defRPr>
            </a:lvl1pPr>
            <a:lvl2pPr marL="914400" lvl="1" indent="-342900" algn="l">
              <a:lnSpc>
                <a:spcPct val="90000"/>
              </a:lnSpc>
              <a:spcBef>
                <a:spcPts val="6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9" name="Google Shape;59;p14"/>
          <p:cNvSpPr txBox="1">
            <a:spLocks noGrp="1"/>
          </p:cNvSpPr>
          <p:nvPr>
            <p:ph type="body" idx="2"/>
          </p:nvPr>
        </p:nvSpPr>
        <p:spPr>
          <a:xfrm>
            <a:off x="4381501" y="2930769"/>
            <a:ext cx="3428999" cy="3317631"/>
          </a:xfrm>
          <a:prstGeom prst="rect">
            <a:avLst/>
          </a:prstGeom>
          <a:noFill/>
          <a:ln>
            <a:noFill/>
          </a:ln>
        </p:spPr>
        <p:txBody>
          <a:bodyPr spcFirstLastPara="1" wrap="square" lIns="91425" tIns="45700" rIns="91425" bIns="45700" anchor="t" anchorCtr="0">
            <a:normAutofit/>
          </a:bodyPr>
          <a:lstStyle>
            <a:lvl1pPr marL="457200" lvl="0" indent="-371475" algn="l">
              <a:lnSpc>
                <a:spcPct val="90000"/>
              </a:lnSpc>
              <a:spcBef>
                <a:spcPts val="1200"/>
              </a:spcBef>
              <a:spcAft>
                <a:spcPts val="0"/>
              </a:spcAft>
              <a:buClr>
                <a:schemeClr val="dk1"/>
              </a:buClr>
              <a:buSzPts val="2250"/>
              <a:buFont typeface="Arial"/>
              <a:buChar char="□"/>
              <a:defRPr sz="1800" b="0">
                <a:solidFill>
                  <a:schemeClr val="dk1"/>
                </a:solidFill>
              </a:defRPr>
            </a:lvl1pPr>
            <a:lvl2pPr marL="914400" lvl="1" indent="-228600" algn="l">
              <a:lnSpc>
                <a:spcPct val="90000"/>
              </a:lnSpc>
              <a:spcBef>
                <a:spcPts val="600"/>
              </a:spcBef>
              <a:spcAft>
                <a:spcPts val="0"/>
              </a:spcAft>
              <a:buClr>
                <a:schemeClr val="dk1"/>
              </a:buClr>
              <a:buSzPts val="1800"/>
              <a:buNone/>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Quant Comparison">
  <p:cSld name="Quant Comparison">
    <p:spTree>
      <p:nvGrpSpPr>
        <p:cNvPr id="1" name="Shape 60"/>
        <p:cNvGrpSpPr/>
        <p:nvPr/>
      </p:nvGrpSpPr>
      <p:grpSpPr>
        <a:xfrm>
          <a:off x="0" y="0"/>
          <a:ext cx="0" cy="0"/>
          <a:chOff x="0" y="0"/>
          <a:chExt cx="0" cy="0"/>
        </a:xfrm>
      </p:grpSpPr>
      <p:sp>
        <p:nvSpPr>
          <p:cNvPr id="61" name="Google Shape;61;p15"/>
          <p:cNvSpPr txBox="1">
            <a:spLocks noGrp="1"/>
          </p:cNvSpPr>
          <p:nvPr>
            <p:ph type="title"/>
          </p:nvPr>
        </p:nvSpPr>
        <p:spPr>
          <a:xfrm>
            <a:off x="275492" y="95489"/>
            <a:ext cx="11078308"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013CB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2" name="Google Shape;62;p15"/>
          <p:cNvSpPr txBox="1">
            <a:spLocks noGrp="1"/>
          </p:cNvSpPr>
          <p:nvPr>
            <p:ph type="body" idx="1"/>
          </p:nvPr>
        </p:nvSpPr>
        <p:spPr>
          <a:xfrm>
            <a:off x="275493" y="1535114"/>
            <a:ext cx="11078307" cy="909148"/>
          </a:xfrm>
          <a:prstGeom prst="rect">
            <a:avLst/>
          </a:prstGeom>
          <a:noFill/>
          <a:ln>
            <a:noFill/>
          </a:ln>
        </p:spPr>
        <p:txBody>
          <a:bodyPr spcFirstLastPara="1" wrap="square" lIns="91425" tIns="45700" rIns="91425" bIns="45700" anchor="t" anchorCtr="0">
            <a:normAutofit/>
          </a:bodyPr>
          <a:lstStyle>
            <a:lvl1pPr marL="457200" lvl="0" indent="-228600" algn="ctr">
              <a:lnSpc>
                <a:spcPct val="90000"/>
              </a:lnSpc>
              <a:spcBef>
                <a:spcPts val="1200"/>
              </a:spcBef>
              <a:spcAft>
                <a:spcPts val="0"/>
              </a:spcAft>
              <a:buClr>
                <a:srgbClr val="013CB2"/>
              </a:buClr>
              <a:buSzPts val="2000"/>
              <a:buNone/>
              <a:defRPr sz="2000" b="1">
                <a:solidFill>
                  <a:srgbClr val="013CB2"/>
                </a:solidFill>
              </a:defRPr>
            </a:lvl1pPr>
            <a:lvl2pPr marL="914400" lvl="1" indent="-342900" algn="l">
              <a:lnSpc>
                <a:spcPct val="90000"/>
              </a:lnSpc>
              <a:spcBef>
                <a:spcPts val="6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3" name="Google Shape;63;p15"/>
          <p:cNvSpPr txBox="1">
            <a:spLocks noGrp="1"/>
          </p:cNvSpPr>
          <p:nvPr>
            <p:ph type="body" idx="2"/>
          </p:nvPr>
        </p:nvSpPr>
        <p:spPr>
          <a:xfrm>
            <a:off x="276226" y="2854568"/>
            <a:ext cx="5614620" cy="1858110"/>
          </a:xfrm>
          <a:prstGeom prst="rect">
            <a:avLst/>
          </a:prstGeom>
          <a:noFill/>
          <a:ln>
            <a:noFill/>
          </a:ln>
        </p:spPr>
        <p:txBody>
          <a:bodyPr spcFirstLastPara="1" wrap="square" lIns="91425" tIns="45700" rIns="91425" bIns="45700" anchor="t" anchorCtr="0">
            <a:normAutofit/>
          </a:bodyPr>
          <a:lstStyle>
            <a:lvl1pPr marL="457200" lvl="0" indent="-228600" algn="ctr">
              <a:lnSpc>
                <a:spcPct val="90000"/>
              </a:lnSpc>
              <a:spcBef>
                <a:spcPts val="1200"/>
              </a:spcBef>
              <a:spcAft>
                <a:spcPts val="0"/>
              </a:spcAft>
              <a:buClr>
                <a:schemeClr val="dk1"/>
              </a:buClr>
              <a:buSzPts val="1800"/>
              <a:buFont typeface="Arial"/>
              <a:buNone/>
              <a:defRPr sz="1800" b="0">
                <a:solidFill>
                  <a:schemeClr val="dk1"/>
                </a:solidFill>
              </a:defRPr>
            </a:lvl1pPr>
            <a:lvl2pPr marL="914400" lvl="1" indent="-228600" algn="l">
              <a:lnSpc>
                <a:spcPct val="90000"/>
              </a:lnSpc>
              <a:spcBef>
                <a:spcPts val="600"/>
              </a:spcBef>
              <a:spcAft>
                <a:spcPts val="0"/>
              </a:spcAft>
              <a:buClr>
                <a:schemeClr val="dk1"/>
              </a:buClr>
              <a:buSzPts val="1800"/>
              <a:buNone/>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cxnSp>
        <p:nvCxnSpPr>
          <p:cNvPr id="64" name="Google Shape;64;p15"/>
          <p:cNvCxnSpPr/>
          <p:nvPr/>
        </p:nvCxnSpPr>
        <p:spPr>
          <a:xfrm>
            <a:off x="6096000" y="3089028"/>
            <a:ext cx="0" cy="1561431"/>
          </a:xfrm>
          <a:prstGeom prst="straightConnector1">
            <a:avLst/>
          </a:prstGeom>
          <a:noFill/>
          <a:ln w="28575" cap="flat" cmpd="sng">
            <a:solidFill>
              <a:srgbClr val="AEABAB"/>
            </a:solidFill>
            <a:prstDash val="solid"/>
            <a:miter lim="800000"/>
            <a:headEnd type="none" w="sm" len="sm"/>
            <a:tailEnd type="none" w="sm" len="sm"/>
          </a:ln>
        </p:spPr>
      </p:cxnSp>
      <p:sp>
        <p:nvSpPr>
          <p:cNvPr id="65" name="Google Shape;65;p15"/>
          <p:cNvSpPr txBox="1"/>
          <p:nvPr/>
        </p:nvSpPr>
        <p:spPr>
          <a:xfrm>
            <a:off x="1618152" y="2467704"/>
            <a:ext cx="2930769" cy="369332"/>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b="1" u="sng">
                <a:solidFill>
                  <a:schemeClr val="dk1"/>
                </a:solidFill>
                <a:latin typeface="Arial"/>
                <a:ea typeface="Arial"/>
                <a:cs typeface="Arial"/>
                <a:sym typeface="Arial"/>
              </a:rPr>
              <a:t>Quantity A</a:t>
            </a:r>
            <a:endParaRPr sz="1800" b="1" u="sng">
              <a:solidFill>
                <a:schemeClr val="dk1"/>
              </a:solidFill>
              <a:latin typeface="Arial"/>
              <a:ea typeface="Arial"/>
              <a:cs typeface="Arial"/>
              <a:sym typeface="Arial"/>
            </a:endParaRPr>
          </a:p>
        </p:txBody>
      </p:sp>
      <p:sp>
        <p:nvSpPr>
          <p:cNvPr id="66" name="Google Shape;66;p15"/>
          <p:cNvSpPr txBox="1">
            <a:spLocks noGrp="1"/>
          </p:cNvSpPr>
          <p:nvPr>
            <p:ph type="body" idx="3"/>
          </p:nvPr>
        </p:nvSpPr>
        <p:spPr>
          <a:xfrm>
            <a:off x="6301154" y="2854568"/>
            <a:ext cx="5614620" cy="1858110"/>
          </a:xfrm>
          <a:prstGeom prst="rect">
            <a:avLst/>
          </a:prstGeom>
          <a:noFill/>
          <a:ln>
            <a:noFill/>
          </a:ln>
        </p:spPr>
        <p:txBody>
          <a:bodyPr spcFirstLastPara="1" wrap="square" lIns="91425" tIns="45700" rIns="91425" bIns="45700" anchor="t" anchorCtr="0">
            <a:normAutofit/>
          </a:bodyPr>
          <a:lstStyle>
            <a:lvl1pPr marL="457200" lvl="0" indent="-228600" algn="ctr">
              <a:lnSpc>
                <a:spcPct val="90000"/>
              </a:lnSpc>
              <a:spcBef>
                <a:spcPts val="1200"/>
              </a:spcBef>
              <a:spcAft>
                <a:spcPts val="0"/>
              </a:spcAft>
              <a:buClr>
                <a:schemeClr val="dk1"/>
              </a:buClr>
              <a:buSzPts val="1800"/>
              <a:buFont typeface="Arial"/>
              <a:buNone/>
              <a:defRPr sz="1800" b="0">
                <a:solidFill>
                  <a:schemeClr val="dk1"/>
                </a:solidFill>
              </a:defRPr>
            </a:lvl1pPr>
            <a:lvl2pPr marL="914400" lvl="1" indent="-228600" algn="l">
              <a:lnSpc>
                <a:spcPct val="90000"/>
              </a:lnSpc>
              <a:spcBef>
                <a:spcPts val="600"/>
              </a:spcBef>
              <a:spcAft>
                <a:spcPts val="0"/>
              </a:spcAft>
              <a:buClr>
                <a:schemeClr val="dk1"/>
              </a:buClr>
              <a:buSzPts val="1800"/>
              <a:buNone/>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7" name="Google Shape;67;p15"/>
          <p:cNvSpPr txBox="1"/>
          <p:nvPr/>
        </p:nvSpPr>
        <p:spPr>
          <a:xfrm>
            <a:off x="7643080" y="2467704"/>
            <a:ext cx="2930769" cy="369332"/>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b="1" u="sng">
                <a:solidFill>
                  <a:schemeClr val="dk1"/>
                </a:solidFill>
                <a:latin typeface="Arial"/>
                <a:ea typeface="Arial"/>
                <a:cs typeface="Arial"/>
                <a:sym typeface="Arial"/>
              </a:rPr>
              <a:t>Quantity B</a:t>
            </a:r>
            <a:endParaRPr sz="1800" b="1" u="sng">
              <a:solidFill>
                <a:schemeClr val="dk1"/>
              </a:solidFill>
              <a:latin typeface="Arial"/>
              <a:ea typeface="Arial"/>
              <a:cs typeface="Arial"/>
              <a:sym typeface="Arial"/>
            </a:endParaRPr>
          </a:p>
        </p:txBody>
      </p:sp>
      <p:sp>
        <p:nvSpPr>
          <p:cNvPr id="68" name="Google Shape;68;p15"/>
          <p:cNvSpPr txBox="1"/>
          <p:nvPr/>
        </p:nvSpPr>
        <p:spPr>
          <a:xfrm>
            <a:off x="2699241" y="4788866"/>
            <a:ext cx="6793519" cy="1477328"/>
          </a:xfrm>
          <a:prstGeom prst="rect">
            <a:avLst/>
          </a:prstGeom>
          <a:solidFill>
            <a:schemeClr val="accent5"/>
          </a:solidFill>
          <a:ln>
            <a:noFill/>
          </a:ln>
        </p:spPr>
        <p:txBody>
          <a:bodyPr spcFirstLastPara="1" wrap="square" lIns="91425" tIns="45700" rIns="91425" bIns="45700" anchor="t" anchorCtr="0">
            <a:spAutoFit/>
          </a:bodyPr>
          <a:lstStyle/>
          <a:p>
            <a:pPr marL="0" marR="0" lvl="0" indent="0" algn="ctr" rtl="0">
              <a:spcBef>
                <a:spcPts val="0"/>
              </a:spcBef>
              <a:spcAft>
                <a:spcPts val="0"/>
              </a:spcAft>
              <a:buClr>
                <a:srgbClr val="000000"/>
              </a:buClr>
              <a:buSzPts val="1800"/>
              <a:buFont typeface="Arial"/>
              <a:buNone/>
            </a:pPr>
            <a:r>
              <a:rPr lang="en-US" sz="1800" b="1">
                <a:solidFill>
                  <a:srgbClr val="000000"/>
                </a:solidFill>
                <a:latin typeface="Arial"/>
                <a:ea typeface="Arial"/>
                <a:cs typeface="Arial"/>
                <a:sym typeface="Arial"/>
              </a:rPr>
              <a:t>Options</a:t>
            </a:r>
            <a:endParaRPr/>
          </a:p>
          <a:p>
            <a:pPr marL="342900" marR="0" lvl="0" indent="-342900" algn="l" rtl="0">
              <a:spcBef>
                <a:spcPts val="0"/>
              </a:spcBef>
              <a:spcAft>
                <a:spcPts val="0"/>
              </a:spcAft>
              <a:buClr>
                <a:srgbClr val="000000"/>
              </a:buClr>
              <a:buSzPts val="1800"/>
              <a:buFont typeface="Arial"/>
              <a:buAutoNum type="arabicPeriod"/>
            </a:pPr>
            <a:r>
              <a:rPr lang="en-US" sz="1800">
                <a:solidFill>
                  <a:srgbClr val="000000"/>
                </a:solidFill>
                <a:latin typeface="Arial"/>
                <a:ea typeface="Arial"/>
                <a:cs typeface="Arial"/>
                <a:sym typeface="Arial"/>
              </a:rPr>
              <a:t>Quantity A is greater.</a:t>
            </a:r>
            <a:endParaRPr/>
          </a:p>
          <a:p>
            <a:pPr marL="342900" marR="0" lvl="0" indent="-342900" algn="l" rtl="0">
              <a:spcBef>
                <a:spcPts val="0"/>
              </a:spcBef>
              <a:spcAft>
                <a:spcPts val="0"/>
              </a:spcAft>
              <a:buClr>
                <a:srgbClr val="000000"/>
              </a:buClr>
              <a:buSzPts val="1800"/>
              <a:buFont typeface="Arial"/>
              <a:buAutoNum type="arabicPeriod"/>
            </a:pPr>
            <a:r>
              <a:rPr lang="en-US" sz="1800">
                <a:solidFill>
                  <a:srgbClr val="000000"/>
                </a:solidFill>
                <a:latin typeface="Arial"/>
                <a:ea typeface="Arial"/>
                <a:cs typeface="Arial"/>
                <a:sym typeface="Arial"/>
              </a:rPr>
              <a:t>Quantity B is greater.</a:t>
            </a:r>
            <a:endParaRPr/>
          </a:p>
          <a:p>
            <a:pPr marL="342900" marR="0" lvl="0" indent="-342900" algn="l" rtl="0">
              <a:spcBef>
                <a:spcPts val="0"/>
              </a:spcBef>
              <a:spcAft>
                <a:spcPts val="0"/>
              </a:spcAft>
              <a:buClr>
                <a:srgbClr val="000000"/>
              </a:buClr>
              <a:buSzPts val="1800"/>
              <a:buFont typeface="Arial"/>
              <a:buAutoNum type="arabicPeriod"/>
            </a:pPr>
            <a:r>
              <a:rPr lang="en-US" sz="1800">
                <a:solidFill>
                  <a:srgbClr val="000000"/>
                </a:solidFill>
                <a:latin typeface="Arial"/>
                <a:ea typeface="Arial"/>
                <a:cs typeface="Arial"/>
                <a:sym typeface="Arial"/>
              </a:rPr>
              <a:t>The two quantities are equal.</a:t>
            </a:r>
            <a:endParaRPr/>
          </a:p>
          <a:p>
            <a:pPr marL="342900" marR="0" lvl="0" indent="-342900" algn="l" rtl="0">
              <a:spcBef>
                <a:spcPts val="0"/>
              </a:spcBef>
              <a:spcAft>
                <a:spcPts val="0"/>
              </a:spcAft>
              <a:buClr>
                <a:srgbClr val="000000"/>
              </a:buClr>
              <a:buSzPts val="1800"/>
              <a:buFont typeface="Arial"/>
              <a:buAutoNum type="arabicPeriod"/>
            </a:pPr>
            <a:r>
              <a:rPr lang="en-US" sz="1800">
                <a:solidFill>
                  <a:srgbClr val="000000"/>
                </a:solidFill>
                <a:latin typeface="Arial"/>
                <a:ea typeface="Arial"/>
                <a:cs typeface="Arial"/>
                <a:sym typeface="Arial"/>
              </a:rPr>
              <a:t>The relationship cannot be determined from the information given</a:t>
            </a:r>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Question with Solution">
  <p:cSld name="Question with Solution">
    <p:spTree>
      <p:nvGrpSpPr>
        <p:cNvPr id="1" name="Shape 69"/>
        <p:cNvGrpSpPr/>
        <p:nvPr/>
      </p:nvGrpSpPr>
      <p:grpSpPr>
        <a:xfrm>
          <a:off x="0" y="0"/>
          <a:ext cx="0" cy="0"/>
          <a:chOff x="0" y="0"/>
          <a:chExt cx="0" cy="0"/>
        </a:xfrm>
      </p:grpSpPr>
      <p:sp>
        <p:nvSpPr>
          <p:cNvPr id="70" name="Google Shape;70;p16"/>
          <p:cNvSpPr txBox="1">
            <a:spLocks noGrp="1"/>
          </p:cNvSpPr>
          <p:nvPr>
            <p:ph type="title"/>
          </p:nvPr>
        </p:nvSpPr>
        <p:spPr>
          <a:xfrm>
            <a:off x="275492" y="95489"/>
            <a:ext cx="11078308"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013CB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1" name="Google Shape;71;p16"/>
          <p:cNvSpPr txBox="1">
            <a:spLocks noGrp="1"/>
          </p:cNvSpPr>
          <p:nvPr>
            <p:ph type="body" idx="1"/>
          </p:nvPr>
        </p:nvSpPr>
        <p:spPr>
          <a:xfrm>
            <a:off x="275493" y="1535114"/>
            <a:ext cx="11078307" cy="96776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200"/>
              </a:spcBef>
              <a:spcAft>
                <a:spcPts val="0"/>
              </a:spcAft>
              <a:buClr>
                <a:srgbClr val="013CB2"/>
              </a:buClr>
              <a:buSzPts val="2000"/>
              <a:buNone/>
              <a:defRPr sz="2000" b="1">
                <a:solidFill>
                  <a:srgbClr val="013CB2"/>
                </a:solidFill>
              </a:defRPr>
            </a:lvl1pPr>
            <a:lvl2pPr marL="914400" lvl="1" indent="-342900" algn="l">
              <a:lnSpc>
                <a:spcPct val="90000"/>
              </a:lnSpc>
              <a:spcBef>
                <a:spcPts val="6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2" name="Google Shape;72;p16"/>
          <p:cNvSpPr txBox="1">
            <a:spLocks noGrp="1"/>
          </p:cNvSpPr>
          <p:nvPr>
            <p:ph type="body" idx="2"/>
          </p:nvPr>
        </p:nvSpPr>
        <p:spPr>
          <a:xfrm>
            <a:off x="276226" y="2579077"/>
            <a:ext cx="6792790" cy="3669323"/>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200"/>
              </a:spcBef>
              <a:spcAft>
                <a:spcPts val="0"/>
              </a:spcAft>
              <a:buClr>
                <a:schemeClr val="dk1"/>
              </a:buClr>
              <a:buSzPts val="1800"/>
              <a:buFont typeface="Arial"/>
              <a:buAutoNum type="arabicPeriod"/>
              <a:defRPr sz="1800" b="0">
                <a:solidFill>
                  <a:schemeClr val="dk1"/>
                </a:solidFill>
              </a:defRPr>
            </a:lvl1pPr>
            <a:lvl2pPr marL="914400" lvl="1" indent="-228600" algn="l">
              <a:lnSpc>
                <a:spcPct val="90000"/>
              </a:lnSpc>
              <a:spcBef>
                <a:spcPts val="600"/>
              </a:spcBef>
              <a:spcAft>
                <a:spcPts val="0"/>
              </a:spcAft>
              <a:buClr>
                <a:schemeClr val="dk1"/>
              </a:buClr>
              <a:buSzPts val="1800"/>
              <a:buNone/>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3" name="Google Shape;73;p16"/>
          <p:cNvSpPr>
            <a:spLocks noGrp="1"/>
          </p:cNvSpPr>
          <p:nvPr>
            <p:ph type="body" idx="3"/>
          </p:nvPr>
        </p:nvSpPr>
        <p:spPr>
          <a:xfrm>
            <a:off x="7186246" y="2579077"/>
            <a:ext cx="4167554" cy="3634399"/>
          </a:xfrm>
          <a:prstGeom prst="roundRect">
            <a:avLst>
              <a:gd name="adj" fmla="val 4704"/>
            </a:avLst>
          </a:prstGeom>
          <a:solidFill>
            <a:srgbClr val="ECF2FE"/>
          </a:solidFill>
          <a:ln>
            <a:noFill/>
          </a:ln>
        </p:spPr>
        <p:txBody>
          <a:bodyPr spcFirstLastPara="1" wrap="square" lIns="91425" tIns="45700" rIns="91425" bIns="45700" anchor="t" anchorCtr="0">
            <a:normAutofit/>
          </a:bodyPr>
          <a:lstStyle>
            <a:lvl1pPr marL="457200" lvl="0" indent="-228600" algn="ctr">
              <a:lnSpc>
                <a:spcPct val="90000"/>
              </a:lnSpc>
              <a:spcBef>
                <a:spcPts val="1200"/>
              </a:spcBef>
              <a:spcAft>
                <a:spcPts val="0"/>
              </a:spcAft>
              <a:buClr>
                <a:srgbClr val="013CB2"/>
              </a:buClr>
              <a:buSzPts val="1800"/>
              <a:buFont typeface="Arial"/>
              <a:buNone/>
              <a:defRPr sz="1800" b="1">
                <a:solidFill>
                  <a:srgbClr val="013CB2"/>
                </a:solidFill>
              </a:defRPr>
            </a:lvl1pPr>
            <a:lvl2pPr marL="914400" lvl="1" indent="-228600" algn="ctr">
              <a:lnSpc>
                <a:spcPct val="90000"/>
              </a:lnSpc>
              <a:spcBef>
                <a:spcPts val="600"/>
              </a:spcBef>
              <a:spcAft>
                <a:spcPts val="0"/>
              </a:spcAft>
              <a:buClr>
                <a:srgbClr val="013CB2"/>
              </a:buClr>
              <a:buSzPts val="1800"/>
              <a:buNone/>
              <a:defRPr sz="1800">
                <a:solidFill>
                  <a:srgbClr val="013CB2"/>
                </a:solidFill>
              </a:defRPr>
            </a:lvl2pPr>
            <a:lvl3pPr marL="1371600" lvl="2" indent="-228600" algn="ctr">
              <a:lnSpc>
                <a:spcPct val="90000"/>
              </a:lnSpc>
              <a:spcBef>
                <a:spcPts val="500"/>
              </a:spcBef>
              <a:spcAft>
                <a:spcPts val="0"/>
              </a:spcAft>
              <a:buClr>
                <a:schemeClr val="dk1"/>
              </a:buClr>
              <a:buSzPts val="1800"/>
              <a:buNone/>
              <a:defRPr/>
            </a:lvl3pPr>
            <a:lvl4pPr marL="1828800" lvl="3" indent="-228600" algn="ctr">
              <a:lnSpc>
                <a:spcPct val="90000"/>
              </a:lnSpc>
              <a:spcBef>
                <a:spcPts val="500"/>
              </a:spcBef>
              <a:spcAft>
                <a:spcPts val="0"/>
              </a:spcAft>
              <a:buClr>
                <a:schemeClr val="dk1"/>
              </a:buClr>
              <a:buSzPts val="1800"/>
              <a:buNone/>
              <a:defRPr/>
            </a:lvl4pPr>
            <a:lvl5pPr marL="2286000" lvl="4" indent="-228600" algn="ctr">
              <a:lnSpc>
                <a:spcPct val="90000"/>
              </a:lnSpc>
              <a:spcBef>
                <a:spcPts val="500"/>
              </a:spcBef>
              <a:spcAft>
                <a:spcPts val="0"/>
              </a:spcAft>
              <a:buClr>
                <a:schemeClr val="dk1"/>
              </a:buClr>
              <a:buSzPts val="1800"/>
              <a:buNon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Question without options">
  <p:cSld name="Question without options">
    <p:spTree>
      <p:nvGrpSpPr>
        <p:cNvPr id="1" name="Shape 74"/>
        <p:cNvGrpSpPr/>
        <p:nvPr/>
      </p:nvGrpSpPr>
      <p:grpSpPr>
        <a:xfrm>
          <a:off x="0" y="0"/>
          <a:ext cx="0" cy="0"/>
          <a:chOff x="0" y="0"/>
          <a:chExt cx="0" cy="0"/>
        </a:xfrm>
      </p:grpSpPr>
      <p:sp>
        <p:nvSpPr>
          <p:cNvPr id="75" name="Google Shape;75;p17"/>
          <p:cNvSpPr txBox="1">
            <a:spLocks noGrp="1"/>
          </p:cNvSpPr>
          <p:nvPr>
            <p:ph type="title"/>
          </p:nvPr>
        </p:nvSpPr>
        <p:spPr>
          <a:xfrm>
            <a:off x="275492" y="95489"/>
            <a:ext cx="11078308"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013CB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7"/>
          <p:cNvSpPr txBox="1">
            <a:spLocks noGrp="1"/>
          </p:cNvSpPr>
          <p:nvPr>
            <p:ph type="body" idx="1"/>
          </p:nvPr>
        </p:nvSpPr>
        <p:spPr>
          <a:xfrm>
            <a:off x="275493" y="1535114"/>
            <a:ext cx="6961882" cy="454916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200"/>
              </a:spcBef>
              <a:spcAft>
                <a:spcPts val="0"/>
              </a:spcAft>
              <a:buClr>
                <a:schemeClr val="accent1"/>
              </a:buClr>
              <a:buSzPts val="2000"/>
              <a:buNone/>
              <a:defRPr sz="2000" b="1">
                <a:solidFill>
                  <a:schemeClr val="accent1"/>
                </a:solidFill>
              </a:defRPr>
            </a:lvl1pPr>
            <a:lvl2pPr marL="914400" lvl="1" indent="-342900" algn="l">
              <a:lnSpc>
                <a:spcPct val="90000"/>
              </a:lnSpc>
              <a:spcBef>
                <a:spcPts val="6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17"/>
          <p:cNvSpPr>
            <a:spLocks noGrp="1"/>
          </p:cNvSpPr>
          <p:nvPr>
            <p:ph type="body" idx="2"/>
          </p:nvPr>
        </p:nvSpPr>
        <p:spPr>
          <a:xfrm>
            <a:off x="7613515" y="1535116"/>
            <a:ext cx="3740285" cy="4549162"/>
          </a:xfrm>
          <a:prstGeom prst="roundRect">
            <a:avLst>
              <a:gd name="adj" fmla="val 4704"/>
            </a:avLst>
          </a:prstGeom>
          <a:solidFill>
            <a:srgbClr val="ECF2FE"/>
          </a:solidFill>
          <a:ln>
            <a:noFill/>
          </a:ln>
        </p:spPr>
        <p:txBody>
          <a:bodyPr spcFirstLastPara="1" wrap="square" lIns="91425" tIns="45700" rIns="91425" bIns="45700" anchor="t" anchorCtr="0">
            <a:normAutofit/>
          </a:bodyPr>
          <a:lstStyle>
            <a:lvl1pPr marL="457200" lvl="0" indent="-228600" algn="ctr">
              <a:lnSpc>
                <a:spcPct val="90000"/>
              </a:lnSpc>
              <a:spcBef>
                <a:spcPts val="1200"/>
              </a:spcBef>
              <a:spcAft>
                <a:spcPts val="0"/>
              </a:spcAft>
              <a:buClr>
                <a:srgbClr val="013CB2"/>
              </a:buClr>
              <a:buSzPts val="1800"/>
              <a:buFont typeface="Arial"/>
              <a:buNone/>
              <a:defRPr sz="1800" b="1">
                <a:solidFill>
                  <a:srgbClr val="013CB2"/>
                </a:solidFill>
              </a:defRPr>
            </a:lvl1pPr>
            <a:lvl2pPr marL="914400" lvl="1" indent="-228600" algn="ctr">
              <a:lnSpc>
                <a:spcPct val="90000"/>
              </a:lnSpc>
              <a:spcBef>
                <a:spcPts val="600"/>
              </a:spcBef>
              <a:spcAft>
                <a:spcPts val="0"/>
              </a:spcAft>
              <a:buClr>
                <a:srgbClr val="013CB2"/>
              </a:buClr>
              <a:buSzPts val="1800"/>
              <a:buNone/>
              <a:defRPr sz="1800">
                <a:solidFill>
                  <a:srgbClr val="013CB2"/>
                </a:solidFill>
              </a:defRPr>
            </a:lvl2pPr>
            <a:lvl3pPr marL="1371600" lvl="2" indent="-228600" algn="ctr">
              <a:lnSpc>
                <a:spcPct val="90000"/>
              </a:lnSpc>
              <a:spcBef>
                <a:spcPts val="500"/>
              </a:spcBef>
              <a:spcAft>
                <a:spcPts val="0"/>
              </a:spcAft>
              <a:buClr>
                <a:schemeClr val="dk1"/>
              </a:buClr>
              <a:buSzPts val="1800"/>
              <a:buNone/>
              <a:defRPr/>
            </a:lvl3pPr>
            <a:lvl4pPr marL="1828800" lvl="3" indent="-228600" algn="ctr">
              <a:lnSpc>
                <a:spcPct val="90000"/>
              </a:lnSpc>
              <a:spcBef>
                <a:spcPts val="500"/>
              </a:spcBef>
              <a:spcAft>
                <a:spcPts val="0"/>
              </a:spcAft>
              <a:buClr>
                <a:schemeClr val="dk1"/>
              </a:buClr>
              <a:buSzPts val="1800"/>
              <a:buNone/>
              <a:defRPr/>
            </a:lvl4pPr>
            <a:lvl5pPr marL="2286000" lvl="4" indent="-228600" algn="ctr">
              <a:lnSpc>
                <a:spcPct val="90000"/>
              </a:lnSpc>
              <a:spcBef>
                <a:spcPts val="500"/>
              </a:spcBef>
              <a:spcAft>
                <a:spcPts val="0"/>
              </a:spcAft>
              <a:buClr>
                <a:schemeClr val="dk1"/>
              </a:buClr>
              <a:buSzPts val="1800"/>
              <a:buNon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cxnSp>
        <p:nvCxnSpPr>
          <p:cNvPr id="78" name="Google Shape;78;p17"/>
          <p:cNvCxnSpPr/>
          <p:nvPr/>
        </p:nvCxnSpPr>
        <p:spPr>
          <a:xfrm>
            <a:off x="7425446" y="1724311"/>
            <a:ext cx="0" cy="4359966"/>
          </a:xfrm>
          <a:prstGeom prst="straightConnector1">
            <a:avLst/>
          </a:prstGeom>
          <a:noFill/>
          <a:ln w="28575" cap="flat" cmpd="sng">
            <a:solidFill>
              <a:srgbClr val="AEABAB"/>
            </a:solidFill>
            <a:prstDash val="solid"/>
            <a:miter lim="800000"/>
            <a:headEnd type="none" w="sm" len="sm"/>
            <a:tailEnd type="none" w="sm" len="sm"/>
          </a:ln>
        </p:spPr>
      </p:cxn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heory with Sub-Points">
  <p:cSld name="Theory with Sub-Points">
    <p:spTree>
      <p:nvGrpSpPr>
        <p:cNvPr id="1" name="Shape 79"/>
        <p:cNvGrpSpPr/>
        <p:nvPr/>
      </p:nvGrpSpPr>
      <p:grpSpPr>
        <a:xfrm>
          <a:off x="0" y="0"/>
          <a:ext cx="0" cy="0"/>
          <a:chOff x="0" y="0"/>
          <a:chExt cx="0" cy="0"/>
        </a:xfrm>
      </p:grpSpPr>
      <p:sp>
        <p:nvSpPr>
          <p:cNvPr id="80" name="Google Shape;80;p18"/>
          <p:cNvSpPr txBox="1">
            <a:spLocks noGrp="1"/>
          </p:cNvSpPr>
          <p:nvPr>
            <p:ph type="title"/>
          </p:nvPr>
        </p:nvSpPr>
        <p:spPr>
          <a:xfrm>
            <a:off x="275492" y="95489"/>
            <a:ext cx="11078308"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013CB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1" name="Google Shape;81;p18"/>
          <p:cNvSpPr txBox="1">
            <a:spLocks noGrp="1"/>
          </p:cNvSpPr>
          <p:nvPr>
            <p:ph type="body" idx="1"/>
          </p:nvPr>
        </p:nvSpPr>
        <p:spPr>
          <a:xfrm>
            <a:off x="276225" y="1576388"/>
            <a:ext cx="11077575" cy="463073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200"/>
              </a:spcBef>
              <a:spcAft>
                <a:spcPts val="0"/>
              </a:spcAft>
              <a:buClr>
                <a:schemeClr val="accent1"/>
              </a:buClr>
              <a:buSzPts val="1800"/>
              <a:buNone/>
              <a:defRPr/>
            </a:lvl1pPr>
            <a:lvl2pPr marL="914400" lvl="1" indent="-342900" algn="l">
              <a:lnSpc>
                <a:spcPct val="90000"/>
              </a:lnSpc>
              <a:spcBef>
                <a:spcPts val="600"/>
              </a:spcBef>
              <a:spcAft>
                <a:spcPts val="0"/>
              </a:spcAft>
              <a:buClr>
                <a:schemeClr val="dk1"/>
              </a:buClr>
              <a:buSzPts val="1800"/>
              <a:buFont typeface="Noto Sans Symbols"/>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heory WITHOUT Sub-Points">
  <p:cSld name="Theory WITHOUT Sub-Points">
    <p:spTree>
      <p:nvGrpSpPr>
        <p:cNvPr id="1" name="Shape 82"/>
        <p:cNvGrpSpPr/>
        <p:nvPr/>
      </p:nvGrpSpPr>
      <p:grpSpPr>
        <a:xfrm>
          <a:off x="0" y="0"/>
          <a:ext cx="0" cy="0"/>
          <a:chOff x="0" y="0"/>
          <a:chExt cx="0" cy="0"/>
        </a:xfrm>
      </p:grpSpPr>
      <p:sp>
        <p:nvSpPr>
          <p:cNvPr id="83" name="Google Shape;83;p19"/>
          <p:cNvSpPr txBox="1">
            <a:spLocks noGrp="1"/>
          </p:cNvSpPr>
          <p:nvPr>
            <p:ph type="title"/>
          </p:nvPr>
        </p:nvSpPr>
        <p:spPr>
          <a:xfrm>
            <a:off x="275492" y="95489"/>
            <a:ext cx="11078308"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013CB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4" name="Google Shape;84;p19"/>
          <p:cNvSpPr txBox="1">
            <a:spLocks noGrp="1"/>
          </p:cNvSpPr>
          <p:nvPr>
            <p:ph type="body" idx="1"/>
          </p:nvPr>
        </p:nvSpPr>
        <p:spPr>
          <a:xfrm>
            <a:off x="276225" y="1576388"/>
            <a:ext cx="11077575" cy="4630737"/>
          </a:xfrm>
          <a:prstGeom prst="rect">
            <a:avLst/>
          </a:prstGeom>
          <a:noFill/>
          <a:ln>
            <a:noFill/>
          </a:ln>
        </p:spPr>
        <p:txBody>
          <a:bodyPr spcFirstLastPara="1" wrap="square" lIns="91425" tIns="45700" rIns="91425" bIns="45700" anchor="t" anchorCtr="0">
            <a:normAutofit/>
          </a:bodyPr>
          <a:lstStyle>
            <a:lvl1pPr marL="457200" lvl="0" indent="-355600" algn="l">
              <a:lnSpc>
                <a:spcPct val="150000"/>
              </a:lnSpc>
              <a:spcBef>
                <a:spcPts val="1200"/>
              </a:spcBef>
              <a:spcAft>
                <a:spcPts val="0"/>
              </a:spcAft>
              <a:buClr>
                <a:schemeClr val="dk1"/>
              </a:buClr>
              <a:buSzPts val="2000"/>
              <a:buFont typeface="Noto Sans Symbols"/>
              <a:buChar char="▪"/>
              <a:defRPr>
                <a:solidFill>
                  <a:schemeClr val="dk1"/>
                </a:solidFill>
              </a:defRPr>
            </a:lvl1pPr>
            <a:lvl2pPr marL="914400" lvl="1" indent="-342900" algn="l">
              <a:lnSpc>
                <a:spcPct val="90000"/>
              </a:lnSpc>
              <a:spcBef>
                <a:spcPts val="600"/>
              </a:spcBef>
              <a:spcAft>
                <a:spcPts val="0"/>
              </a:spcAft>
              <a:buClr>
                <a:schemeClr val="dk1"/>
              </a:buClr>
              <a:buSzPts val="1800"/>
              <a:buFont typeface="Noto Sans Symbols"/>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Comparison">
  <p:cSld name="Comparison">
    <p:spTree>
      <p:nvGrpSpPr>
        <p:cNvPr id="1" name="Shape 85"/>
        <p:cNvGrpSpPr/>
        <p:nvPr/>
      </p:nvGrpSpPr>
      <p:grpSpPr>
        <a:xfrm>
          <a:off x="0" y="0"/>
          <a:ext cx="0" cy="0"/>
          <a:chOff x="0" y="0"/>
          <a:chExt cx="0" cy="0"/>
        </a:xfrm>
      </p:grpSpPr>
      <p:sp>
        <p:nvSpPr>
          <p:cNvPr id="86" name="Google Shape;86;p20"/>
          <p:cNvSpPr txBox="1">
            <a:spLocks noGrp="1"/>
          </p:cNvSpPr>
          <p:nvPr>
            <p:ph type="title"/>
          </p:nvPr>
        </p:nvSpPr>
        <p:spPr>
          <a:xfrm>
            <a:off x="275492" y="95489"/>
            <a:ext cx="11078308"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013CB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7" name="Google Shape;87;p20"/>
          <p:cNvSpPr txBox="1">
            <a:spLocks noGrp="1"/>
          </p:cNvSpPr>
          <p:nvPr>
            <p:ph type="body" idx="1"/>
          </p:nvPr>
        </p:nvSpPr>
        <p:spPr>
          <a:xfrm>
            <a:off x="275491" y="1421052"/>
            <a:ext cx="5498123" cy="743236"/>
          </a:xfrm>
          <a:prstGeom prst="rect">
            <a:avLst/>
          </a:prstGeom>
          <a:noFill/>
          <a:ln w="9525" cap="flat" cmpd="sng">
            <a:solidFill>
              <a:schemeClr val="lt2"/>
            </a:solidFill>
            <a:prstDash val="solid"/>
            <a:round/>
            <a:headEnd type="none" w="sm" len="sm"/>
            <a:tailEnd type="none" w="sm" len="sm"/>
          </a:ln>
        </p:spPr>
        <p:txBody>
          <a:bodyPr spcFirstLastPara="1" wrap="square" lIns="91425" tIns="45700" rIns="91425" bIns="45700" anchor="ctr" anchorCtr="0">
            <a:normAutofit/>
          </a:bodyPr>
          <a:lstStyle>
            <a:lvl1pPr marL="457200" lvl="0" indent="-228600" algn="l">
              <a:lnSpc>
                <a:spcPct val="90000"/>
              </a:lnSpc>
              <a:spcBef>
                <a:spcPts val="1200"/>
              </a:spcBef>
              <a:spcAft>
                <a:spcPts val="0"/>
              </a:spcAft>
              <a:buClr>
                <a:schemeClr val="accent1"/>
              </a:buClr>
              <a:buSzPts val="3200"/>
              <a:buFont typeface="Arial"/>
              <a:buNone/>
              <a:defRPr sz="3200" b="1"/>
            </a:lvl1pPr>
            <a:lvl2pPr marL="914400" lvl="1" indent="-228600" algn="l">
              <a:lnSpc>
                <a:spcPct val="90000"/>
              </a:lnSpc>
              <a:spcBef>
                <a:spcPts val="6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88" name="Google Shape;88;p20"/>
          <p:cNvSpPr txBox="1">
            <a:spLocks noGrp="1"/>
          </p:cNvSpPr>
          <p:nvPr>
            <p:ph type="body" idx="2"/>
          </p:nvPr>
        </p:nvSpPr>
        <p:spPr>
          <a:xfrm>
            <a:off x="275492" y="2171858"/>
            <a:ext cx="5498122" cy="4251960"/>
          </a:xfrm>
          <a:prstGeom prst="rect">
            <a:avLst/>
          </a:prstGeom>
          <a:noFill/>
          <a:ln w="9525" cap="flat" cmpd="sng">
            <a:solidFill>
              <a:schemeClr val="lt2"/>
            </a:solidFill>
            <a:prstDash val="solid"/>
            <a:round/>
            <a:headEnd type="none" w="sm" len="sm"/>
            <a:tailEnd type="none" w="sm" len="sm"/>
          </a:ln>
        </p:spPr>
        <p:txBody>
          <a:bodyPr spcFirstLastPara="1" wrap="square" lIns="91425" tIns="45700" rIns="91425" bIns="45700" anchor="t" anchorCtr="0">
            <a:normAutofit/>
          </a:bodyPr>
          <a:lstStyle>
            <a:lvl1pPr marL="457200" lvl="0" indent="-228600" algn="l">
              <a:lnSpc>
                <a:spcPct val="90000"/>
              </a:lnSpc>
              <a:spcBef>
                <a:spcPts val="1200"/>
              </a:spcBef>
              <a:spcAft>
                <a:spcPts val="0"/>
              </a:spcAft>
              <a:buClr>
                <a:srgbClr val="FEFEFE"/>
              </a:buClr>
              <a:buSzPts val="2400"/>
              <a:buNone/>
              <a:defRPr sz="2400">
                <a:solidFill>
                  <a:schemeClr val="dk1"/>
                </a:solidFill>
              </a:defRPr>
            </a:lvl1pPr>
            <a:lvl2pPr marL="914400" lvl="1" indent="-381000" algn="l">
              <a:lnSpc>
                <a:spcPct val="90000"/>
              </a:lnSpc>
              <a:spcBef>
                <a:spcPts val="600"/>
              </a:spcBef>
              <a:spcAft>
                <a:spcPts val="0"/>
              </a:spcAft>
              <a:buClr>
                <a:srgbClr val="FEFEFE"/>
              </a:buClr>
              <a:buSzPts val="2400"/>
              <a:buChar char="▪"/>
              <a:defRPr sz="2400"/>
            </a:lvl2pPr>
            <a:lvl3pPr marL="1371600" lvl="2" indent="-355600" algn="l">
              <a:lnSpc>
                <a:spcPct val="90000"/>
              </a:lnSpc>
              <a:spcBef>
                <a:spcPts val="500"/>
              </a:spcBef>
              <a:spcAft>
                <a:spcPts val="0"/>
              </a:spcAft>
              <a:buClr>
                <a:srgbClr val="FEFEFE"/>
              </a:buClr>
              <a:buSzPts val="2000"/>
              <a:buChar char="▪"/>
              <a:defRPr sz="2000"/>
            </a:lvl3pPr>
            <a:lvl4pPr marL="1828800" lvl="3" indent="-342900" algn="l">
              <a:lnSpc>
                <a:spcPct val="90000"/>
              </a:lnSpc>
              <a:spcBef>
                <a:spcPts val="500"/>
              </a:spcBef>
              <a:spcAft>
                <a:spcPts val="0"/>
              </a:spcAft>
              <a:buClr>
                <a:srgbClr val="FEFEFE"/>
              </a:buClr>
              <a:buSzPts val="1800"/>
              <a:buChar char="▪"/>
              <a:defRPr sz="1800"/>
            </a:lvl4pPr>
            <a:lvl5pPr marL="2286000" lvl="4" indent="-342900" algn="l">
              <a:lnSpc>
                <a:spcPct val="90000"/>
              </a:lnSpc>
              <a:spcBef>
                <a:spcPts val="500"/>
              </a:spcBef>
              <a:spcAft>
                <a:spcPts val="0"/>
              </a:spcAft>
              <a:buClr>
                <a:srgbClr val="FEFEFE"/>
              </a:buClr>
              <a:buSzPts val="1800"/>
              <a:buChar char="▪"/>
              <a:defRPr sz="1800"/>
            </a:lvl5pPr>
            <a:lvl6pPr marL="2743200" lvl="5" indent="-330200" algn="l">
              <a:lnSpc>
                <a:spcPct val="90000"/>
              </a:lnSpc>
              <a:spcBef>
                <a:spcPts val="500"/>
              </a:spcBef>
              <a:spcAft>
                <a:spcPts val="0"/>
              </a:spcAft>
              <a:buClr>
                <a:schemeClr val="dk1"/>
              </a:buClr>
              <a:buSzPts val="1600"/>
              <a:buChar char="•"/>
              <a:defRPr sz="1600"/>
            </a:lvl6pPr>
            <a:lvl7pPr marL="3200400" lvl="6" indent="-330200" algn="l">
              <a:lnSpc>
                <a:spcPct val="90000"/>
              </a:lnSpc>
              <a:spcBef>
                <a:spcPts val="500"/>
              </a:spcBef>
              <a:spcAft>
                <a:spcPts val="0"/>
              </a:spcAft>
              <a:buClr>
                <a:schemeClr val="dk1"/>
              </a:buClr>
              <a:buSzPts val="1600"/>
              <a:buChar char="•"/>
              <a:defRPr sz="1600"/>
            </a:lvl7pPr>
            <a:lvl8pPr marL="3657600" lvl="7" indent="-330200" algn="l">
              <a:lnSpc>
                <a:spcPct val="90000"/>
              </a:lnSpc>
              <a:spcBef>
                <a:spcPts val="500"/>
              </a:spcBef>
              <a:spcAft>
                <a:spcPts val="0"/>
              </a:spcAft>
              <a:buClr>
                <a:schemeClr val="dk1"/>
              </a:buClr>
              <a:buSzPts val="1600"/>
              <a:buChar char="•"/>
              <a:defRPr sz="1600"/>
            </a:lvl8pPr>
            <a:lvl9pPr marL="4114800" lvl="8" indent="-330200" algn="l">
              <a:lnSpc>
                <a:spcPct val="90000"/>
              </a:lnSpc>
              <a:spcBef>
                <a:spcPts val="500"/>
              </a:spcBef>
              <a:spcAft>
                <a:spcPts val="0"/>
              </a:spcAft>
              <a:buClr>
                <a:schemeClr val="dk1"/>
              </a:buClr>
              <a:buSzPts val="1600"/>
              <a:buChar char="•"/>
              <a:defRPr sz="1600"/>
            </a:lvl9pPr>
          </a:lstStyle>
          <a:p>
            <a:endParaRPr/>
          </a:p>
        </p:txBody>
      </p:sp>
      <p:sp>
        <p:nvSpPr>
          <p:cNvPr id="89" name="Google Shape;89;p20"/>
          <p:cNvSpPr txBox="1">
            <a:spLocks noGrp="1"/>
          </p:cNvSpPr>
          <p:nvPr>
            <p:ph type="body" idx="3"/>
          </p:nvPr>
        </p:nvSpPr>
        <p:spPr>
          <a:xfrm>
            <a:off x="6125949" y="1428622"/>
            <a:ext cx="5790559" cy="743236"/>
          </a:xfrm>
          <a:prstGeom prst="rect">
            <a:avLst/>
          </a:prstGeom>
          <a:noFill/>
          <a:ln w="9525" cap="flat" cmpd="sng">
            <a:solidFill>
              <a:schemeClr val="lt2"/>
            </a:solidFill>
            <a:prstDash val="solid"/>
            <a:round/>
            <a:headEnd type="none" w="sm" len="sm"/>
            <a:tailEnd type="none" w="sm" len="sm"/>
          </a:ln>
        </p:spPr>
        <p:txBody>
          <a:bodyPr spcFirstLastPara="1" wrap="square" lIns="91425" tIns="45700" rIns="91425" bIns="45700" anchor="ctr" anchorCtr="0">
            <a:normAutofit/>
          </a:bodyPr>
          <a:lstStyle>
            <a:lvl1pPr marL="457200" lvl="0" indent="-228600" algn="l">
              <a:lnSpc>
                <a:spcPct val="90000"/>
              </a:lnSpc>
              <a:spcBef>
                <a:spcPts val="1200"/>
              </a:spcBef>
              <a:spcAft>
                <a:spcPts val="0"/>
              </a:spcAft>
              <a:buClr>
                <a:schemeClr val="accent1"/>
              </a:buClr>
              <a:buSzPts val="3200"/>
              <a:buFont typeface="Arial"/>
              <a:buNone/>
              <a:defRPr sz="3200" b="1"/>
            </a:lvl1pPr>
            <a:lvl2pPr marL="914400" lvl="1" indent="-228600" algn="l">
              <a:lnSpc>
                <a:spcPct val="90000"/>
              </a:lnSpc>
              <a:spcBef>
                <a:spcPts val="6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90" name="Google Shape;90;p20"/>
          <p:cNvSpPr txBox="1">
            <a:spLocks noGrp="1"/>
          </p:cNvSpPr>
          <p:nvPr>
            <p:ph type="body" idx="4"/>
          </p:nvPr>
        </p:nvSpPr>
        <p:spPr>
          <a:xfrm>
            <a:off x="6125949" y="2171858"/>
            <a:ext cx="5790559" cy="4251960"/>
          </a:xfrm>
          <a:prstGeom prst="rect">
            <a:avLst/>
          </a:prstGeom>
          <a:noFill/>
          <a:ln w="9525" cap="flat" cmpd="sng">
            <a:solidFill>
              <a:schemeClr val="lt2"/>
            </a:solidFill>
            <a:prstDash val="solid"/>
            <a:round/>
            <a:headEnd type="none" w="sm" len="sm"/>
            <a:tailEnd type="none" w="sm" len="sm"/>
          </a:ln>
        </p:spPr>
        <p:txBody>
          <a:bodyPr spcFirstLastPara="1" wrap="square" lIns="91425" tIns="45700" rIns="91425" bIns="45700" anchor="t" anchorCtr="0">
            <a:normAutofit/>
          </a:bodyPr>
          <a:lstStyle>
            <a:lvl1pPr marL="457200" lvl="0" indent="-228600" algn="l">
              <a:lnSpc>
                <a:spcPct val="90000"/>
              </a:lnSpc>
              <a:spcBef>
                <a:spcPts val="1200"/>
              </a:spcBef>
              <a:spcAft>
                <a:spcPts val="0"/>
              </a:spcAft>
              <a:buClr>
                <a:srgbClr val="FEFEFE"/>
              </a:buClr>
              <a:buSzPts val="2400"/>
              <a:buFont typeface="Arial"/>
              <a:buNone/>
              <a:defRPr sz="2400">
                <a:solidFill>
                  <a:schemeClr val="dk1"/>
                </a:solidFill>
              </a:defRPr>
            </a:lvl1pPr>
            <a:lvl2pPr marL="914400" lvl="1" indent="-228600" algn="l">
              <a:lnSpc>
                <a:spcPct val="90000"/>
              </a:lnSpc>
              <a:spcBef>
                <a:spcPts val="600"/>
              </a:spcBef>
              <a:spcAft>
                <a:spcPts val="0"/>
              </a:spcAft>
              <a:buClr>
                <a:srgbClr val="FEFEFE"/>
              </a:buClr>
              <a:buSzPts val="2400"/>
              <a:buNone/>
              <a:defRPr sz="2400"/>
            </a:lvl2pPr>
            <a:lvl3pPr marL="1371600" lvl="2" indent="-228600" algn="l">
              <a:lnSpc>
                <a:spcPct val="90000"/>
              </a:lnSpc>
              <a:spcBef>
                <a:spcPts val="500"/>
              </a:spcBef>
              <a:spcAft>
                <a:spcPts val="0"/>
              </a:spcAft>
              <a:buClr>
                <a:srgbClr val="FEFEFE"/>
              </a:buClr>
              <a:buSzPts val="2000"/>
              <a:buNone/>
              <a:defRPr sz="2000"/>
            </a:lvl3pPr>
            <a:lvl4pPr marL="1828800" lvl="3" indent="-228600" algn="l">
              <a:lnSpc>
                <a:spcPct val="90000"/>
              </a:lnSpc>
              <a:spcBef>
                <a:spcPts val="500"/>
              </a:spcBef>
              <a:spcAft>
                <a:spcPts val="0"/>
              </a:spcAft>
              <a:buClr>
                <a:srgbClr val="FEFEFE"/>
              </a:buClr>
              <a:buSzPts val="1800"/>
              <a:buNone/>
              <a:defRPr sz="1800"/>
            </a:lvl4pPr>
            <a:lvl5pPr marL="2286000" lvl="4" indent="-228600" algn="l">
              <a:lnSpc>
                <a:spcPct val="90000"/>
              </a:lnSpc>
              <a:spcBef>
                <a:spcPts val="500"/>
              </a:spcBef>
              <a:spcAft>
                <a:spcPts val="0"/>
              </a:spcAft>
              <a:buClr>
                <a:srgbClr val="FEFEFE"/>
              </a:buClr>
              <a:buSzPts val="1800"/>
              <a:buNone/>
              <a:defRPr sz="1800"/>
            </a:lvl5pPr>
            <a:lvl6pPr marL="2743200" lvl="5" indent="-330200" algn="l">
              <a:lnSpc>
                <a:spcPct val="90000"/>
              </a:lnSpc>
              <a:spcBef>
                <a:spcPts val="500"/>
              </a:spcBef>
              <a:spcAft>
                <a:spcPts val="0"/>
              </a:spcAft>
              <a:buClr>
                <a:schemeClr val="dk1"/>
              </a:buClr>
              <a:buSzPts val="1600"/>
              <a:buChar char="•"/>
              <a:defRPr sz="1600"/>
            </a:lvl6pPr>
            <a:lvl7pPr marL="3200400" lvl="6" indent="-330200" algn="l">
              <a:lnSpc>
                <a:spcPct val="90000"/>
              </a:lnSpc>
              <a:spcBef>
                <a:spcPts val="500"/>
              </a:spcBef>
              <a:spcAft>
                <a:spcPts val="0"/>
              </a:spcAft>
              <a:buClr>
                <a:schemeClr val="dk1"/>
              </a:buClr>
              <a:buSzPts val="1600"/>
              <a:buChar char="•"/>
              <a:defRPr sz="1600"/>
            </a:lvl7pPr>
            <a:lvl8pPr marL="3657600" lvl="7" indent="-330200" algn="l">
              <a:lnSpc>
                <a:spcPct val="90000"/>
              </a:lnSpc>
              <a:spcBef>
                <a:spcPts val="500"/>
              </a:spcBef>
              <a:spcAft>
                <a:spcPts val="0"/>
              </a:spcAft>
              <a:buClr>
                <a:schemeClr val="dk1"/>
              </a:buClr>
              <a:buSzPts val="1600"/>
              <a:buChar char="•"/>
              <a:defRPr sz="1600"/>
            </a:lvl8pPr>
            <a:lvl9pPr marL="4114800" lvl="8" indent="-330200" algn="l">
              <a:lnSpc>
                <a:spcPct val="90000"/>
              </a:lnSpc>
              <a:spcBef>
                <a:spcPts val="500"/>
              </a:spcBef>
              <a:spcAft>
                <a:spcPts val="0"/>
              </a:spcAft>
              <a:buClr>
                <a:schemeClr val="dk1"/>
              </a:buClr>
              <a:buSzPts val="1600"/>
              <a:buChar char="•"/>
              <a:defRPr sz="1600"/>
            </a:lvl9pPr>
          </a:lstStyle>
          <a:p>
            <a:endParaRPr/>
          </a:p>
        </p:txBody>
      </p:sp>
      <p:cxnSp>
        <p:nvCxnSpPr>
          <p:cNvPr id="91" name="Google Shape;91;p20"/>
          <p:cNvCxnSpPr/>
          <p:nvPr/>
        </p:nvCxnSpPr>
        <p:spPr>
          <a:xfrm>
            <a:off x="5936618" y="1724311"/>
            <a:ext cx="0" cy="4359966"/>
          </a:xfrm>
          <a:prstGeom prst="straightConnector1">
            <a:avLst/>
          </a:prstGeom>
          <a:noFill/>
          <a:ln w="28575" cap="flat" cmpd="sng">
            <a:solidFill>
              <a:srgbClr val="AEABAB"/>
            </a:solidFill>
            <a:prstDash val="solid"/>
            <a:miter lim="800000"/>
            <a:headEnd type="none" w="sm" len="sm"/>
            <a:tailEnd type="none" w="sm" len="sm"/>
          </a:ln>
        </p:spPr>
      </p:cxn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wo Content (Graph)">
  <p:cSld name="Two Content (Graph)">
    <p:spTree>
      <p:nvGrpSpPr>
        <p:cNvPr id="1" name="Shape 92"/>
        <p:cNvGrpSpPr/>
        <p:nvPr/>
      </p:nvGrpSpPr>
      <p:grpSpPr>
        <a:xfrm>
          <a:off x="0" y="0"/>
          <a:ext cx="0" cy="0"/>
          <a:chOff x="0" y="0"/>
          <a:chExt cx="0" cy="0"/>
        </a:xfrm>
      </p:grpSpPr>
      <p:sp>
        <p:nvSpPr>
          <p:cNvPr id="93" name="Google Shape;93;p21"/>
          <p:cNvSpPr txBox="1">
            <a:spLocks noGrp="1"/>
          </p:cNvSpPr>
          <p:nvPr>
            <p:ph type="title"/>
          </p:nvPr>
        </p:nvSpPr>
        <p:spPr>
          <a:xfrm>
            <a:off x="275492" y="95489"/>
            <a:ext cx="11078308"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013CB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4" name="Google Shape;94;p21"/>
          <p:cNvSpPr txBox="1">
            <a:spLocks noGrp="1"/>
          </p:cNvSpPr>
          <p:nvPr>
            <p:ph type="body" idx="1"/>
          </p:nvPr>
        </p:nvSpPr>
        <p:spPr>
          <a:xfrm>
            <a:off x="6172200" y="1565031"/>
            <a:ext cx="5181600" cy="4611932"/>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200"/>
              </a:spcBef>
              <a:spcAft>
                <a:spcPts val="0"/>
              </a:spcAft>
              <a:buClr>
                <a:schemeClr val="accent1"/>
              </a:buClr>
              <a:buSzPts val="2000"/>
              <a:buNone/>
              <a:defRPr/>
            </a:lvl1pPr>
            <a:lvl2pPr marL="914400" lvl="1" indent="-342900" algn="l">
              <a:lnSpc>
                <a:spcPct val="90000"/>
              </a:lnSpc>
              <a:spcBef>
                <a:spcPts val="600"/>
              </a:spcBef>
              <a:spcAft>
                <a:spcPts val="0"/>
              </a:spcAft>
              <a:buClr>
                <a:schemeClr val="dk1"/>
              </a:buClr>
              <a:buSzPts val="1800"/>
              <a:buFont typeface="Noto Sans Symbols"/>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5" name="Google Shape;95;p21"/>
          <p:cNvSpPr txBox="1">
            <a:spLocks noGrp="1"/>
          </p:cNvSpPr>
          <p:nvPr>
            <p:ph type="body" idx="2"/>
          </p:nvPr>
        </p:nvSpPr>
        <p:spPr>
          <a:xfrm>
            <a:off x="275493" y="1565031"/>
            <a:ext cx="5674458" cy="4611932"/>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200"/>
              </a:spcBef>
              <a:spcAft>
                <a:spcPts val="0"/>
              </a:spcAft>
              <a:buClr>
                <a:schemeClr val="accent1"/>
              </a:buClr>
              <a:buSzPts val="2000"/>
              <a:buNone/>
              <a:defRPr b="1">
                <a:solidFill>
                  <a:schemeClr val="accent1"/>
                </a:solidFill>
              </a:defRPr>
            </a:lvl1pPr>
            <a:lvl2pPr marL="914400" lvl="1" indent="-342900" algn="l">
              <a:lnSpc>
                <a:spcPct val="90000"/>
              </a:lnSpc>
              <a:spcBef>
                <a:spcPts val="600"/>
              </a:spcBef>
              <a:spcAft>
                <a:spcPts val="0"/>
              </a:spcAft>
              <a:buClr>
                <a:schemeClr val="dk1"/>
              </a:buClr>
              <a:buSzPts val="1800"/>
              <a:buFont typeface="Noto Sans Symbols"/>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cxnSp>
        <p:nvCxnSpPr>
          <p:cNvPr id="96" name="Google Shape;96;p21"/>
          <p:cNvCxnSpPr/>
          <p:nvPr/>
        </p:nvCxnSpPr>
        <p:spPr>
          <a:xfrm>
            <a:off x="6071420" y="1677415"/>
            <a:ext cx="0" cy="4359966"/>
          </a:xfrm>
          <a:prstGeom prst="straightConnector1">
            <a:avLst/>
          </a:prstGeom>
          <a:noFill/>
          <a:ln w="28575" cap="flat" cmpd="sng">
            <a:solidFill>
              <a:srgbClr val="AEABAB"/>
            </a:solidFill>
            <a:prstDash val="solid"/>
            <a:miter lim="800000"/>
            <a:headEnd type="none" w="sm" len="sm"/>
            <a:tailEnd type="none" w="sm" len="sm"/>
          </a:ln>
        </p:spPr>
      </p:cxn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Multiple Graphs">
  <p:cSld name="Multiple Graphs">
    <p:spTree>
      <p:nvGrpSpPr>
        <p:cNvPr id="1" name="Shape 97"/>
        <p:cNvGrpSpPr/>
        <p:nvPr/>
      </p:nvGrpSpPr>
      <p:grpSpPr>
        <a:xfrm>
          <a:off x="0" y="0"/>
          <a:ext cx="0" cy="0"/>
          <a:chOff x="0" y="0"/>
          <a:chExt cx="0" cy="0"/>
        </a:xfrm>
      </p:grpSpPr>
      <p:sp>
        <p:nvSpPr>
          <p:cNvPr id="98" name="Google Shape;98;p22"/>
          <p:cNvSpPr txBox="1">
            <a:spLocks noGrp="1"/>
          </p:cNvSpPr>
          <p:nvPr>
            <p:ph type="title"/>
          </p:nvPr>
        </p:nvSpPr>
        <p:spPr>
          <a:xfrm>
            <a:off x="275492" y="95489"/>
            <a:ext cx="11078308"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013CB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9" name="Google Shape;99;p22"/>
          <p:cNvSpPr txBox="1">
            <a:spLocks noGrp="1"/>
          </p:cNvSpPr>
          <p:nvPr>
            <p:ph type="body" idx="1"/>
          </p:nvPr>
        </p:nvSpPr>
        <p:spPr>
          <a:xfrm>
            <a:off x="6172200" y="1565031"/>
            <a:ext cx="5181600" cy="2226286"/>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200"/>
              </a:spcBef>
              <a:spcAft>
                <a:spcPts val="0"/>
              </a:spcAft>
              <a:buClr>
                <a:schemeClr val="accent1"/>
              </a:buClr>
              <a:buSzPts val="2000"/>
              <a:buNone/>
              <a:defRPr/>
            </a:lvl1pPr>
            <a:lvl2pPr marL="914400" lvl="1" indent="-342900" algn="l">
              <a:lnSpc>
                <a:spcPct val="90000"/>
              </a:lnSpc>
              <a:spcBef>
                <a:spcPts val="600"/>
              </a:spcBef>
              <a:spcAft>
                <a:spcPts val="0"/>
              </a:spcAft>
              <a:buClr>
                <a:schemeClr val="dk1"/>
              </a:buClr>
              <a:buSzPts val="1800"/>
              <a:buFont typeface="Noto Sans Symbols"/>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0" name="Google Shape;100;p22"/>
          <p:cNvSpPr txBox="1">
            <a:spLocks noGrp="1"/>
          </p:cNvSpPr>
          <p:nvPr>
            <p:ph type="body" idx="2"/>
          </p:nvPr>
        </p:nvSpPr>
        <p:spPr>
          <a:xfrm>
            <a:off x="275493" y="1565031"/>
            <a:ext cx="5674458" cy="4611932"/>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200"/>
              </a:spcBef>
              <a:spcAft>
                <a:spcPts val="0"/>
              </a:spcAft>
              <a:buClr>
                <a:schemeClr val="accent1"/>
              </a:buClr>
              <a:buSzPts val="2000"/>
              <a:buNone/>
              <a:defRPr b="1">
                <a:solidFill>
                  <a:schemeClr val="accent1"/>
                </a:solidFill>
              </a:defRPr>
            </a:lvl1pPr>
            <a:lvl2pPr marL="914400" lvl="1" indent="-342900" algn="l">
              <a:lnSpc>
                <a:spcPct val="90000"/>
              </a:lnSpc>
              <a:spcBef>
                <a:spcPts val="600"/>
              </a:spcBef>
              <a:spcAft>
                <a:spcPts val="0"/>
              </a:spcAft>
              <a:buClr>
                <a:schemeClr val="dk1"/>
              </a:buClr>
              <a:buSzPts val="1800"/>
              <a:buFont typeface="Noto Sans Symbols"/>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1" name="Google Shape;101;p22"/>
          <p:cNvSpPr txBox="1">
            <a:spLocks noGrp="1"/>
          </p:cNvSpPr>
          <p:nvPr>
            <p:ph type="body" idx="3"/>
          </p:nvPr>
        </p:nvSpPr>
        <p:spPr>
          <a:xfrm>
            <a:off x="6172200" y="3950677"/>
            <a:ext cx="5181600" cy="2226286"/>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200"/>
              </a:spcBef>
              <a:spcAft>
                <a:spcPts val="0"/>
              </a:spcAft>
              <a:buClr>
                <a:schemeClr val="accent1"/>
              </a:buClr>
              <a:buSzPts val="2000"/>
              <a:buNone/>
              <a:defRPr/>
            </a:lvl1pPr>
            <a:lvl2pPr marL="914400" lvl="1" indent="-342900" algn="l">
              <a:lnSpc>
                <a:spcPct val="90000"/>
              </a:lnSpc>
              <a:spcBef>
                <a:spcPts val="600"/>
              </a:spcBef>
              <a:spcAft>
                <a:spcPts val="0"/>
              </a:spcAft>
              <a:buClr>
                <a:schemeClr val="dk1"/>
              </a:buClr>
              <a:buSzPts val="1800"/>
              <a:buFont typeface="Noto Sans Symbols"/>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02"/>
        <p:cNvGrpSpPr/>
        <p:nvPr/>
      </p:nvGrpSpPr>
      <p:grpSpPr>
        <a:xfrm>
          <a:off x="0" y="0"/>
          <a:ext cx="0" cy="0"/>
          <a:chOff x="0" y="0"/>
          <a:chExt cx="0" cy="0"/>
        </a:xfrm>
      </p:grpSpPr>
      <p:sp>
        <p:nvSpPr>
          <p:cNvPr id="103" name="Google Shape;103;p23"/>
          <p:cNvSpPr txBox="1">
            <a:spLocks noGrp="1"/>
          </p:cNvSpPr>
          <p:nvPr>
            <p:ph type="title"/>
          </p:nvPr>
        </p:nvSpPr>
        <p:spPr>
          <a:xfrm>
            <a:off x="275492" y="95489"/>
            <a:ext cx="11078308"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013CB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Custom Layout">
  <p:cSld name="Custom Layout">
    <p:spTree>
      <p:nvGrpSpPr>
        <p:cNvPr id="1" name="Shape 104"/>
        <p:cNvGrpSpPr/>
        <p:nvPr/>
      </p:nvGrpSpPr>
      <p:grpSpPr>
        <a:xfrm>
          <a:off x="0" y="0"/>
          <a:ext cx="0" cy="0"/>
          <a:chOff x="0" y="0"/>
          <a:chExt cx="0" cy="0"/>
        </a:xfrm>
      </p:grpSpPr>
      <p:pic>
        <p:nvPicPr>
          <p:cNvPr id="105" name="Google Shape;105;p24"/>
          <p:cNvPicPr preferRelativeResize="0"/>
          <p:nvPr/>
        </p:nvPicPr>
        <p:blipFill rotWithShape="1">
          <a:blip r:embed="rId2">
            <a:alphaModFix/>
          </a:blip>
          <a:srcRect/>
          <a:stretch/>
        </p:blipFill>
        <p:spPr>
          <a:xfrm>
            <a:off x="20" y="10"/>
            <a:ext cx="12191980" cy="6857990"/>
          </a:xfrm>
          <a:prstGeom prst="rect">
            <a:avLst/>
          </a:prstGeom>
          <a:noFill/>
          <a:ln>
            <a:noFill/>
          </a:ln>
        </p:spPr>
      </p:pic>
      <p:sp>
        <p:nvSpPr>
          <p:cNvPr id="106" name="Google Shape;106;p24"/>
          <p:cNvSpPr/>
          <p:nvPr/>
        </p:nvSpPr>
        <p:spPr>
          <a:xfrm>
            <a:off x="2107647" y="1674305"/>
            <a:ext cx="7976705" cy="1446550"/>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8800" b="1">
                <a:solidFill>
                  <a:schemeClr val="dk1"/>
                </a:solidFill>
                <a:latin typeface="Arial"/>
                <a:ea typeface="Arial"/>
                <a:cs typeface="Arial"/>
                <a:sym typeface="Arial"/>
              </a:rPr>
              <a:t>THANK YOU!</a:t>
            </a:r>
            <a:endParaRPr/>
          </a:p>
        </p:txBody>
      </p:sp>
      <p:sp>
        <p:nvSpPr>
          <p:cNvPr id="107" name="Google Shape;107;p24"/>
          <p:cNvSpPr txBox="1">
            <a:spLocks noGrp="1"/>
          </p:cNvSpPr>
          <p:nvPr>
            <p:ph type="body" idx="1"/>
          </p:nvPr>
        </p:nvSpPr>
        <p:spPr>
          <a:xfrm>
            <a:off x="5275385" y="3709988"/>
            <a:ext cx="2766646" cy="1173162"/>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200"/>
              </a:spcBef>
              <a:spcAft>
                <a:spcPts val="0"/>
              </a:spcAft>
              <a:buClr>
                <a:srgbClr val="FFF14E"/>
              </a:buClr>
              <a:buSzPts val="2400"/>
              <a:buNone/>
              <a:defRPr sz="2400" b="1">
                <a:solidFill>
                  <a:srgbClr val="FFF14E"/>
                </a:solidFill>
              </a:defRPr>
            </a:lvl1pPr>
            <a:lvl2pPr marL="914400" lvl="1" indent="-228600" algn="l">
              <a:lnSpc>
                <a:spcPct val="90000"/>
              </a:lnSpc>
              <a:spcBef>
                <a:spcPts val="600"/>
              </a:spcBef>
              <a:spcAft>
                <a:spcPts val="0"/>
              </a:spcAft>
              <a:buClr>
                <a:schemeClr val="lt1"/>
              </a:buClr>
              <a:buSzPts val="1800"/>
              <a:buNone/>
              <a:defRPr sz="1800">
                <a:solidFill>
                  <a:schemeClr val="lt1"/>
                </a:solidFill>
              </a:defRPr>
            </a:lvl2pPr>
            <a:lvl3pPr marL="1371600" lvl="2" indent="-228600" algn="l">
              <a:lnSpc>
                <a:spcPct val="90000"/>
              </a:lnSpc>
              <a:spcBef>
                <a:spcPts val="500"/>
              </a:spcBef>
              <a:spcAft>
                <a:spcPts val="0"/>
              </a:spcAft>
              <a:buClr>
                <a:schemeClr val="dk1"/>
              </a:buClr>
              <a:buSzPts val="1800"/>
              <a:buNone/>
              <a:defRPr/>
            </a:lvl3pPr>
            <a:lvl4pPr marL="1828800" lvl="3" indent="-228600" algn="l">
              <a:lnSpc>
                <a:spcPct val="90000"/>
              </a:lnSpc>
              <a:spcBef>
                <a:spcPts val="500"/>
              </a:spcBef>
              <a:spcAft>
                <a:spcPts val="0"/>
              </a:spcAft>
              <a:buClr>
                <a:schemeClr val="dk1"/>
              </a:buClr>
              <a:buSzPts val="1800"/>
              <a:buNone/>
              <a:defRPr/>
            </a:lvl4pPr>
            <a:lvl5pPr marL="2286000" lvl="4" indent="-228600" algn="l">
              <a:lnSpc>
                <a:spcPct val="90000"/>
              </a:lnSpc>
              <a:spcBef>
                <a:spcPts val="500"/>
              </a:spcBef>
              <a:spcAft>
                <a:spcPts val="0"/>
              </a:spcAft>
              <a:buClr>
                <a:schemeClr val="dk1"/>
              </a:buClr>
              <a:buSzPts val="1800"/>
              <a:buNon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1_Dependenc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0CF940-50EC-43D3-9C9B-E9788D556101}"/>
              </a:ext>
            </a:extLst>
          </p:cNvPr>
          <p:cNvSpPr>
            <a:spLocks noGrp="1"/>
          </p:cNvSpPr>
          <p:nvPr>
            <p:ph type="title"/>
          </p:nvPr>
        </p:nvSpPr>
        <p:spPr/>
        <p:txBody>
          <a:bodyPr/>
          <a:lstStyle/>
          <a:p>
            <a:r>
              <a:rPr lang="en-US"/>
              <a:t>Click to edit Master title style</a:t>
            </a:r>
          </a:p>
        </p:txBody>
      </p:sp>
      <p:sp>
        <p:nvSpPr>
          <p:cNvPr id="4" name="Text Placeholder 3">
            <a:extLst>
              <a:ext uri="{FF2B5EF4-FFF2-40B4-BE49-F238E27FC236}">
                <a16:creationId xmlns:a16="http://schemas.microsoft.com/office/drawing/2014/main" id="{E99C71D8-186F-46AE-BE09-9C5F8A974C21}"/>
              </a:ext>
            </a:extLst>
          </p:cNvPr>
          <p:cNvSpPr>
            <a:spLocks noGrp="1"/>
          </p:cNvSpPr>
          <p:nvPr>
            <p:ph type="body" sz="quarter" idx="10"/>
          </p:nvPr>
        </p:nvSpPr>
        <p:spPr>
          <a:xfrm>
            <a:off x="276225" y="1547446"/>
            <a:ext cx="11077575" cy="4572367"/>
          </a:xfrm>
        </p:spPr>
        <p:txBody>
          <a:bodyPr/>
          <a:lstStyle>
            <a:lvl1pPr marL="0" indent="0">
              <a:buNone/>
              <a:defRPr b="1">
                <a:solidFill>
                  <a:schemeClr val="tx1"/>
                </a:solidFill>
              </a:defRPr>
            </a:lvl1pPr>
            <a:lvl2pPr marL="457200" indent="0">
              <a:buNone/>
              <a:defRPr/>
            </a:lvl2pPr>
          </a:lstStyle>
          <a:p>
            <a:pPr lvl="0"/>
            <a:r>
              <a:rPr lang="en-US"/>
              <a:t>Edit Master text styles</a:t>
            </a:r>
          </a:p>
        </p:txBody>
      </p:sp>
    </p:spTree>
    <p:extLst>
      <p:ext uri="{BB962C8B-B14F-4D97-AF65-F5344CB8AC3E}">
        <p14:creationId xmlns:p14="http://schemas.microsoft.com/office/powerpoint/2010/main" val="39277161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image" Target="../media/image1.jpg"/><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pic>
        <p:nvPicPr>
          <p:cNvPr id="10" name="Google Shape;10;p1" descr="A close up of a logo&#10;&#10;Description automatically generated"/>
          <p:cNvPicPr preferRelativeResize="0"/>
          <p:nvPr/>
        </p:nvPicPr>
        <p:blipFill rotWithShape="1">
          <a:blip r:embed="rId26">
            <a:alphaModFix/>
          </a:blip>
          <a:srcRect/>
          <a:stretch/>
        </p:blipFill>
        <p:spPr>
          <a:xfrm>
            <a:off x="20" y="10"/>
            <a:ext cx="12191980" cy="6857990"/>
          </a:xfrm>
          <a:prstGeom prst="rect">
            <a:avLst/>
          </a:prstGeom>
          <a:noFill/>
          <a:ln>
            <a:noFill/>
          </a:ln>
        </p:spPr>
      </p:pic>
      <p:sp>
        <p:nvSpPr>
          <p:cNvPr id="11" name="Google Shape;11;p1"/>
          <p:cNvSpPr txBox="1">
            <a:spLocks noGrp="1"/>
          </p:cNvSpPr>
          <p:nvPr>
            <p:ph type="title"/>
          </p:nvPr>
        </p:nvSpPr>
        <p:spPr>
          <a:xfrm>
            <a:off x="275492" y="95489"/>
            <a:ext cx="11078308"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rgbClr val="013CB2"/>
              </a:buClr>
              <a:buSzPts val="4400"/>
              <a:buFont typeface="Arial"/>
              <a:buNone/>
              <a:defRPr sz="4400" b="1" i="0" u="none" strike="noStrike" cap="none">
                <a:solidFill>
                  <a:srgbClr val="013CB2"/>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2" name="Google Shape;12;p1"/>
          <p:cNvSpPr txBox="1">
            <a:spLocks noGrp="1"/>
          </p:cNvSpPr>
          <p:nvPr>
            <p:ph type="body" idx="1"/>
          </p:nvPr>
        </p:nvSpPr>
        <p:spPr>
          <a:xfrm>
            <a:off x="275492" y="1516531"/>
            <a:ext cx="11383108" cy="4660432"/>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90000"/>
              </a:lnSpc>
              <a:spcBef>
                <a:spcPts val="1200"/>
              </a:spcBef>
              <a:spcAft>
                <a:spcPts val="0"/>
              </a:spcAft>
              <a:buClr>
                <a:schemeClr val="accent1"/>
              </a:buClr>
              <a:buSzPts val="2000"/>
              <a:buFont typeface="Noto Sans Symbols"/>
              <a:buNone/>
              <a:defRPr sz="2000" b="1" i="0" u="none" strike="noStrike" cap="none">
                <a:solidFill>
                  <a:schemeClr val="accent1"/>
                </a:solidFill>
                <a:latin typeface="Arial"/>
                <a:ea typeface="Arial"/>
                <a:cs typeface="Arial"/>
                <a:sym typeface="Arial"/>
              </a:defRPr>
            </a:lvl1pPr>
            <a:lvl2pPr marL="914400" marR="0" lvl="1" indent="-342900" algn="l" rtl="0">
              <a:lnSpc>
                <a:spcPct val="90000"/>
              </a:lnSpc>
              <a:spcBef>
                <a:spcPts val="600"/>
              </a:spcBef>
              <a:spcAft>
                <a:spcPts val="0"/>
              </a:spcAft>
              <a:buClr>
                <a:schemeClr val="dk1"/>
              </a:buClr>
              <a:buSzPts val="1800"/>
              <a:buFont typeface="Noto Sans Symbols"/>
              <a:buChar char="▪"/>
              <a:defRPr sz="1800" b="0" i="0" u="none" strike="noStrike" cap="none">
                <a:solidFill>
                  <a:schemeClr val="dk1"/>
                </a:solidFill>
                <a:latin typeface="Arial"/>
                <a:ea typeface="Arial"/>
                <a:cs typeface="Arial"/>
                <a:sym typeface="Arial"/>
              </a:defRPr>
            </a:lvl2pPr>
            <a:lvl3pPr marL="1371600" marR="0" lvl="2" indent="-342900" algn="l" rtl="0">
              <a:lnSpc>
                <a:spcPct val="90000"/>
              </a:lnSpc>
              <a:spcBef>
                <a:spcPts val="500"/>
              </a:spcBef>
              <a:spcAft>
                <a:spcPts val="0"/>
              </a:spcAft>
              <a:buClr>
                <a:schemeClr val="dk1"/>
              </a:buClr>
              <a:buSzPts val="1800"/>
              <a:buFont typeface="Noto Sans Symbols"/>
              <a:buChar char="▪"/>
              <a:defRPr sz="18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Noto Sans Symbols"/>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Noto Sans Symbols"/>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2" r:id="rId2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5.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6.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7.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8.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1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9.xml"/><Relationship Id="rId1"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image" Target="../media/image8.png"/></Relationships>
</file>

<file path=ppt/slides/_rels/slide2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0.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2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1.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2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4.xml"/><Relationship Id="rId4" Type="http://schemas.openxmlformats.org/officeDocument/2006/relationships/image" Target="../media/image9.png"/></Relationships>
</file>

<file path=ppt/slides/_rels/slide2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4.xml"/><Relationship Id="rId4" Type="http://schemas.openxmlformats.org/officeDocument/2006/relationships/image" Target="../media/image9.png"/></Relationships>
</file>

<file path=ppt/slides/_rels/slide2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4.xml"/><Relationship Id="rId4" Type="http://schemas.openxmlformats.org/officeDocument/2006/relationships/image" Target="../media/image9.png"/></Relationships>
</file>

<file path=ppt/slides/_rels/slide2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4.xml"/><Relationship Id="rId5" Type="http://schemas.openxmlformats.org/officeDocument/2006/relationships/image" Target="../media/image9.png"/><Relationship Id="rId4"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25"/>
          <p:cNvSpPr txBox="1"/>
          <p:nvPr/>
        </p:nvSpPr>
        <p:spPr>
          <a:xfrm>
            <a:off x="3830124" y="2994356"/>
            <a:ext cx="5399898" cy="713985"/>
          </a:xfrm>
          <a:prstGeom prst="rect">
            <a:avLst/>
          </a:prstGeom>
          <a:noFill/>
          <a:ln>
            <a:noFill/>
          </a:ln>
        </p:spPr>
        <p:txBody>
          <a:bodyPr spcFirstLastPara="1" wrap="square" lIns="91425" tIns="45700" rIns="91425" bIns="45700" anchor="b" anchorCtr="0">
            <a:noAutofit/>
          </a:bodyPr>
          <a:lstStyle/>
          <a:p>
            <a:pPr marR="0" lvl="0" rtl="0">
              <a:lnSpc>
                <a:spcPct val="170000"/>
              </a:lnSpc>
              <a:spcBef>
                <a:spcPts val="600"/>
              </a:spcBef>
              <a:spcAft>
                <a:spcPts val="0"/>
              </a:spcAft>
            </a:pPr>
            <a:r>
              <a:rPr lang="en-US" sz="4000" dirty="0">
                <a:solidFill>
                  <a:schemeClr val="accent1"/>
                </a:solidFill>
                <a:latin typeface="Times New Roman" panose="02020603050405020304" pitchFamily="18" charset="0"/>
                <a:ea typeface="Cambria"/>
                <a:cs typeface="Times New Roman" panose="02020603050405020304" pitchFamily="18" charset="0"/>
                <a:sym typeface="Cambria"/>
              </a:rPr>
              <a:t>Dictionary Object</a:t>
            </a:r>
            <a:r>
              <a:rPr lang="en-US" sz="4000" dirty="0">
                <a:solidFill>
                  <a:schemeClr val="accent1"/>
                </a:solidFill>
                <a:latin typeface="Times New Roman" panose="02020603050405020304" pitchFamily="18" charset="0"/>
                <a:ea typeface="Cambria"/>
                <a:cs typeface="Times New Roman" panose="02020603050405020304" pitchFamily="18" charset="0"/>
              </a:rPr>
              <a:t> </a:t>
            </a:r>
          </a:p>
        </p:txBody>
      </p:sp>
      <p:pic>
        <p:nvPicPr>
          <p:cNvPr id="2" name="Google Shape;223;p39">
            <a:extLst>
              <a:ext uri="{FF2B5EF4-FFF2-40B4-BE49-F238E27FC236}">
                <a16:creationId xmlns:a16="http://schemas.microsoft.com/office/drawing/2014/main" id="{B421ED6B-4C46-DF6E-03C2-220D58CAEEFF}"/>
              </a:ext>
            </a:extLst>
          </p:cNvPr>
          <p:cNvPicPr preferRelativeResize="0"/>
          <p:nvPr/>
        </p:nvPicPr>
        <p:blipFill rotWithShape="1">
          <a:blip r:embed="rId3">
            <a:alphaModFix/>
          </a:blip>
          <a:srcRect/>
          <a:stretch/>
        </p:blipFill>
        <p:spPr>
          <a:xfrm>
            <a:off x="9749090" y="57292"/>
            <a:ext cx="2442910" cy="844062"/>
          </a:xfrm>
          <a:prstGeom prst="rect">
            <a:avLst/>
          </a:prstGeom>
          <a:noFill/>
          <a:ln>
            <a:noFill/>
          </a:ln>
        </p:spPr>
      </p:pic>
      <p:pic>
        <p:nvPicPr>
          <p:cNvPr id="4" name="Google Shape;133;p27">
            <a:extLst>
              <a:ext uri="{FF2B5EF4-FFF2-40B4-BE49-F238E27FC236}">
                <a16:creationId xmlns:a16="http://schemas.microsoft.com/office/drawing/2014/main" id="{66B1DD93-FD60-1894-D25D-BF8E6FEAC05A}"/>
              </a:ext>
            </a:extLst>
          </p:cNvPr>
          <p:cNvPicPr preferRelativeResize="0"/>
          <p:nvPr/>
        </p:nvPicPr>
        <p:blipFill rotWithShape="1">
          <a:blip r:embed="rId4">
            <a:alphaModFix/>
          </a:blip>
          <a:srcRect/>
          <a:stretch/>
        </p:blipFill>
        <p:spPr>
          <a:xfrm>
            <a:off x="6292219" y="6504751"/>
            <a:ext cx="5875606" cy="295957"/>
          </a:xfrm>
          <a:prstGeom prst="rect">
            <a:avLst/>
          </a:prstGeom>
          <a:noFill/>
          <a:ln>
            <a:noFill/>
          </a:ln>
        </p:spPr>
      </p:pic>
      <p:pic>
        <p:nvPicPr>
          <p:cNvPr id="5" name="Picture 4">
            <a:extLst>
              <a:ext uri="{FF2B5EF4-FFF2-40B4-BE49-F238E27FC236}">
                <a16:creationId xmlns:a16="http://schemas.microsoft.com/office/drawing/2014/main" id="{C8DFF0FE-142E-C62C-8528-A06E41B22689}"/>
              </a:ext>
            </a:extLst>
          </p:cNvPr>
          <p:cNvPicPr>
            <a:picLocks noChangeAspect="1"/>
          </p:cNvPicPr>
          <p:nvPr/>
        </p:nvPicPr>
        <p:blipFill>
          <a:blip r:embed="rId5"/>
          <a:stretch>
            <a:fillRect/>
          </a:stretch>
        </p:blipFill>
        <p:spPr>
          <a:xfrm>
            <a:off x="9195610" y="35510"/>
            <a:ext cx="2972215" cy="876422"/>
          </a:xfrm>
          <a:prstGeom prst="rect">
            <a:avLst/>
          </a:prstGeom>
        </p:spPr>
      </p:pic>
      <p:pic>
        <p:nvPicPr>
          <p:cNvPr id="3" name="Picture 2" descr="Vcube software solutions">
            <a:extLst>
              <a:ext uri="{FF2B5EF4-FFF2-40B4-BE49-F238E27FC236}">
                <a16:creationId xmlns:a16="http://schemas.microsoft.com/office/drawing/2014/main" id="{78ADD009-AFA4-6EC6-2C8F-BDEAC97B085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993306" y="625896"/>
            <a:ext cx="1110491" cy="572071"/>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89CCF17D-E5FE-233D-600F-0A6E33C75C88}"/>
              </a:ext>
            </a:extLst>
          </p:cNvPr>
          <p:cNvSpPr txBox="1"/>
          <p:nvPr/>
        </p:nvSpPr>
        <p:spPr>
          <a:xfrm>
            <a:off x="2288013" y="1420240"/>
            <a:ext cx="4989267" cy="584775"/>
          </a:xfrm>
          <a:prstGeom prst="rect">
            <a:avLst/>
          </a:prstGeom>
          <a:noFill/>
        </p:spPr>
        <p:txBody>
          <a:bodyPr wrap="square">
            <a:spAutoFit/>
          </a:bodyPr>
          <a:lstStyle/>
          <a:p>
            <a:r>
              <a:rPr lang="en-IN" sz="3200" b="0" i="0" dirty="0">
                <a:solidFill>
                  <a:srgbClr val="0070C0"/>
                </a:solidFill>
                <a:effectLst/>
                <a:highlight>
                  <a:srgbClr val="FFFFFF"/>
                </a:highlight>
                <a:latin typeface="Times New Roman" panose="02020603050405020304" pitchFamily="18" charset="0"/>
                <a:ea typeface="Verdana" panose="020B0604030504040204" pitchFamily="34" charset="0"/>
                <a:cs typeface="Times New Roman" panose="02020603050405020304" pitchFamily="18" charset="0"/>
              </a:rPr>
              <a:t>V</a:t>
            </a:r>
            <a:r>
              <a:rPr lang="en-IN" sz="3200" i="0" dirty="0">
                <a:solidFill>
                  <a:srgbClr val="0070C0"/>
                </a:solidFill>
                <a:effectLst/>
                <a:highlight>
                  <a:srgbClr val="FFFFFF"/>
                </a:highlight>
                <a:latin typeface="Times New Roman" panose="02020603050405020304" pitchFamily="18" charset="0"/>
                <a:ea typeface="Verdana" panose="020B0604030504040204" pitchFamily="34" charset="0"/>
                <a:cs typeface="Times New Roman" panose="02020603050405020304" pitchFamily="18" charset="0"/>
              </a:rPr>
              <a:t>Cube</a:t>
            </a:r>
            <a:r>
              <a:rPr lang="en-IN" sz="3200" b="0" i="0" dirty="0">
                <a:solidFill>
                  <a:srgbClr val="0070C0"/>
                </a:solidFill>
                <a:effectLst/>
                <a:highlight>
                  <a:srgbClr val="FFFFFF"/>
                </a:highlight>
                <a:latin typeface="Times New Roman" panose="02020603050405020304" pitchFamily="18" charset="0"/>
                <a:ea typeface="Verdana" panose="020B0604030504040204" pitchFamily="34" charset="0"/>
                <a:cs typeface="Times New Roman" panose="02020603050405020304" pitchFamily="18" charset="0"/>
              </a:rPr>
              <a:t> Software Solutions</a:t>
            </a:r>
            <a:endParaRPr lang="en-IN" sz="2200" dirty="0">
              <a:solidFill>
                <a:srgbClr val="0070C0"/>
              </a:solidFill>
              <a:latin typeface="Times New Roman" panose="02020603050405020304" pitchFamily="18" charset="0"/>
              <a:ea typeface="Verdana" panose="020B0604030504040204" pitchFamily="34"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3" name="Google Shape;123;p26"/>
          <p:cNvSpPr txBox="1">
            <a:spLocks noGrp="1"/>
          </p:cNvSpPr>
          <p:nvPr>
            <p:ph type="title"/>
          </p:nvPr>
        </p:nvSpPr>
        <p:spPr>
          <a:xfrm>
            <a:off x="275492" y="95489"/>
            <a:ext cx="11078308"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13CB2"/>
              </a:buClr>
              <a:buSzPts val="4400"/>
              <a:buFont typeface="Arial"/>
              <a:buNone/>
            </a:pPr>
            <a:r>
              <a:rPr lang="en-US"/>
              <a:t>Features of Dictionary</a:t>
            </a:r>
            <a:endParaRPr/>
          </a:p>
        </p:txBody>
      </p:sp>
      <p:sp>
        <p:nvSpPr>
          <p:cNvPr id="124" name="Google Shape;124;p26"/>
          <p:cNvSpPr txBox="1">
            <a:spLocks noGrp="1"/>
          </p:cNvSpPr>
          <p:nvPr>
            <p:ph type="body" idx="1"/>
          </p:nvPr>
        </p:nvSpPr>
        <p:spPr>
          <a:xfrm>
            <a:off x="276225" y="1547446"/>
            <a:ext cx="11699465" cy="4794360"/>
          </a:xfrm>
          <a:prstGeom prst="rect">
            <a:avLst/>
          </a:prstGeom>
          <a:noFill/>
          <a:ln>
            <a:noFill/>
          </a:ln>
        </p:spPr>
        <p:txBody>
          <a:bodyPr spcFirstLastPara="1" wrap="square" lIns="91425" tIns="45700" rIns="91425" bIns="45700" anchor="t" anchorCtr="0">
            <a:normAutofit/>
          </a:bodyPr>
          <a:lstStyle/>
          <a:p>
            <a:pPr marL="342900" lvl="0" indent="-342900" algn="l" rtl="0">
              <a:lnSpc>
                <a:spcPct val="150000"/>
              </a:lnSpc>
              <a:spcBef>
                <a:spcPts val="0"/>
              </a:spcBef>
              <a:spcAft>
                <a:spcPts val="0"/>
              </a:spcAft>
              <a:buClr>
                <a:schemeClr val="dk1"/>
              </a:buClr>
              <a:buSzPts val="2400"/>
              <a:buFont typeface="Arial"/>
              <a:buChar char="•"/>
            </a:pPr>
            <a:r>
              <a:rPr lang="en-US" sz="2400"/>
              <a:t>Dictionary</a:t>
            </a:r>
            <a:r>
              <a:rPr lang="en-US" sz="2400" b="0"/>
              <a:t> is an </a:t>
            </a:r>
            <a:r>
              <a:rPr lang="en-US" sz="2400"/>
              <a:t>unordered</a:t>
            </a:r>
            <a:r>
              <a:rPr lang="en-US" sz="2400" b="0"/>
              <a:t> set of </a:t>
            </a:r>
            <a:r>
              <a:rPr lang="en-US" sz="2400"/>
              <a:t>key and value pair</a:t>
            </a:r>
            <a:endParaRPr/>
          </a:p>
          <a:p>
            <a:pPr marL="342900" lvl="0" indent="-342900" algn="l" rtl="0">
              <a:lnSpc>
                <a:spcPct val="150000"/>
              </a:lnSpc>
              <a:spcBef>
                <a:spcPts val="1800"/>
              </a:spcBef>
              <a:spcAft>
                <a:spcPts val="0"/>
              </a:spcAft>
              <a:buClr>
                <a:schemeClr val="dk1"/>
              </a:buClr>
              <a:buSzPts val="2400"/>
              <a:buFont typeface="Arial"/>
              <a:buChar char="•"/>
            </a:pPr>
            <a:r>
              <a:rPr lang="en-US" sz="2400"/>
              <a:t>Mutable</a:t>
            </a:r>
            <a:r>
              <a:rPr lang="en-US" sz="2400" b="0"/>
              <a:t> i.e., value can be updated.</a:t>
            </a:r>
            <a:endParaRPr/>
          </a:p>
          <a:p>
            <a:pPr marL="342900" lvl="0" indent="-342900" algn="l" rtl="0">
              <a:lnSpc>
                <a:spcPct val="150000"/>
              </a:lnSpc>
              <a:spcBef>
                <a:spcPts val="1800"/>
              </a:spcBef>
              <a:spcAft>
                <a:spcPts val="0"/>
              </a:spcAft>
              <a:buClr>
                <a:schemeClr val="dk1"/>
              </a:buClr>
              <a:buSzPts val="2400"/>
              <a:buFont typeface="Arial"/>
              <a:buChar char="•"/>
            </a:pPr>
            <a:r>
              <a:rPr lang="en-US" sz="2400"/>
              <a:t>Key</a:t>
            </a:r>
            <a:r>
              <a:rPr lang="en-US" sz="2400" b="0"/>
              <a:t> must be </a:t>
            </a:r>
            <a:r>
              <a:rPr lang="en-US" sz="2400"/>
              <a:t>unique</a:t>
            </a:r>
            <a:r>
              <a:rPr lang="en-US" sz="2400" b="0"/>
              <a:t> and immutable, such as numbers, strings</a:t>
            </a:r>
            <a:endParaRPr sz="2400"/>
          </a:p>
          <a:p>
            <a:pPr marL="342900" lvl="0" indent="-342900" algn="l" rtl="0">
              <a:lnSpc>
                <a:spcPct val="150000"/>
              </a:lnSpc>
              <a:spcBef>
                <a:spcPts val="1800"/>
              </a:spcBef>
              <a:spcAft>
                <a:spcPts val="0"/>
              </a:spcAft>
              <a:buClr>
                <a:schemeClr val="dk1"/>
              </a:buClr>
              <a:buSzPts val="2400"/>
              <a:buFont typeface="Arial"/>
              <a:buChar char="•"/>
            </a:pPr>
            <a:r>
              <a:rPr lang="en-US" sz="2400" b="0"/>
              <a:t>V</a:t>
            </a:r>
            <a:r>
              <a:rPr lang="en-US" sz="2400"/>
              <a:t>alues</a:t>
            </a:r>
            <a:r>
              <a:rPr lang="en-US" sz="2400" b="0"/>
              <a:t> of a dictionary may </a:t>
            </a:r>
            <a:r>
              <a:rPr lang="en-US" sz="2400"/>
              <a:t>be any data type</a:t>
            </a:r>
            <a:endParaRPr/>
          </a:p>
          <a:p>
            <a:pPr marL="342900" lvl="0" indent="-342900" algn="l" rtl="0">
              <a:lnSpc>
                <a:spcPct val="150000"/>
              </a:lnSpc>
              <a:spcBef>
                <a:spcPts val="1800"/>
              </a:spcBef>
              <a:spcAft>
                <a:spcPts val="0"/>
              </a:spcAft>
              <a:buClr>
                <a:schemeClr val="dk1"/>
              </a:buClr>
              <a:buSzPts val="2400"/>
              <a:buFont typeface="Arial"/>
              <a:buChar char="•"/>
            </a:pPr>
            <a:r>
              <a:rPr lang="en-US" sz="2400"/>
              <a:t>key and value </a:t>
            </a:r>
            <a:r>
              <a:rPr lang="en-US" sz="2400" b="0"/>
              <a:t>is</a:t>
            </a:r>
            <a:r>
              <a:rPr lang="en-US" sz="2400"/>
              <a:t> </a:t>
            </a:r>
            <a:r>
              <a:rPr lang="en-US" sz="2400" b="0"/>
              <a:t>known as </a:t>
            </a:r>
            <a:r>
              <a:rPr lang="en-US" sz="2400"/>
              <a:t>item</a:t>
            </a:r>
            <a:endParaRPr/>
          </a:p>
          <a:p>
            <a:pPr marL="342900" lvl="0" indent="-342900" algn="l" rtl="0">
              <a:lnSpc>
                <a:spcPct val="150000"/>
              </a:lnSpc>
              <a:spcBef>
                <a:spcPts val="1800"/>
              </a:spcBef>
              <a:spcAft>
                <a:spcPts val="0"/>
              </a:spcAft>
              <a:buClr>
                <a:schemeClr val="dk1"/>
              </a:buClr>
              <a:buSzPts val="2400"/>
              <a:buFont typeface="Arial"/>
              <a:buChar char="•"/>
            </a:pPr>
            <a:r>
              <a:rPr lang="en-US" sz="2400"/>
              <a:t>Container</a:t>
            </a:r>
            <a:r>
              <a:rPr lang="en-US" sz="2400" b="0"/>
              <a:t> that contains data, enclosed within </a:t>
            </a:r>
            <a:r>
              <a:rPr lang="en-US" sz="2400"/>
              <a:t>curly braces</a:t>
            </a:r>
            <a:r>
              <a:rPr lang="en-US" sz="2400" b="0"/>
              <a:t>.</a:t>
            </a:r>
            <a:endParaRPr sz="2400" b="0">
              <a:latin typeface="Arial"/>
              <a:ea typeface="Arial"/>
              <a:cs typeface="Arial"/>
              <a:sym typeface="Arial"/>
            </a:endParaRPr>
          </a:p>
          <a:p>
            <a:pPr marL="0" lvl="0" indent="0" algn="l" rtl="0">
              <a:lnSpc>
                <a:spcPct val="150000"/>
              </a:lnSpc>
              <a:spcBef>
                <a:spcPts val="1800"/>
              </a:spcBef>
              <a:spcAft>
                <a:spcPts val="0"/>
              </a:spcAft>
              <a:buClr>
                <a:schemeClr val="dk1"/>
              </a:buClr>
              <a:buSzPts val="2400"/>
              <a:buNone/>
            </a:pPr>
            <a:endParaRPr sz="2400">
              <a:latin typeface="Arial"/>
              <a:ea typeface="Arial"/>
              <a:cs typeface="Arial"/>
              <a:sym typeface="Arial"/>
            </a:endParaRPr>
          </a:p>
          <a:p>
            <a:pPr marL="342900" lvl="0" indent="-215900" algn="l" rtl="0">
              <a:lnSpc>
                <a:spcPct val="90000"/>
              </a:lnSpc>
              <a:spcBef>
                <a:spcPts val="1800"/>
              </a:spcBef>
              <a:spcAft>
                <a:spcPts val="0"/>
              </a:spcAft>
              <a:buClr>
                <a:schemeClr val="dk1"/>
              </a:buClr>
              <a:buSzPts val="2000"/>
              <a:buFont typeface="Arial"/>
              <a:buNone/>
            </a:pPr>
            <a:endParaRPr/>
          </a:p>
          <a:p>
            <a:pPr marL="342900" lvl="0" indent="-203200" algn="just" rtl="0">
              <a:lnSpc>
                <a:spcPct val="160000"/>
              </a:lnSpc>
              <a:spcBef>
                <a:spcPts val="1800"/>
              </a:spcBef>
              <a:spcAft>
                <a:spcPts val="0"/>
              </a:spcAft>
              <a:buClr>
                <a:schemeClr val="dk1"/>
              </a:buClr>
              <a:buSzPts val="2200"/>
              <a:buFont typeface="Arial"/>
              <a:buNone/>
            </a:pPr>
            <a:endParaRPr sz="2200" b="0"/>
          </a:p>
          <a:p>
            <a:pPr marL="0" lvl="0" indent="0" algn="just" rtl="0">
              <a:lnSpc>
                <a:spcPct val="160000"/>
              </a:lnSpc>
              <a:spcBef>
                <a:spcPts val="1800"/>
              </a:spcBef>
              <a:spcAft>
                <a:spcPts val="0"/>
              </a:spcAft>
              <a:buClr>
                <a:schemeClr val="dk1"/>
              </a:buClr>
              <a:buSzPts val="2200"/>
              <a:buNone/>
            </a:pPr>
            <a:endParaRPr sz="2200" b="0"/>
          </a:p>
          <a:p>
            <a:pPr marL="342900" lvl="0" indent="-203200" algn="just" rtl="0">
              <a:lnSpc>
                <a:spcPct val="160000"/>
              </a:lnSpc>
              <a:spcBef>
                <a:spcPts val="1800"/>
              </a:spcBef>
              <a:spcAft>
                <a:spcPts val="0"/>
              </a:spcAft>
              <a:buClr>
                <a:schemeClr val="dk1"/>
              </a:buClr>
              <a:buSzPts val="2200"/>
              <a:buFont typeface="Arial"/>
              <a:buNone/>
            </a:pPr>
            <a:endParaRPr sz="2200" b="0"/>
          </a:p>
          <a:p>
            <a:pPr marL="0" lvl="0" indent="0" algn="just" rtl="0">
              <a:lnSpc>
                <a:spcPct val="160000"/>
              </a:lnSpc>
              <a:spcBef>
                <a:spcPts val="1800"/>
              </a:spcBef>
              <a:spcAft>
                <a:spcPts val="0"/>
              </a:spcAft>
              <a:buClr>
                <a:schemeClr val="dk1"/>
              </a:buClr>
              <a:buSzPts val="2200"/>
              <a:buNone/>
            </a:pPr>
            <a:endParaRPr sz="2200" b="0"/>
          </a:p>
          <a:p>
            <a:pPr marL="0" lvl="0" indent="0" algn="just" rtl="0">
              <a:lnSpc>
                <a:spcPct val="160000"/>
              </a:lnSpc>
              <a:spcBef>
                <a:spcPts val="1800"/>
              </a:spcBef>
              <a:spcAft>
                <a:spcPts val="0"/>
              </a:spcAft>
              <a:buClr>
                <a:schemeClr val="dk1"/>
              </a:buClr>
              <a:buSzPts val="2400"/>
              <a:buNone/>
            </a:pPr>
            <a:endParaRPr sz="2400" b="0"/>
          </a:p>
          <a:p>
            <a:pPr marL="0" lvl="0" indent="0" algn="l" rtl="0">
              <a:lnSpc>
                <a:spcPct val="90000"/>
              </a:lnSpc>
              <a:spcBef>
                <a:spcPts val="1800"/>
              </a:spcBef>
              <a:spcAft>
                <a:spcPts val="0"/>
              </a:spcAft>
              <a:buClr>
                <a:schemeClr val="dk1"/>
              </a:buClr>
              <a:buSzPts val="3600"/>
              <a:buNone/>
            </a:pPr>
            <a:endParaRPr sz="3600"/>
          </a:p>
        </p:txBody>
      </p:sp>
      <p:pic>
        <p:nvPicPr>
          <p:cNvPr id="2" name="Google Shape;223;p39">
            <a:extLst>
              <a:ext uri="{FF2B5EF4-FFF2-40B4-BE49-F238E27FC236}">
                <a16:creationId xmlns:a16="http://schemas.microsoft.com/office/drawing/2014/main" id="{24A328AC-820A-59BD-5C74-A42114338723}"/>
              </a:ext>
            </a:extLst>
          </p:cNvPr>
          <p:cNvPicPr preferRelativeResize="0"/>
          <p:nvPr/>
        </p:nvPicPr>
        <p:blipFill rotWithShape="1">
          <a:blip r:embed="rId3">
            <a:alphaModFix/>
          </a:blip>
          <a:srcRect/>
          <a:stretch/>
        </p:blipFill>
        <p:spPr>
          <a:xfrm>
            <a:off x="9749090" y="57292"/>
            <a:ext cx="2442910" cy="844062"/>
          </a:xfrm>
          <a:prstGeom prst="rect">
            <a:avLst/>
          </a:prstGeom>
          <a:noFill/>
          <a:ln>
            <a:noFill/>
          </a:ln>
        </p:spPr>
      </p:pic>
      <p:pic>
        <p:nvPicPr>
          <p:cNvPr id="3" name="Google Shape;133;p27">
            <a:extLst>
              <a:ext uri="{FF2B5EF4-FFF2-40B4-BE49-F238E27FC236}">
                <a16:creationId xmlns:a16="http://schemas.microsoft.com/office/drawing/2014/main" id="{C3C74421-B00B-A11C-3575-42BCADC19682}"/>
              </a:ext>
            </a:extLst>
          </p:cNvPr>
          <p:cNvPicPr preferRelativeResize="0"/>
          <p:nvPr/>
        </p:nvPicPr>
        <p:blipFill rotWithShape="1">
          <a:blip r:embed="rId4">
            <a:alphaModFix/>
          </a:blip>
          <a:srcRect/>
          <a:stretch/>
        </p:blipFill>
        <p:spPr>
          <a:xfrm>
            <a:off x="6174658" y="6468636"/>
            <a:ext cx="5875606" cy="468022"/>
          </a:xfrm>
          <a:prstGeom prst="rect">
            <a:avLst/>
          </a:prstGeom>
          <a:noFill/>
          <a:ln>
            <a:noFill/>
          </a:ln>
        </p:spPr>
      </p:pic>
      <p:pic>
        <p:nvPicPr>
          <p:cNvPr id="4" name="Picture 3">
            <a:extLst>
              <a:ext uri="{FF2B5EF4-FFF2-40B4-BE49-F238E27FC236}">
                <a16:creationId xmlns:a16="http://schemas.microsoft.com/office/drawing/2014/main" id="{D6DC1C6C-9276-9641-FB8D-982240C67DA6}"/>
              </a:ext>
            </a:extLst>
          </p:cNvPr>
          <p:cNvPicPr>
            <a:picLocks noChangeAspect="1"/>
          </p:cNvPicPr>
          <p:nvPr/>
        </p:nvPicPr>
        <p:blipFill>
          <a:blip r:embed="rId5"/>
          <a:stretch>
            <a:fillRect/>
          </a:stretch>
        </p:blipFill>
        <p:spPr>
          <a:xfrm>
            <a:off x="9195610" y="35510"/>
            <a:ext cx="2972215" cy="876422"/>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sp>
        <p:nvSpPr>
          <p:cNvPr id="129" name="Google Shape;129;p27"/>
          <p:cNvSpPr txBox="1">
            <a:spLocks noGrp="1"/>
          </p:cNvSpPr>
          <p:nvPr>
            <p:ph type="title"/>
          </p:nvPr>
        </p:nvSpPr>
        <p:spPr>
          <a:xfrm>
            <a:off x="275492" y="95489"/>
            <a:ext cx="11078308"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13CB2"/>
              </a:buClr>
              <a:buSzPts val="4400"/>
              <a:buFont typeface="Arial"/>
              <a:buNone/>
            </a:pPr>
            <a:r>
              <a:rPr lang="en-US"/>
              <a:t>Creating Dictionary</a:t>
            </a:r>
            <a:endParaRPr/>
          </a:p>
        </p:txBody>
      </p:sp>
      <p:sp>
        <p:nvSpPr>
          <p:cNvPr id="130" name="Google Shape;130;p27"/>
          <p:cNvSpPr txBox="1">
            <a:spLocks noGrp="1"/>
          </p:cNvSpPr>
          <p:nvPr>
            <p:ph type="body" idx="1"/>
          </p:nvPr>
        </p:nvSpPr>
        <p:spPr>
          <a:xfrm>
            <a:off x="276225" y="1547446"/>
            <a:ext cx="11699465" cy="4794360"/>
          </a:xfrm>
          <a:prstGeom prst="rect">
            <a:avLst/>
          </a:prstGeom>
          <a:noFill/>
          <a:ln>
            <a:noFill/>
          </a:ln>
        </p:spPr>
        <p:txBody>
          <a:bodyPr spcFirstLastPara="1" wrap="square" lIns="91425" tIns="45700" rIns="91425" bIns="45700" anchor="t" anchorCtr="0">
            <a:normAutofit/>
          </a:bodyPr>
          <a:lstStyle/>
          <a:p>
            <a:pPr marL="342900" lvl="0" indent="-342900" algn="l" rtl="0">
              <a:lnSpc>
                <a:spcPct val="200000"/>
              </a:lnSpc>
              <a:spcBef>
                <a:spcPts val="0"/>
              </a:spcBef>
              <a:spcAft>
                <a:spcPts val="0"/>
              </a:spcAft>
              <a:buClr>
                <a:schemeClr val="dk1"/>
              </a:buClr>
              <a:buSzPts val="2400"/>
              <a:buFont typeface="Arial"/>
              <a:buChar char="•"/>
            </a:pPr>
            <a:r>
              <a:rPr lang="en-US" sz="2400">
                <a:latin typeface="Arial"/>
                <a:ea typeface="Arial"/>
                <a:cs typeface="Arial"/>
                <a:sym typeface="Arial"/>
              </a:rPr>
              <a:t>Dictionary</a:t>
            </a:r>
            <a:r>
              <a:rPr lang="en-US" sz="2400" b="0">
                <a:latin typeface="Arial"/>
                <a:ea typeface="Arial"/>
                <a:cs typeface="Arial"/>
                <a:sym typeface="Arial"/>
              </a:rPr>
              <a:t> enclosed within </a:t>
            </a:r>
            <a:r>
              <a:rPr lang="en-US" sz="2400">
                <a:latin typeface="Arial"/>
                <a:ea typeface="Arial"/>
                <a:cs typeface="Arial"/>
                <a:sym typeface="Arial"/>
              </a:rPr>
              <a:t>curly braces</a:t>
            </a:r>
            <a:r>
              <a:rPr lang="en-US" sz="2400" b="0">
                <a:latin typeface="Arial"/>
                <a:ea typeface="Arial"/>
                <a:cs typeface="Arial"/>
                <a:sym typeface="Arial"/>
              </a:rPr>
              <a:t>.</a:t>
            </a:r>
            <a:endParaRPr/>
          </a:p>
          <a:p>
            <a:pPr marL="342900" lvl="0" indent="-342900" algn="l" rtl="0">
              <a:lnSpc>
                <a:spcPct val="200000"/>
              </a:lnSpc>
              <a:spcBef>
                <a:spcPts val="1800"/>
              </a:spcBef>
              <a:spcAft>
                <a:spcPts val="0"/>
              </a:spcAft>
              <a:buClr>
                <a:schemeClr val="dk1"/>
              </a:buClr>
              <a:buSzPts val="2400"/>
              <a:buFont typeface="Arial"/>
              <a:buChar char="•"/>
            </a:pPr>
            <a:r>
              <a:rPr lang="en-US" sz="2400">
                <a:latin typeface="Arial"/>
                <a:ea typeface="Arial"/>
                <a:cs typeface="Arial"/>
                <a:sym typeface="Arial"/>
              </a:rPr>
              <a:t>The key and the value is separated by a colon (:),  pair is known as item</a:t>
            </a:r>
            <a:endParaRPr/>
          </a:p>
          <a:p>
            <a:pPr marL="342900" lvl="0" indent="-342900" algn="l" rtl="0">
              <a:lnSpc>
                <a:spcPct val="200000"/>
              </a:lnSpc>
              <a:spcBef>
                <a:spcPts val="1800"/>
              </a:spcBef>
              <a:spcAft>
                <a:spcPts val="0"/>
              </a:spcAft>
              <a:buClr>
                <a:schemeClr val="dk1"/>
              </a:buClr>
              <a:buSzPts val="2400"/>
              <a:buFont typeface="Arial"/>
              <a:buChar char="•"/>
            </a:pPr>
            <a:r>
              <a:rPr lang="en-US" sz="2400">
                <a:latin typeface="Arial"/>
                <a:ea typeface="Arial"/>
                <a:cs typeface="Arial"/>
                <a:sym typeface="Arial"/>
              </a:rPr>
              <a:t>Items are separated from each other by a comma (,)</a:t>
            </a:r>
            <a:endParaRPr/>
          </a:p>
          <a:p>
            <a:pPr marL="342900" lvl="0" indent="-342900" algn="l" rtl="0">
              <a:lnSpc>
                <a:spcPct val="200000"/>
              </a:lnSpc>
              <a:spcBef>
                <a:spcPts val="1800"/>
              </a:spcBef>
              <a:spcAft>
                <a:spcPts val="0"/>
              </a:spcAft>
              <a:buClr>
                <a:schemeClr val="dk1"/>
              </a:buClr>
              <a:buSzPts val="2400"/>
              <a:buFont typeface="Arial"/>
              <a:buChar char="•"/>
            </a:pPr>
            <a:r>
              <a:rPr lang="en-US" sz="2400">
                <a:latin typeface="Arial"/>
                <a:ea typeface="Arial"/>
                <a:cs typeface="Arial"/>
                <a:sym typeface="Arial"/>
              </a:rPr>
              <a:t>Different items are enclosed within a curly brace and this forms Dictionary</a:t>
            </a:r>
            <a:endParaRPr/>
          </a:p>
          <a:p>
            <a:pPr marL="342900" lvl="0" indent="-203200" algn="just" rtl="0">
              <a:lnSpc>
                <a:spcPct val="160000"/>
              </a:lnSpc>
              <a:spcBef>
                <a:spcPts val="1800"/>
              </a:spcBef>
              <a:spcAft>
                <a:spcPts val="0"/>
              </a:spcAft>
              <a:buClr>
                <a:schemeClr val="dk1"/>
              </a:buClr>
              <a:buSzPts val="2200"/>
              <a:buFont typeface="Arial"/>
              <a:buNone/>
            </a:pPr>
            <a:endParaRPr sz="2200" b="0"/>
          </a:p>
          <a:p>
            <a:pPr marL="0" lvl="0" indent="0" algn="just" rtl="0">
              <a:lnSpc>
                <a:spcPct val="160000"/>
              </a:lnSpc>
              <a:spcBef>
                <a:spcPts val="1800"/>
              </a:spcBef>
              <a:spcAft>
                <a:spcPts val="0"/>
              </a:spcAft>
              <a:buClr>
                <a:schemeClr val="dk1"/>
              </a:buClr>
              <a:buSzPts val="2200"/>
              <a:buNone/>
            </a:pPr>
            <a:endParaRPr sz="2200" b="0"/>
          </a:p>
          <a:p>
            <a:pPr marL="342900" lvl="0" indent="-203200" algn="just" rtl="0">
              <a:lnSpc>
                <a:spcPct val="160000"/>
              </a:lnSpc>
              <a:spcBef>
                <a:spcPts val="1800"/>
              </a:spcBef>
              <a:spcAft>
                <a:spcPts val="0"/>
              </a:spcAft>
              <a:buClr>
                <a:schemeClr val="dk1"/>
              </a:buClr>
              <a:buSzPts val="2200"/>
              <a:buFont typeface="Arial"/>
              <a:buNone/>
            </a:pPr>
            <a:endParaRPr sz="2200" b="0"/>
          </a:p>
          <a:p>
            <a:pPr marL="0" lvl="0" indent="0" algn="just" rtl="0">
              <a:lnSpc>
                <a:spcPct val="160000"/>
              </a:lnSpc>
              <a:spcBef>
                <a:spcPts val="1800"/>
              </a:spcBef>
              <a:spcAft>
                <a:spcPts val="0"/>
              </a:spcAft>
              <a:buClr>
                <a:schemeClr val="dk1"/>
              </a:buClr>
              <a:buSzPts val="2200"/>
              <a:buNone/>
            </a:pPr>
            <a:endParaRPr sz="2200" b="0"/>
          </a:p>
          <a:p>
            <a:pPr marL="0" lvl="0" indent="0" algn="just" rtl="0">
              <a:lnSpc>
                <a:spcPct val="160000"/>
              </a:lnSpc>
              <a:spcBef>
                <a:spcPts val="1800"/>
              </a:spcBef>
              <a:spcAft>
                <a:spcPts val="0"/>
              </a:spcAft>
              <a:buClr>
                <a:schemeClr val="dk1"/>
              </a:buClr>
              <a:buSzPts val="2400"/>
              <a:buNone/>
            </a:pPr>
            <a:endParaRPr sz="2400" b="0"/>
          </a:p>
          <a:p>
            <a:pPr marL="0" lvl="0" indent="0" algn="l" rtl="0">
              <a:lnSpc>
                <a:spcPct val="90000"/>
              </a:lnSpc>
              <a:spcBef>
                <a:spcPts val="1800"/>
              </a:spcBef>
              <a:spcAft>
                <a:spcPts val="0"/>
              </a:spcAft>
              <a:buClr>
                <a:schemeClr val="dk1"/>
              </a:buClr>
              <a:buSzPts val="3600"/>
              <a:buNone/>
            </a:pPr>
            <a:endParaRPr sz="3600"/>
          </a:p>
        </p:txBody>
      </p:sp>
      <p:pic>
        <p:nvPicPr>
          <p:cNvPr id="2" name="Google Shape;223;p39">
            <a:extLst>
              <a:ext uri="{FF2B5EF4-FFF2-40B4-BE49-F238E27FC236}">
                <a16:creationId xmlns:a16="http://schemas.microsoft.com/office/drawing/2014/main" id="{3F98626D-9C13-0C56-BE01-19D408F7C2FD}"/>
              </a:ext>
            </a:extLst>
          </p:cNvPr>
          <p:cNvPicPr preferRelativeResize="0"/>
          <p:nvPr/>
        </p:nvPicPr>
        <p:blipFill rotWithShape="1">
          <a:blip r:embed="rId3">
            <a:alphaModFix/>
          </a:blip>
          <a:srcRect/>
          <a:stretch/>
        </p:blipFill>
        <p:spPr>
          <a:xfrm>
            <a:off x="9749090" y="57292"/>
            <a:ext cx="2442910" cy="844062"/>
          </a:xfrm>
          <a:prstGeom prst="rect">
            <a:avLst/>
          </a:prstGeom>
          <a:noFill/>
          <a:ln>
            <a:noFill/>
          </a:ln>
        </p:spPr>
      </p:pic>
      <p:pic>
        <p:nvPicPr>
          <p:cNvPr id="3" name="Google Shape;133;p27">
            <a:extLst>
              <a:ext uri="{FF2B5EF4-FFF2-40B4-BE49-F238E27FC236}">
                <a16:creationId xmlns:a16="http://schemas.microsoft.com/office/drawing/2014/main" id="{8C33F216-7A0E-1E87-0AF7-0D5E56CA03A9}"/>
              </a:ext>
            </a:extLst>
          </p:cNvPr>
          <p:cNvPicPr preferRelativeResize="0"/>
          <p:nvPr/>
        </p:nvPicPr>
        <p:blipFill rotWithShape="1">
          <a:blip r:embed="rId4">
            <a:alphaModFix/>
          </a:blip>
          <a:srcRect/>
          <a:stretch/>
        </p:blipFill>
        <p:spPr>
          <a:xfrm>
            <a:off x="6174658" y="6468636"/>
            <a:ext cx="5875606" cy="468022"/>
          </a:xfrm>
          <a:prstGeom prst="rect">
            <a:avLst/>
          </a:prstGeom>
          <a:noFill/>
          <a:ln>
            <a:noFill/>
          </a:ln>
        </p:spPr>
      </p:pic>
      <p:pic>
        <p:nvPicPr>
          <p:cNvPr id="4" name="Picture 3">
            <a:extLst>
              <a:ext uri="{FF2B5EF4-FFF2-40B4-BE49-F238E27FC236}">
                <a16:creationId xmlns:a16="http://schemas.microsoft.com/office/drawing/2014/main" id="{0F673093-B5F1-1E81-167A-06112D84C556}"/>
              </a:ext>
            </a:extLst>
          </p:cNvPr>
          <p:cNvPicPr>
            <a:picLocks noChangeAspect="1"/>
          </p:cNvPicPr>
          <p:nvPr/>
        </p:nvPicPr>
        <p:blipFill>
          <a:blip r:embed="rId5"/>
          <a:stretch>
            <a:fillRect/>
          </a:stretch>
        </p:blipFill>
        <p:spPr>
          <a:xfrm>
            <a:off x="9195610" y="35510"/>
            <a:ext cx="2972215" cy="876422"/>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135" name="Google Shape;135;p28"/>
          <p:cNvSpPr txBox="1">
            <a:spLocks noGrp="1"/>
          </p:cNvSpPr>
          <p:nvPr>
            <p:ph type="title"/>
          </p:nvPr>
        </p:nvSpPr>
        <p:spPr>
          <a:xfrm>
            <a:off x="275492" y="95489"/>
            <a:ext cx="11078308"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13CB2"/>
              </a:buClr>
              <a:buSzPts val="4400"/>
              <a:buFont typeface="Arial"/>
              <a:buNone/>
            </a:pPr>
            <a:r>
              <a:rPr lang="en-US"/>
              <a:t>Creating dictionaries example</a:t>
            </a:r>
            <a:endParaRPr/>
          </a:p>
        </p:txBody>
      </p:sp>
      <p:sp>
        <p:nvSpPr>
          <p:cNvPr id="136" name="Google Shape;136;p28"/>
          <p:cNvSpPr/>
          <p:nvPr/>
        </p:nvSpPr>
        <p:spPr>
          <a:xfrm>
            <a:off x="1085917" y="1729866"/>
            <a:ext cx="9046224" cy="1143070"/>
          </a:xfrm>
          <a:prstGeom prst="rect">
            <a:avLst/>
          </a:prstGeom>
          <a:noFill/>
          <a:ln>
            <a:noFill/>
          </a:ln>
        </p:spPr>
        <p:txBody>
          <a:bodyPr spcFirstLastPara="1" wrap="square" lIns="91425" tIns="45700" rIns="91425" bIns="45700" anchor="t" anchorCtr="0">
            <a:noAutofit/>
          </a:bodyPr>
          <a:lstStyle/>
          <a:p>
            <a:pPr marL="0" marR="0" lvl="0" indent="0" algn="l" rtl="0">
              <a:lnSpc>
                <a:spcPct val="150000"/>
              </a:lnSpc>
              <a:spcBef>
                <a:spcPts val="0"/>
              </a:spcBef>
              <a:spcAft>
                <a:spcPts val="0"/>
              </a:spcAft>
              <a:buNone/>
            </a:pPr>
            <a:r>
              <a:rPr lang="en-US" sz="2400">
                <a:solidFill>
                  <a:schemeClr val="dk1"/>
                </a:solidFill>
                <a:latin typeface="Arial"/>
                <a:ea typeface="Arial"/>
                <a:cs typeface="Arial"/>
                <a:sym typeface="Arial"/>
              </a:rPr>
              <a:t>dict1 = {'Name': 'Ajay', 'Age':30, 'Profession’ : 'Programmer'}</a:t>
            </a:r>
            <a:endParaRPr/>
          </a:p>
          <a:p>
            <a:pPr marL="0" marR="0" lvl="0" indent="0" algn="l" rtl="0">
              <a:lnSpc>
                <a:spcPct val="150000"/>
              </a:lnSpc>
              <a:spcBef>
                <a:spcPts val="0"/>
              </a:spcBef>
              <a:spcAft>
                <a:spcPts val="0"/>
              </a:spcAft>
              <a:buNone/>
            </a:pPr>
            <a:r>
              <a:rPr lang="en-US" sz="2400">
                <a:solidFill>
                  <a:schemeClr val="dk1"/>
                </a:solidFill>
                <a:latin typeface="Arial"/>
                <a:ea typeface="Arial"/>
                <a:cs typeface="Arial"/>
                <a:sym typeface="Arial"/>
              </a:rPr>
              <a:t>print(dict1)</a:t>
            </a:r>
            <a:endParaRPr/>
          </a:p>
        </p:txBody>
      </p:sp>
      <p:sp>
        <p:nvSpPr>
          <p:cNvPr id="137" name="Google Shape;137;p28"/>
          <p:cNvSpPr/>
          <p:nvPr/>
        </p:nvSpPr>
        <p:spPr>
          <a:xfrm>
            <a:off x="1085917" y="3429000"/>
            <a:ext cx="7895852" cy="1055545"/>
          </a:xfrm>
          <a:prstGeom prst="rect">
            <a:avLst/>
          </a:prstGeom>
          <a:noFill/>
          <a:ln>
            <a:noFill/>
          </a:ln>
        </p:spPr>
        <p:txBody>
          <a:bodyPr spcFirstLastPara="1" wrap="square" lIns="91425" tIns="45700" rIns="91425" bIns="45700" anchor="t" anchorCtr="0">
            <a:noAutofit/>
          </a:bodyPr>
          <a:lstStyle/>
          <a:p>
            <a:pPr marL="0" marR="0" lvl="0" indent="0" algn="l" rtl="0">
              <a:lnSpc>
                <a:spcPct val="150000"/>
              </a:lnSpc>
              <a:spcBef>
                <a:spcPts val="0"/>
              </a:spcBef>
              <a:spcAft>
                <a:spcPts val="0"/>
              </a:spcAft>
              <a:buNone/>
            </a:pPr>
            <a:r>
              <a:rPr lang="en-US" sz="2200">
                <a:solidFill>
                  <a:schemeClr val="dk1"/>
                </a:solidFill>
                <a:latin typeface="Arial"/>
                <a:ea typeface="Arial"/>
                <a:cs typeface="Arial"/>
                <a:sym typeface="Arial"/>
              </a:rPr>
              <a:t>dict2 = {}</a:t>
            </a:r>
            <a:endParaRPr/>
          </a:p>
          <a:p>
            <a:pPr marL="0" marR="0" lvl="0" indent="0" algn="l" rtl="0">
              <a:lnSpc>
                <a:spcPct val="150000"/>
              </a:lnSpc>
              <a:spcBef>
                <a:spcPts val="0"/>
              </a:spcBef>
              <a:spcAft>
                <a:spcPts val="0"/>
              </a:spcAft>
              <a:buNone/>
            </a:pPr>
            <a:r>
              <a:rPr lang="en-US" sz="2200">
                <a:solidFill>
                  <a:schemeClr val="dk1"/>
                </a:solidFill>
                <a:latin typeface="Arial"/>
                <a:ea typeface="Arial"/>
                <a:cs typeface="Arial"/>
                <a:sym typeface="Arial"/>
              </a:rPr>
              <a:t>print(type(dict2))</a:t>
            </a:r>
            <a:endParaRPr/>
          </a:p>
        </p:txBody>
      </p:sp>
      <p:pic>
        <p:nvPicPr>
          <p:cNvPr id="2" name="Google Shape;223;p39">
            <a:extLst>
              <a:ext uri="{FF2B5EF4-FFF2-40B4-BE49-F238E27FC236}">
                <a16:creationId xmlns:a16="http://schemas.microsoft.com/office/drawing/2014/main" id="{684080BA-4A7B-5FE4-4DED-7F154AEACAF9}"/>
              </a:ext>
            </a:extLst>
          </p:cNvPr>
          <p:cNvPicPr preferRelativeResize="0"/>
          <p:nvPr/>
        </p:nvPicPr>
        <p:blipFill rotWithShape="1">
          <a:blip r:embed="rId3">
            <a:alphaModFix/>
          </a:blip>
          <a:srcRect/>
          <a:stretch/>
        </p:blipFill>
        <p:spPr>
          <a:xfrm>
            <a:off x="9749090" y="57292"/>
            <a:ext cx="2442910" cy="844062"/>
          </a:xfrm>
          <a:prstGeom prst="rect">
            <a:avLst/>
          </a:prstGeom>
          <a:noFill/>
          <a:ln>
            <a:noFill/>
          </a:ln>
        </p:spPr>
      </p:pic>
      <p:pic>
        <p:nvPicPr>
          <p:cNvPr id="3" name="Google Shape;133;p27">
            <a:extLst>
              <a:ext uri="{FF2B5EF4-FFF2-40B4-BE49-F238E27FC236}">
                <a16:creationId xmlns:a16="http://schemas.microsoft.com/office/drawing/2014/main" id="{33E82176-5DA3-B8DC-E7CD-1792CB4E110A}"/>
              </a:ext>
            </a:extLst>
          </p:cNvPr>
          <p:cNvPicPr preferRelativeResize="0"/>
          <p:nvPr/>
        </p:nvPicPr>
        <p:blipFill rotWithShape="1">
          <a:blip r:embed="rId4">
            <a:alphaModFix/>
          </a:blip>
          <a:srcRect/>
          <a:stretch/>
        </p:blipFill>
        <p:spPr>
          <a:xfrm>
            <a:off x="6174658" y="6468636"/>
            <a:ext cx="5875606" cy="468022"/>
          </a:xfrm>
          <a:prstGeom prst="rect">
            <a:avLst/>
          </a:prstGeom>
          <a:noFill/>
          <a:ln>
            <a:noFill/>
          </a:ln>
        </p:spPr>
      </p:pic>
      <p:pic>
        <p:nvPicPr>
          <p:cNvPr id="4" name="Picture 3">
            <a:extLst>
              <a:ext uri="{FF2B5EF4-FFF2-40B4-BE49-F238E27FC236}">
                <a16:creationId xmlns:a16="http://schemas.microsoft.com/office/drawing/2014/main" id="{1EF18054-FD83-7099-017D-792A4A70B33C}"/>
              </a:ext>
            </a:extLst>
          </p:cNvPr>
          <p:cNvPicPr>
            <a:picLocks noChangeAspect="1"/>
          </p:cNvPicPr>
          <p:nvPr/>
        </p:nvPicPr>
        <p:blipFill>
          <a:blip r:embed="rId5"/>
          <a:stretch>
            <a:fillRect/>
          </a:stretch>
        </p:blipFill>
        <p:spPr>
          <a:xfrm>
            <a:off x="9195610" y="35510"/>
            <a:ext cx="2972215" cy="876422"/>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41"/>
        <p:cNvGrpSpPr/>
        <p:nvPr/>
      </p:nvGrpSpPr>
      <p:grpSpPr>
        <a:xfrm>
          <a:off x="0" y="0"/>
          <a:ext cx="0" cy="0"/>
          <a:chOff x="0" y="0"/>
          <a:chExt cx="0" cy="0"/>
        </a:xfrm>
      </p:grpSpPr>
      <p:sp>
        <p:nvSpPr>
          <p:cNvPr id="142" name="Google Shape;142;p29"/>
          <p:cNvSpPr txBox="1">
            <a:spLocks noGrp="1"/>
          </p:cNvSpPr>
          <p:nvPr>
            <p:ph type="title"/>
          </p:nvPr>
        </p:nvSpPr>
        <p:spPr>
          <a:xfrm>
            <a:off x="275492" y="95489"/>
            <a:ext cx="11078308"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13CB2"/>
              </a:buClr>
              <a:buSzPts val="4400"/>
              <a:buFont typeface="Arial"/>
              <a:buNone/>
            </a:pPr>
            <a:r>
              <a:rPr lang="en-US"/>
              <a:t>Accessing dictionary Items</a:t>
            </a:r>
            <a:endParaRPr/>
          </a:p>
        </p:txBody>
      </p:sp>
      <p:sp>
        <p:nvSpPr>
          <p:cNvPr id="143" name="Google Shape;143;p29"/>
          <p:cNvSpPr txBox="1">
            <a:spLocks noGrp="1"/>
          </p:cNvSpPr>
          <p:nvPr>
            <p:ph type="body" idx="1"/>
          </p:nvPr>
        </p:nvSpPr>
        <p:spPr>
          <a:xfrm>
            <a:off x="276225" y="1547446"/>
            <a:ext cx="11077575" cy="458335"/>
          </a:xfrm>
          <a:prstGeom prst="rect">
            <a:avLst/>
          </a:prstGeom>
          <a:noFill/>
          <a:ln>
            <a:noFill/>
          </a:ln>
        </p:spPr>
        <p:txBody>
          <a:bodyPr spcFirstLastPara="1" wrap="square" lIns="91425" tIns="45700" rIns="91425" bIns="45700" anchor="t" anchorCtr="0">
            <a:normAutofit/>
          </a:bodyPr>
          <a:lstStyle/>
          <a:p>
            <a:pPr marL="342900" lvl="0" indent="-342900" algn="l" rtl="0">
              <a:lnSpc>
                <a:spcPct val="90000"/>
              </a:lnSpc>
              <a:spcBef>
                <a:spcPts val="0"/>
              </a:spcBef>
              <a:spcAft>
                <a:spcPts val="0"/>
              </a:spcAft>
              <a:buClr>
                <a:schemeClr val="dk1"/>
              </a:buClr>
              <a:buSzPts val="2000"/>
              <a:buFont typeface="Arial"/>
              <a:buChar char="•"/>
            </a:pPr>
            <a:r>
              <a:rPr lang="en-US" b="0"/>
              <a:t>Dictionaries value can be accessed by their keys</a:t>
            </a:r>
            <a:endParaRPr/>
          </a:p>
          <a:p>
            <a:pPr marL="342900" lvl="0" indent="-215900" algn="l" rtl="0">
              <a:lnSpc>
                <a:spcPct val="90000"/>
              </a:lnSpc>
              <a:spcBef>
                <a:spcPts val="1800"/>
              </a:spcBef>
              <a:spcAft>
                <a:spcPts val="0"/>
              </a:spcAft>
              <a:buClr>
                <a:schemeClr val="dk1"/>
              </a:buClr>
              <a:buSzPts val="2000"/>
              <a:buFont typeface="Arial"/>
              <a:buNone/>
            </a:pPr>
            <a:endParaRPr/>
          </a:p>
        </p:txBody>
      </p:sp>
      <p:sp>
        <p:nvSpPr>
          <p:cNvPr id="144" name="Google Shape;144;p29"/>
          <p:cNvSpPr/>
          <p:nvPr/>
        </p:nvSpPr>
        <p:spPr>
          <a:xfrm>
            <a:off x="791495" y="2102372"/>
            <a:ext cx="8057537" cy="880369"/>
          </a:xfrm>
          <a:prstGeom prst="rect">
            <a:avLst/>
          </a:prstGeom>
          <a:noFill/>
          <a:ln>
            <a:noFill/>
          </a:ln>
        </p:spPr>
        <p:txBody>
          <a:bodyPr spcFirstLastPara="1" wrap="square" lIns="91425" tIns="45700" rIns="91425" bIns="45700" anchor="t" anchorCtr="0">
            <a:noAutofit/>
          </a:bodyPr>
          <a:lstStyle/>
          <a:p>
            <a:pPr marL="0" marR="0" lvl="0" indent="0" algn="l" rtl="0">
              <a:lnSpc>
                <a:spcPct val="150000"/>
              </a:lnSpc>
              <a:spcBef>
                <a:spcPts val="0"/>
              </a:spcBef>
              <a:spcAft>
                <a:spcPts val="0"/>
              </a:spcAft>
              <a:buNone/>
            </a:pPr>
            <a:r>
              <a:rPr lang="en-US" sz="1800">
                <a:solidFill>
                  <a:schemeClr val="dk1"/>
                </a:solidFill>
                <a:latin typeface="Arial"/>
                <a:ea typeface="Arial"/>
                <a:cs typeface="Arial"/>
                <a:sym typeface="Arial"/>
              </a:rPr>
              <a:t>dict1 = {'ID': '100', 'Name': 'Shashank ', 'Age':30, 'Profession’: 'Programmer'}</a:t>
            </a:r>
            <a:endParaRPr/>
          </a:p>
          <a:p>
            <a:pPr marL="0" marR="0" lvl="0" indent="0" algn="l" rtl="0">
              <a:lnSpc>
                <a:spcPct val="150000"/>
              </a:lnSpc>
              <a:spcBef>
                <a:spcPts val="0"/>
              </a:spcBef>
              <a:spcAft>
                <a:spcPts val="0"/>
              </a:spcAft>
              <a:buNone/>
            </a:pPr>
            <a:r>
              <a:rPr lang="en-US" sz="1800">
                <a:solidFill>
                  <a:schemeClr val="dk1"/>
                </a:solidFill>
                <a:latin typeface="Arial"/>
                <a:ea typeface="Arial"/>
                <a:cs typeface="Arial"/>
                <a:sym typeface="Arial"/>
              </a:rPr>
              <a:t>print(dict1)</a:t>
            </a:r>
            <a:endParaRPr/>
          </a:p>
        </p:txBody>
      </p:sp>
      <p:sp>
        <p:nvSpPr>
          <p:cNvPr id="145" name="Google Shape;145;p29"/>
          <p:cNvSpPr/>
          <p:nvPr/>
        </p:nvSpPr>
        <p:spPr>
          <a:xfrm>
            <a:off x="791495" y="3387519"/>
            <a:ext cx="3898492" cy="646331"/>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solidFill>
                  <a:schemeClr val="dk1"/>
                </a:solidFill>
                <a:latin typeface="Arial"/>
                <a:ea typeface="Arial"/>
                <a:cs typeface="Arial"/>
                <a:sym typeface="Arial"/>
              </a:rPr>
              <a:t>no = dict1['ID']</a:t>
            </a:r>
            <a:endParaRPr/>
          </a:p>
          <a:p>
            <a:pPr marL="0" marR="0" lvl="0" indent="0" algn="l" rtl="0">
              <a:spcBef>
                <a:spcPts val="0"/>
              </a:spcBef>
              <a:spcAft>
                <a:spcPts val="0"/>
              </a:spcAft>
              <a:buNone/>
            </a:pPr>
            <a:r>
              <a:rPr lang="en-US" sz="1800">
                <a:solidFill>
                  <a:schemeClr val="dk1"/>
                </a:solidFill>
                <a:latin typeface="Arial"/>
                <a:ea typeface="Arial"/>
                <a:cs typeface="Arial"/>
                <a:sym typeface="Arial"/>
              </a:rPr>
              <a:t>print(no)</a:t>
            </a:r>
            <a:endParaRPr/>
          </a:p>
        </p:txBody>
      </p:sp>
      <p:sp>
        <p:nvSpPr>
          <p:cNvPr id="146" name="Google Shape;146;p29"/>
          <p:cNvSpPr/>
          <p:nvPr/>
        </p:nvSpPr>
        <p:spPr>
          <a:xfrm>
            <a:off x="791495" y="4438628"/>
            <a:ext cx="6096000" cy="646331"/>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solidFill>
                  <a:schemeClr val="dk1"/>
                </a:solidFill>
                <a:latin typeface="Arial"/>
                <a:ea typeface="Arial"/>
                <a:cs typeface="Arial"/>
                <a:sym typeface="Arial"/>
              </a:rPr>
              <a:t>age = dict1['Age']</a:t>
            </a:r>
            <a:endParaRPr/>
          </a:p>
          <a:p>
            <a:pPr marL="0" marR="0" lvl="0" indent="0" algn="l" rtl="0">
              <a:spcBef>
                <a:spcPts val="0"/>
              </a:spcBef>
              <a:spcAft>
                <a:spcPts val="0"/>
              </a:spcAft>
              <a:buNone/>
            </a:pPr>
            <a:r>
              <a:rPr lang="en-US" sz="1800">
                <a:solidFill>
                  <a:schemeClr val="dk1"/>
                </a:solidFill>
                <a:latin typeface="Arial"/>
                <a:ea typeface="Arial"/>
                <a:cs typeface="Arial"/>
                <a:sym typeface="Arial"/>
              </a:rPr>
              <a:t>print(age)</a:t>
            </a:r>
            <a:endParaRPr/>
          </a:p>
        </p:txBody>
      </p:sp>
      <p:sp>
        <p:nvSpPr>
          <p:cNvPr id="147" name="Google Shape;147;p29"/>
          <p:cNvSpPr/>
          <p:nvPr/>
        </p:nvSpPr>
        <p:spPr>
          <a:xfrm>
            <a:off x="791495" y="5454331"/>
            <a:ext cx="5122608" cy="646331"/>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solidFill>
                  <a:schemeClr val="dk1"/>
                </a:solidFill>
                <a:latin typeface="Arial"/>
                <a:ea typeface="Arial"/>
                <a:cs typeface="Arial"/>
                <a:sym typeface="Arial"/>
              </a:rPr>
              <a:t>name = dict1['Name']</a:t>
            </a:r>
            <a:endParaRPr/>
          </a:p>
          <a:p>
            <a:pPr marL="0" marR="0" lvl="0" indent="0" algn="l" rtl="0">
              <a:spcBef>
                <a:spcPts val="0"/>
              </a:spcBef>
              <a:spcAft>
                <a:spcPts val="0"/>
              </a:spcAft>
              <a:buNone/>
            </a:pPr>
            <a:r>
              <a:rPr lang="en-US" sz="1800">
                <a:solidFill>
                  <a:schemeClr val="dk1"/>
                </a:solidFill>
                <a:latin typeface="Arial"/>
                <a:ea typeface="Arial"/>
                <a:cs typeface="Arial"/>
                <a:sym typeface="Arial"/>
              </a:rPr>
              <a:t>print(name)</a:t>
            </a:r>
            <a:endParaRPr/>
          </a:p>
        </p:txBody>
      </p:sp>
      <p:sp>
        <p:nvSpPr>
          <p:cNvPr id="148" name="Google Shape;148;p29"/>
          <p:cNvSpPr/>
          <p:nvPr/>
        </p:nvSpPr>
        <p:spPr>
          <a:xfrm>
            <a:off x="6029631" y="3505928"/>
            <a:ext cx="5324169" cy="369332"/>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solidFill>
                  <a:srgbClr val="FF0000"/>
                </a:solidFill>
                <a:latin typeface="Arial"/>
                <a:ea typeface="Arial"/>
                <a:cs typeface="Arial"/>
                <a:sym typeface="Arial"/>
              </a:rPr>
              <a:t>Note: if the key is not available  returns Error</a:t>
            </a:r>
            <a:endParaRPr/>
          </a:p>
        </p:txBody>
      </p:sp>
      <p:sp>
        <p:nvSpPr>
          <p:cNvPr id="149" name="Google Shape;149;p29"/>
          <p:cNvSpPr/>
          <p:nvPr/>
        </p:nvSpPr>
        <p:spPr>
          <a:xfrm>
            <a:off x="6865372" y="4987731"/>
            <a:ext cx="3967319" cy="880369"/>
          </a:xfrm>
          <a:prstGeom prst="rect">
            <a:avLst/>
          </a:prstGeom>
          <a:noFill/>
          <a:ln>
            <a:noFill/>
          </a:ln>
        </p:spPr>
        <p:txBody>
          <a:bodyPr spcFirstLastPara="1" wrap="square" lIns="91425" tIns="45700" rIns="91425" bIns="45700" anchor="t" anchorCtr="0">
            <a:noAutofit/>
          </a:bodyPr>
          <a:lstStyle/>
          <a:p>
            <a:pPr marL="0" marR="0" lvl="0" indent="0" algn="l" rtl="0">
              <a:lnSpc>
                <a:spcPct val="150000"/>
              </a:lnSpc>
              <a:spcBef>
                <a:spcPts val="0"/>
              </a:spcBef>
              <a:spcAft>
                <a:spcPts val="0"/>
              </a:spcAft>
              <a:buNone/>
            </a:pPr>
            <a:r>
              <a:rPr lang="en-US" sz="1800">
                <a:solidFill>
                  <a:schemeClr val="dk1"/>
                </a:solidFill>
                <a:latin typeface="Arial"/>
                <a:ea typeface="Arial"/>
                <a:cs typeface="Arial"/>
                <a:sym typeface="Arial"/>
              </a:rPr>
              <a:t>#des = dict1.['Description']</a:t>
            </a:r>
            <a:endParaRPr/>
          </a:p>
          <a:p>
            <a:pPr marL="0" marR="0" lvl="0" indent="0" algn="l" rtl="0">
              <a:lnSpc>
                <a:spcPct val="150000"/>
              </a:lnSpc>
              <a:spcBef>
                <a:spcPts val="0"/>
              </a:spcBef>
              <a:spcAft>
                <a:spcPts val="0"/>
              </a:spcAft>
              <a:buNone/>
            </a:pPr>
            <a:r>
              <a:rPr lang="en-US" sz="1800">
                <a:solidFill>
                  <a:schemeClr val="dk1"/>
                </a:solidFill>
                <a:latin typeface="Arial"/>
                <a:ea typeface="Arial"/>
                <a:cs typeface="Arial"/>
                <a:sym typeface="Arial"/>
              </a:rPr>
              <a:t>#print(des)</a:t>
            </a:r>
            <a:endParaRPr/>
          </a:p>
        </p:txBody>
      </p:sp>
      <p:cxnSp>
        <p:nvCxnSpPr>
          <p:cNvPr id="150" name="Google Shape;150;p29"/>
          <p:cNvCxnSpPr>
            <a:endCxn id="149" idx="0"/>
          </p:cNvCxnSpPr>
          <p:nvPr/>
        </p:nvCxnSpPr>
        <p:spPr>
          <a:xfrm flipH="1">
            <a:off x="8849032" y="4033731"/>
            <a:ext cx="324600" cy="954000"/>
          </a:xfrm>
          <a:prstGeom prst="straightConnector1">
            <a:avLst/>
          </a:prstGeom>
          <a:noFill/>
          <a:ln w="9525" cap="flat" cmpd="sng">
            <a:solidFill>
              <a:schemeClr val="accent1"/>
            </a:solidFill>
            <a:prstDash val="solid"/>
            <a:miter lim="800000"/>
            <a:headEnd type="none" w="sm" len="sm"/>
            <a:tailEnd type="triangle" w="med" len="med"/>
          </a:ln>
        </p:spPr>
      </p:cxnSp>
      <p:pic>
        <p:nvPicPr>
          <p:cNvPr id="2" name="Google Shape;223;p39">
            <a:extLst>
              <a:ext uri="{FF2B5EF4-FFF2-40B4-BE49-F238E27FC236}">
                <a16:creationId xmlns:a16="http://schemas.microsoft.com/office/drawing/2014/main" id="{50D5E897-77F6-633D-1229-66FFFD1C84D0}"/>
              </a:ext>
            </a:extLst>
          </p:cNvPr>
          <p:cNvPicPr preferRelativeResize="0"/>
          <p:nvPr/>
        </p:nvPicPr>
        <p:blipFill rotWithShape="1">
          <a:blip r:embed="rId3">
            <a:alphaModFix/>
          </a:blip>
          <a:srcRect/>
          <a:stretch/>
        </p:blipFill>
        <p:spPr>
          <a:xfrm>
            <a:off x="9749090" y="57292"/>
            <a:ext cx="2442910" cy="844062"/>
          </a:xfrm>
          <a:prstGeom prst="rect">
            <a:avLst/>
          </a:prstGeom>
          <a:noFill/>
          <a:ln>
            <a:noFill/>
          </a:ln>
        </p:spPr>
      </p:pic>
      <p:pic>
        <p:nvPicPr>
          <p:cNvPr id="3" name="Google Shape;133;p27">
            <a:extLst>
              <a:ext uri="{FF2B5EF4-FFF2-40B4-BE49-F238E27FC236}">
                <a16:creationId xmlns:a16="http://schemas.microsoft.com/office/drawing/2014/main" id="{A29777B2-AC15-C5DE-AC23-5143D65F3595}"/>
              </a:ext>
            </a:extLst>
          </p:cNvPr>
          <p:cNvPicPr preferRelativeResize="0"/>
          <p:nvPr/>
        </p:nvPicPr>
        <p:blipFill rotWithShape="1">
          <a:blip r:embed="rId4">
            <a:alphaModFix/>
          </a:blip>
          <a:srcRect/>
          <a:stretch/>
        </p:blipFill>
        <p:spPr>
          <a:xfrm>
            <a:off x="6174658" y="6468636"/>
            <a:ext cx="5875606" cy="468022"/>
          </a:xfrm>
          <a:prstGeom prst="rect">
            <a:avLst/>
          </a:prstGeom>
          <a:noFill/>
          <a:ln>
            <a:noFill/>
          </a:ln>
        </p:spPr>
      </p:pic>
      <p:pic>
        <p:nvPicPr>
          <p:cNvPr id="4" name="Picture 3">
            <a:extLst>
              <a:ext uri="{FF2B5EF4-FFF2-40B4-BE49-F238E27FC236}">
                <a16:creationId xmlns:a16="http://schemas.microsoft.com/office/drawing/2014/main" id="{50222137-ED81-EA7A-B33A-1372CE0D3A31}"/>
              </a:ext>
            </a:extLst>
          </p:cNvPr>
          <p:cNvPicPr>
            <a:picLocks noChangeAspect="1"/>
          </p:cNvPicPr>
          <p:nvPr/>
        </p:nvPicPr>
        <p:blipFill>
          <a:blip r:embed="rId5"/>
          <a:stretch>
            <a:fillRect/>
          </a:stretch>
        </p:blipFill>
        <p:spPr>
          <a:xfrm>
            <a:off x="9195610" y="35510"/>
            <a:ext cx="2972215" cy="876422"/>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p30"/>
          <p:cNvSpPr txBox="1">
            <a:spLocks noGrp="1"/>
          </p:cNvSpPr>
          <p:nvPr>
            <p:ph type="title"/>
          </p:nvPr>
        </p:nvSpPr>
        <p:spPr>
          <a:xfrm>
            <a:off x="275492" y="95489"/>
            <a:ext cx="11078308"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13CB2"/>
              </a:buClr>
              <a:buSzPts val="4400"/>
              <a:buFont typeface="Arial"/>
              <a:buNone/>
            </a:pPr>
            <a:r>
              <a:rPr lang="en-US"/>
              <a:t>Accessing values using get()</a:t>
            </a:r>
            <a:endParaRPr/>
          </a:p>
        </p:txBody>
      </p:sp>
      <p:sp>
        <p:nvSpPr>
          <p:cNvPr id="156" name="Google Shape;156;p30"/>
          <p:cNvSpPr txBox="1">
            <a:spLocks noGrp="1"/>
          </p:cNvSpPr>
          <p:nvPr>
            <p:ph type="body" idx="1"/>
          </p:nvPr>
        </p:nvSpPr>
        <p:spPr>
          <a:xfrm>
            <a:off x="276225" y="1547447"/>
            <a:ext cx="11077575" cy="1136760"/>
          </a:xfrm>
          <a:prstGeom prst="rect">
            <a:avLst/>
          </a:prstGeom>
          <a:noFill/>
          <a:ln>
            <a:noFill/>
          </a:ln>
        </p:spPr>
        <p:txBody>
          <a:bodyPr spcFirstLastPara="1" wrap="square" lIns="91425" tIns="45700" rIns="91425" bIns="45700" anchor="t" anchorCtr="0">
            <a:normAutofit/>
          </a:bodyPr>
          <a:lstStyle/>
          <a:p>
            <a:pPr marL="342900" lvl="0" indent="-342900" algn="l" rtl="0">
              <a:lnSpc>
                <a:spcPct val="90000"/>
              </a:lnSpc>
              <a:spcBef>
                <a:spcPts val="0"/>
              </a:spcBef>
              <a:spcAft>
                <a:spcPts val="0"/>
              </a:spcAft>
              <a:buClr>
                <a:schemeClr val="dk1"/>
              </a:buClr>
              <a:buSzPts val="2000"/>
              <a:buFont typeface="Arial"/>
              <a:buChar char="•"/>
            </a:pPr>
            <a:r>
              <a:rPr lang="en-US"/>
              <a:t>Dictionary elements also be accessed with get()</a:t>
            </a:r>
            <a:endParaRPr/>
          </a:p>
          <a:p>
            <a:pPr marL="0" lvl="0" indent="0" algn="l" rtl="0">
              <a:lnSpc>
                <a:spcPct val="90000"/>
              </a:lnSpc>
              <a:spcBef>
                <a:spcPts val="1800"/>
              </a:spcBef>
              <a:spcAft>
                <a:spcPts val="0"/>
              </a:spcAft>
              <a:buClr>
                <a:schemeClr val="dk1"/>
              </a:buClr>
              <a:buSzPts val="2000"/>
              <a:buNone/>
            </a:pPr>
            <a:r>
              <a:rPr lang="en-US"/>
              <a:t>        syn: get(“key”)</a:t>
            </a:r>
            <a:endParaRPr/>
          </a:p>
          <a:p>
            <a:pPr marL="342900" lvl="0" indent="-215900" algn="l" rtl="0">
              <a:lnSpc>
                <a:spcPct val="90000"/>
              </a:lnSpc>
              <a:spcBef>
                <a:spcPts val="1800"/>
              </a:spcBef>
              <a:spcAft>
                <a:spcPts val="0"/>
              </a:spcAft>
              <a:buClr>
                <a:schemeClr val="dk1"/>
              </a:buClr>
              <a:buSzPts val="2000"/>
              <a:buFont typeface="Arial"/>
              <a:buNone/>
            </a:pPr>
            <a:endParaRPr/>
          </a:p>
        </p:txBody>
      </p:sp>
      <p:sp>
        <p:nvSpPr>
          <p:cNvPr id="157" name="Google Shape;157;p30"/>
          <p:cNvSpPr/>
          <p:nvPr/>
        </p:nvSpPr>
        <p:spPr>
          <a:xfrm>
            <a:off x="865237" y="2967335"/>
            <a:ext cx="9773266" cy="646331"/>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dirty="0">
                <a:solidFill>
                  <a:schemeClr val="dk1"/>
                </a:solidFill>
                <a:latin typeface="Arial"/>
                <a:ea typeface="Arial"/>
                <a:cs typeface="Arial"/>
                <a:sym typeface="Arial"/>
              </a:rPr>
              <a:t>dict1 = {'ID': '100', 'Name': 'Shashank ', 'Age':30, 'Profession’: 'Programmer'}</a:t>
            </a:r>
            <a:endParaRPr dirty="0"/>
          </a:p>
          <a:p>
            <a:pPr marL="0" marR="0" lvl="0" indent="0" algn="l" rtl="0">
              <a:spcBef>
                <a:spcPts val="0"/>
              </a:spcBef>
              <a:spcAft>
                <a:spcPts val="0"/>
              </a:spcAft>
              <a:buNone/>
            </a:pPr>
            <a:r>
              <a:rPr lang="en-US" sz="1800" dirty="0">
                <a:solidFill>
                  <a:schemeClr val="dk1"/>
                </a:solidFill>
                <a:latin typeface="Arial"/>
                <a:ea typeface="Arial"/>
                <a:cs typeface="Arial"/>
                <a:sym typeface="Arial"/>
              </a:rPr>
              <a:t>print(dict1)</a:t>
            </a:r>
            <a:endParaRPr dirty="0"/>
          </a:p>
        </p:txBody>
      </p:sp>
      <p:sp>
        <p:nvSpPr>
          <p:cNvPr id="158" name="Google Shape;158;p30"/>
          <p:cNvSpPr/>
          <p:nvPr/>
        </p:nvSpPr>
        <p:spPr>
          <a:xfrm>
            <a:off x="865237" y="3932366"/>
            <a:ext cx="6096000" cy="646331"/>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solidFill>
                  <a:schemeClr val="dk1"/>
                </a:solidFill>
                <a:latin typeface="Arial"/>
                <a:ea typeface="Arial"/>
                <a:cs typeface="Arial"/>
                <a:sym typeface="Arial"/>
              </a:rPr>
              <a:t>job2 = dict1.get('Profession')</a:t>
            </a:r>
            <a:endParaRPr/>
          </a:p>
          <a:p>
            <a:pPr marL="0" marR="0" lvl="0" indent="0" algn="l" rtl="0">
              <a:spcBef>
                <a:spcPts val="0"/>
              </a:spcBef>
              <a:spcAft>
                <a:spcPts val="0"/>
              </a:spcAft>
              <a:buNone/>
            </a:pPr>
            <a:r>
              <a:rPr lang="en-US" sz="1800">
                <a:solidFill>
                  <a:schemeClr val="dk1"/>
                </a:solidFill>
                <a:latin typeface="Arial"/>
                <a:ea typeface="Arial"/>
                <a:cs typeface="Arial"/>
                <a:sym typeface="Arial"/>
              </a:rPr>
              <a:t>print(job2)</a:t>
            </a:r>
            <a:endParaRPr/>
          </a:p>
        </p:txBody>
      </p:sp>
      <p:sp>
        <p:nvSpPr>
          <p:cNvPr id="159" name="Google Shape;159;p30"/>
          <p:cNvSpPr/>
          <p:nvPr/>
        </p:nvSpPr>
        <p:spPr>
          <a:xfrm>
            <a:off x="865236" y="5105851"/>
            <a:ext cx="7777317" cy="92333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solidFill>
                  <a:schemeClr val="dk1"/>
                </a:solidFill>
                <a:latin typeface="Arial"/>
                <a:ea typeface="Arial"/>
                <a:cs typeface="Arial"/>
                <a:sym typeface="Arial"/>
              </a:rPr>
              <a:t>des = dict1.get('Description')</a:t>
            </a:r>
            <a:endParaRPr/>
          </a:p>
          <a:p>
            <a:pPr marL="0" marR="0" lvl="0" indent="0" algn="l" rtl="0">
              <a:spcBef>
                <a:spcPts val="0"/>
              </a:spcBef>
              <a:spcAft>
                <a:spcPts val="0"/>
              </a:spcAft>
              <a:buNone/>
            </a:pPr>
            <a:r>
              <a:rPr lang="en-US" sz="1800">
                <a:solidFill>
                  <a:schemeClr val="dk1"/>
                </a:solidFill>
                <a:latin typeface="Arial"/>
                <a:ea typeface="Arial"/>
                <a:cs typeface="Arial"/>
                <a:sym typeface="Arial"/>
              </a:rPr>
              <a:t>print(des)</a:t>
            </a:r>
            <a:endParaRPr/>
          </a:p>
          <a:p>
            <a:pPr marL="0" marR="0" lvl="0" indent="0" algn="l" rtl="0">
              <a:spcBef>
                <a:spcPts val="0"/>
              </a:spcBef>
              <a:spcAft>
                <a:spcPts val="0"/>
              </a:spcAft>
              <a:buNone/>
            </a:pPr>
            <a:r>
              <a:rPr lang="en-US" sz="1800">
                <a:solidFill>
                  <a:schemeClr val="dk1"/>
                </a:solidFill>
                <a:latin typeface="Arial"/>
                <a:ea typeface="Arial"/>
                <a:cs typeface="Arial"/>
                <a:sym typeface="Arial"/>
              </a:rPr>
              <a:t># Key</a:t>
            </a:r>
            <a:endParaRPr/>
          </a:p>
        </p:txBody>
      </p:sp>
      <p:pic>
        <p:nvPicPr>
          <p:cNvPr id="2" name="Google Shape;223;p39">
            <a:extLst>
              <a:ext uri="{FF2B5EF4-FFF2-40B4-BE49-F238E27FC236}">
                <a16:creationId xmlns:a16="http://schemas.microsoft.com/office/drawing/2014/main" id="{569245C2-F386-54F7-9BDC-6E1B54DF32F8}"/>
              </a:ext>
            </a:extLst>
          </p:cNvPr>
          <p:cNvPicPr preferRelativeResize="0"/>
          <p:nvPr/>
        </p:nvPicPr>
        <p:blipFill rotWithShape="1">
          <a:blip r:embed="rId3">
            <a:alphaModFix/>
          </a:blip>
          <a:srcRect/>
          <a:stretch/>
        </p:blipFill>
        <p:spPr>
          <a:xfrm>
            <a:off x="9749090" y="57292"/>
            <a:ext cx="2442910" cy="844062"/>
          </a:xfrm>
          <a:prstGeom prst="rect">
            <a:avLst/>
          </a:prstGeom>
          <a:noFill/>
          <a:ln>
            <a:noFill/>
          </a:ln>
        </p:spPr>
      </p:pic>
      <p:pic>
        <p:nvPicPr>
          <p:cNvPr id="3" name="Google Shape;133;p27">
            <a:extLst>
              <a:ext uri="{FF2B5EF4-FFF2-40B4-BE49-F238E27FC236}">
                <a16:creationId xmlns:a16="http://schemas.microsoft.com/office/drawing/2014/main" id="{15B61A1F-C20A-D9E4-F6B7-929B985B8BD4}"/>
              </a:ext>
            </a:extLst>
          </p:cNvPr>
          <p:cNvPicPr preferRelativeResize="0"/>
          <p:nvPr/>
        </p:nvPicPr>
        <p:blipFill rotWithShape="1">
          <a:blip r:embed="rId4">
            <a:alphaModFix/>
          </a:blip>
          <a:srcRect/>
          <a:stretch/>
        </p:blipFill>
        <p:spPr>
          <a:xfrm>
            <a:off x="6174658" y="6468636"/>
            <a:ext cx="5875606" cy="468022"/>
          </a:xfrm>
          <a:prstGeom prst="rect">
            <a:avLst/>
          </a:prstGeom>
          <a:noFill/>
          <a:ln>
            <a:noFill/>
          </a:ln>
        </p:spPr>
      </p:pic>
      <p:pic>
        <p:nvPicPr>
          <p:cNvPr id="4" name="Picture 3">
            <a:extLst>
              <a:ext uri="{FF2B5EF4-FFF2-40B4-BE49-F238E27FC236}">
                <a16:creationId xmlns:a16="http://schemas.microsoft.com/office/drawing/2014/main" id="{A01EC514-6891-2CE5-60CE-8A424C97B193}"/>
              </a:ext>
            </a:extLst>
          </p:cNvPr>
          <p:cNvPicPr>
            <a:picLocks noChangeAspect="1"/>
          </p:cNvPicPr>
          <p:nvPr/>
        </p:nvPicPr>
        <p:blipFill>
          <a:blip r:embed="rId5"/>
          <a:stretch>
            <a:fillRect/>
          </a:stretch>
        </p:blipFill>
        <p:spPr>
          <a:xfrm>
            <a:off x="9195610" y="35510"/>
            <a:ext cx="2972215" cy="876422"/>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63"/>
        <p:cNvGrpSpPr/>
        <p:nvPr/>
      </p:nvGrpSpPr>
      <p:grpSpPr>
        <a:xfrm>
          <a:off x="0" y="0"/>
          <a:ext cx="0" cy="0"/>
          <a:chOff x="0" y="0"/>
          <a:chExt cx="0" cy="0"/>
        </a:xfrm>
      </p:grpSpPr>
      <p:sp>
        <p:nvSpPr>
          <p:cNvPr id="164" name="Google Shape;164;p31"/>
          <p:cNvSpPr txBox="1">
            <a:spLocks noGrp="1"/>
          </p:cNvSpPr>
          <p:nvPr>
            <p:ph type="title"/>
          </p:nvPr>
        </p:nvSpPr>
        <p:spPr>
          <a:xfrm>
            <a:off x="275492" y="95489"/>
            <a:ext cx="11078308"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13CB2"/>
              </a:buClr>
              <a:buSzPts val="4400"/>
              <a:buFont typeface="Arial"/>
              <a:buNone/>
            </a:pPr>
            <a:r>
              <a:rPr lang="en-US" dirty="0"/>
              <a:t>Dictionary Mutability </a:t>
            </a:r>
            <a:r>
              <a:rPr lang="en-US" sz="2000" dirty="0"/>
              <a:t>Updating dictionary values</a:t>
            </a:r>
            <a:endParaRPr sz="2000" dirty="0"/>
          </a:p>
        </p:txBody>
      </p:sp>
      <p:sp>
        <p:nvSpPr>
          <p:cNvPr id="165" name="Google Shape;165;p31"/>
          <p:cNvSpPr txBox="1">
            <a:spLocks noGrp="1"/>
          </p:cNvSpPr>
          <p:nvPr>
            <p:ph type="body" idx="1"/>
          </p:nvPr>
        </p:nvSpPr>
        <p:spPr>
          <a:xfrm>
            <a:off x="275492" y="1421052"/>
            <a:ext cx="11728962" cy="1652952"/>
          </a:xfrm>
          <a:prstGeom prst="rect">
            <a:avLst/>
          </a:prstGeom>
          <a:noFill/>
          <a:ln>
            <a:noFill/>
          </a:ln>
        </p:spPr>
        <p:txBody>
          <a:bodyPr spcFirstLastPara="1" wrap="square" lIns="91425" tIns="45700" rIns="91425" bIns="45700" anchor="t" anchorCtr="0">
            <a:normAutofit/>
          </a:bodyPr>
          <a:lstStyle/>
          <a:p>
            <a:pPr marL="342900" lvl="0" indent="-342900" algn="l" rtl="0">
              <a:lnSpc>
                <a:spcPct val="90000"/>
              </a:lnSpc>
              <a:spcBef>
                <a:spcPts val="0"/>
              </a:spcBef>
              <a:spcAft>
                <a:spcPts val="0"/>
              </a:spcAft>
              <a:buClr>
                <a:schemeClr val="dk1"/>
              </a:buClr>
              <a:buSzPts val="2000"/>
              <a:buFont typeface="Arial"/>
              <a:buChar char="•"/>
            </a:pPr>
            <a:r>
              <a:rPr lang="en-US" dirty="0"/>
              <a:t>Dictionary is mutable</a:t>
            </a:r>
            <a:endParaRPr dirty="0"/>
          </a:p>
          <a:p>
            <a:pPr marL="0" lvl="0" indent="0" algn="l" rtl="0">
              <a:lnSpc>
                <a:spcPct val="90000"/>
              </a:lnSpc>
              <a:spcBef>
                <a:spcPts val="1800"/>
              </a:spcBef>
              <a:spcAft>
                <a:spcPts val="0"/>
              </a:spcAft>
              <a:buClr>
                <a:schemeClr val="dk1"/>
              </a:buClr>
              <a:buSzPts val="2000"/>
              <a:buNone/>
            </a:pPr>
            <a:r>
              <a:rPr lang="en-US" sz="1800" dirty="0"/>
              <a:t>           -  new items added </a:t>
            </a:r>
            <a:r>
              <a:rPr lang="en-US" sz="1800" b="0" dirty="0"/>
              <a:t>or </a:t>
            </a:r>
            <a:r>
              <a:rPr lang="en-US" sz="1800" dirty="0"/>
              <a:t>existing items can be changed</a:t>
            </a:r>
            <a:endParaRPr sz="1800" b="0" dirty="0"/>
          </a:p>
          <a:p>
            <a:pPr marL="0" lvl="0" indent="0" algn="l" rtl="0">
              <a:lnSpc>
                <a:spcPct val="90000"/>
              </a:lnSpc>
              <a:spcBef>
                <a:spcPts val="1800"/>
              </a:spcBef>
              <a:spcAft>
                <a:spcPts val="0"/>
              </a:spcAft>
              <a:buClr>
                <a:schemeClr val="dk1"/>
              </a:buClr>
              <a:buSzPts val="2000"/>
              <a:buNone/>
            </a:pPr>
            <a:r>
              <a:rPr lang="en-US" sz="1800" b="0" dirty="0"/>
              <a:t>          -  If the key is already present, value gets updated,  else {key: value} pair is added to the dictionary</a:t>
            </a:r>
            <a:endParaRPr sz="1800" dirty="0"/>
          </a:p>
        </p:txBody>
      </p:sp>
      <p:sp>
        <p:nvSpPr>
          <p:cNvPr id="166" name="Google Shape;166;p31"/>
          <p:cNvSpPr/>
          <p:nvPr/>
        </p:nvSpPr>
        <p:spPr>
          <a:xfrm>
            <a:off x="879986" y="3006600"/>
            <a:ext cx="8411497" cy="464871"/>
          </a:xfrm>
          <a:prstGeom prst="rect">
            <a:avLst/>
          </a:prstGeom>
          <a:noFill/>
          <a:ln>
            <a:noFill/>
          </a:ln>
        </p:spPr>
        <p:txBody>
          <a:bodyPr spcFirstLastPara="1" wrap="square" lIns="91425" tIns="45700" rIns="91425" bIns="45700" anchor="t" anchorCtr="0">
            <a:noAutofit/>
          </a:bodyPr>
          <a:lstStyle/>
          <a:p>
            <a:pPr marL="0" marR="0" lvl="0" indent="0" algn="l" rtl="0">
              <a:lnSpc>
                <a:spcPct val="150000"/>
              </a:lnSpc>
              <a:spcBef>
                <a:spcPts val="0"/>
              </a:spcBef>
              <a:spcAft>
                <a:spcPts val="0"/>
              </a:spcAft>
              <a:buNone/>
            </a:pPr>
            <a:r>
              <a:rPr lang="en-US" sz="1800">
                <a:solidFill>
                  <a:schemeClr val="dk1"/>
                </a:solidFill>
                <a:latin typeface="Arial"/>
                <a:ea typeface="Arial"/>
                <a:cs typeface="Arial"/>
                <a:sym typeface="Arial"/>
              </a:rPr>
              <a:t>dict1 = {'ID': '100', 'Name': 'Shashank ', 'Age':30, 'Profession’: 'Programmer'}</a:t>
            </a:r>
            <a:endParaRPr/>
          </a:p>
        </p:txBody>
      </p:sp>
      <p:sp>
        <p:nvSpPr>
          <p:cNvPr id="167" name="Google Shape;167;p31"/>
          <p:cNvSpPr/>
          <p:nvPr/>
        </p:nvSpPr>
        <p:spPr>
          <a:xfrm>
            <a:off x="879986" y="3783997"/>
            <a:ext cx="4414686" cy="1295868"/>
          </a:xfrm>
          <a:prstGeom prst="rect">
            <a:avLst/>
          </a:prstGeom>
          <a:noFill/>
          <a:ln>
            <a:noFill/>
          </a:ln>
        </p:spPr>
        <p:txBody>
          <a:bodyPr spcFirstLastPara="1" wrap="square" lIns="91425" tIns="45700" rIns="91425" bIns="45700" anchor="t" anchorCtr="0">
            <a:noAutofit/>
          </a:bodyPr>
          <a:lstStyle/>
          <a:p>
            <a:pPr marL="0" marR="0" lvl="0" indent="0" algn="l" rtl="0">
              <a:lnSpc>
                <a:spcPct val="150000"/>
              </a:lnSpc>
              <a:spcBef>
                <a:spcPts val="0"/>
              </a:spcBef>
              <a:spcAft>
                <a:spcPts val="0"/>
              </a:spcAft>
              <a:buNone/>
            </a:pPr>
            <a:r>
              <a:rPr lang="en-US" sz="1800" b="1">
                <a:solidFill>
                  <a:schemeClr val="dk1"/>
                </a:solidFill>
                <a:latin typeface="Arial"/>
                <a:ea typeface="Arial"/>
                <a:cs typeface="Arial"/>
                <a:sym typeface="Arial"/>
              </a:rPr>
              <a:t># update value</a:t>
            </a:r>
            <a:endParaRPr/>
          </a:p>
          <a:p>
            <a:pPr marL="0" marR="0" lvl="0" indent="0" algn="l" rtl="0">
              <a:lnSpc>
                <a:spcPct val="150000"/>
              </a:lnSpc>
              <a:spcBef>
                <a:spcPts val="0"/>
              </a:spcBef>
              <a:spcAft>
                <a:spcPts val="0"/>
              </a:spcAft>
              <a:buNone/>
            </a:pPr>
            <a:r>
              <a:rPr lang="en-US" sz="1800">
                <a:solidFill>
                  <a:schemeClr val="dk1"/>
                </a:solidFill>
                <a:latin typeface="Arial"/>
                <a:ea typeface="Arial"/>
                <a:cs typeface="Arial"/>
                <a:sym typeface="Arial"/>
              </a:rPr>
              <a:t>dict1['Name'] = "Aditya"</a:t>
            </a:r>
            <a:endParaRPr/>
          </a:p>
          <a:p>
            <a:pPr marL="0" marR="0" lvl="0" indent="0" algn="l" rtl="0">
              <a:lnSpc>
                <a:spcPct val="150000"/>
              </a:lnSpc>
              <a:spcBef>
                <a:spcPts val="0"/>
              </a:spcBef>
              <a:spcAft>
                <a:spcPts val="0"/>
              </a:spcAft>
              <a:buNone/>
            </a:pPr>
            <a:r>
              <a:rPr lang="en-US" sz="1800">
                <a:solidFill>
                  <a:schemeClr val="dk1"/>
                </a:solidFill>
                <a:latin typeface="Arial"/>
                <a:ea typeface="Arial"/>
                <a:cs typeface="Arial"/>
                <a:sym typeface="Arial"/>
              </a:rPr>
              <a:t>dict1</a:t>
            </a:r>
            <a:endParaRPr/>
          </a:p>
        </p:txBody>
      </p:sp>
      <p:sp>
        <p:nvSpPr>
          <p:cNvPr id="168" name="Google Shape;168;p31"/>
          <p:cNvSpPr/>
          <p:nvPr/>
        </p:nvSpPr>
        <p:spPr>
          <a:xfrm>
            <a:off x="5437237" y="4789014"/>
            <a:ext cx="5916564" cy="1295868"/>
          </a:xfrm>
          <a:prstGeom prst="rect">
            <a:avLst/>
          </a:prstGeom>
          <a:noFill/>
          <a:ln>
            <a:noFill/>
          </a:ln>
        </p:spPr>
        <p:txBody>
          <a:bodyPr spcFirstLastPara="1" wrap="square" lIns="91425" tIns="45700" rIns="91425" bIns="45700" anchor="t" anchorCtr="0">
            <a:noAutofit/>
          </a:bodyPr>
          <a:lstStyle/>
          <a:p>
            <a:pPr marL="0" marR="0" lvl="0" indent="0" algn="l" rtl="0">
              <a:lnSpc>
                <a:spcPct val="150000"/>
              </a:lnSpc>
              <a:spcBef>
                <a:spcPts val="0"/>
              </a:spcBef>
              <a:spcAft>
                <a:spcPts val="0"/>
              </a:spcAft>
              <a:buNone/>
            </a:pPr>
            <a:r>
              <a:rPr lang="en-US" sz="1800">
                <a:solidFill>
                  <a:schemeClr val="dk1"/>
                </a:solidFill>
                <a:latin typeface="Arial"/>
                <a:ea typeface="Arial"/>
                <a:cs typeface="Arial"/>
                <a:sym typeface="Arial"/>
              </a:rPr>
              <a:t># </a:t>
            </a:r>
            <a:r>
              <a:rPr lang="en-US" sz="1800" b="1">
                <a:solidFill>
                  <a:schemeClr val="dk1"/>
                </a:solidFill>
                <a:latin typeface="Arial"/>
                <a:ea typeface="Arial"/>
                <a:cs typeface="Arial"/>
                <a:sym typeface="Arial"/>
              </a:rPr>
              <a:t>add item</a:t>
            </a:r>
            <a:endParaRPr/>
          </a:p>
          <a:p>
            <a:pPr marL="0" marR="0" lvl="0" indent="0" algn="l" rtl="0">
              <a:lnSpc>
                <a:spcPct val="150000"/>
              </a:lnSpc>
              <a:spcBef>
                <a:spcPts val="0"/>
              </a:spcBef>
              <a:spcAft>
                <a:spcPts val="0"/>
              </a:spcAft>
              <a:buNone/>
            </a:pPr>
            <a:r>
              <a:rPr lang="en-US" sz="1800">
                <a:solidFill>
                  <a:schemeClr val="dk1"/>
                </a:solidFill>
                <a:latin typeface="Arial"/>
                <a:ea typeface="Arial"/>
                <a:cs typeface="Arial"/>
                <a:sym typeface="Arial"/>
              </a:rPr>
              <a:t>dict1[‘Description'] = "Python Programming"</a:t>
            </a:r>
            <a:endParaRPr/>
          </a:p>
          <a:p>
            <a:pPr marL="0" marR="0" lvl="0" indent="0" algn="l" rtl="0">
              <a:lnSpc>
                <a:spcPct val="150000"/>
              </a:lnSpc>
              <a:spcBef>
                <a:spcPts val="0"/>
              </a:spcBef>
              <a:spcAft>
                <a:spcPts val="0"/>
              </a:spcAft>
              <a:buNone/>
            </a:pPr>
            <a:r>
              <a:rPr lang="en-US" sz="1800">
                <a:solidFill>
                  <a:schemeClr val="dk1"/>
                </a:solidFill>
                <a:latin typeface="Arial"/>
                <a:ea typeface="Arial"/>
                <a:cs typeface="Arial"/>
                <a:sym typeface="Arial"/>
              </a:rPr>
              <a:t>dict1</a:t>
            </a:r>
            <a:endParaRPr/>
          </a:p>
        </p:txBody>
      </p:sp>
      <p:pic>
        <p:nvPicPr>
          <p:cNvPr id="2" name="Google Shape;223;p39">
            <a:extLst>
              <a:ext uri="{FF2B5EF4-FFF2-40B4-BE49-F238E27FC236}">
                <a16:creationId xmlns:a16="http://schemas.microsoft.com/office/drawing/2014/main" id="{F4EDA497-4031-2F59-88B2-C11EC318F759}"/>
              </a:ext>
            </a:extLst>
          </p:cNvPr>
          <p:cNvPicPr preferRelativeResize="0"/>
          <p:nvPr/>
        </p:nvPicPr>
        <p:blipFill rotWithShape="1">
          <a:blip r:embed="rId3">
            <a:alphaModFix/>
          </a:blip>
          <a:srcRect/>
          <a:stretch/>
        </p:blipFill>
        <p:spPr>
          <a:xfrm>
            <a:off x="9749090" y="57292"/>
            <a:ext cx="2442910" cy="844062"/>
          </a:xfrm>
          <a:prstGeom prst="rect">
            <a:avLst/>
          </a:prstGeom>
          <a:noFill/>
          <a:ln>
            <a:noFill/>
          </a:ln>
        </p:spPr>
      </p:pic>
      <p:pic>
        <p:nvPicPr>
          <p:cNvPr id="3" name="Google Shape;133;p27">
            <a:extLst>
              <a:ext uri="{FF2B5EF4-FFF2-40B4-BE49-F238E27FC236}">
                <a16:creationId xmlns:a16="http://schemas.microsoft.com/office/drawing/2014/main" id="{FC2CC806-2BD6-0545-A9F6-B1EA9B38EA71}"/>
              </a:ext>
            </a:extLst>
          </p:cNvPr>
          <p:cNvPicPr preferRelativeResize="0"/>
          <p:nvPr/>
        </p:nvPicPr>
        <p:blipFill rotWithShape="1">
          <a:blip r:embed="rId4">
            <a:alphaModFix/>
          </a:blip>
          <a:srcRect/>
          <a:stretch/>
        </p:blipFill>
        <p:spPr>
          <a:xfrm>
            <a:off x="6174658" y="6468636"/>
            <a:ext cx="5875606" cy="468022"/>
          </a:xfrm>
          <a:prstGeom prst="rect">
            <a:avLst/>
          </a:prstGeom>
          <a:noFill/>
          <a:ln>
            <a:noFill/>
          </a:ln>
        </p:spPr>
      </p:pic>
      <p:pic>
        <p:nvPicPr>
          <p:cNvPr id="4" name="Picture 3">
            <a:extLst>
              <a:ext uri="{FF2B5EF4-FFF2-40B4-BE49-F238E27FC236}">
                <a16:creationId xmlns:a16="http://schemas.microsoft.com/office/drawing/2014/main" id="{11310359-CFBA-DD35-83E5-1B163F56BC5F}"/>
              </a:ext>
            </a:extLst>
          </p:cNvPr>
          <p:cNvPicPr>
            <a:picLocks noChangeAspect="1"/>
          </p:cNvPicPr>
          <p:nvPr/>
        </p:nvPicPr>
        <p:blipFill>
          <a:blip r:embed="rId5"/>
          <a:stretch>
            <a:fillRect/>
          </a:stretch>
        </p:blipFill>
        <p:spPr>
          <a:xfrm>
            <a:off x="9195610" y="35510"/>
            <a:ext cx="2972215" cy="876422"/>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2"/>
        <p:cNvGrpSpPr/>
        <p:nvPr/>
      </p:nvGrpSpPr>
      <p:grpSpPr>
        <a:xfrm>
          <a:off x="0" y="0"/>
          <a:ext cx="0" cy="0"/>
          <a:chOff x="0" y="0"/>
          <a:chExt cx="0" cy="0"/>
        </a:xfrm>
      </p:grpSpPr>
      <p:sp>
        <p:nvSpPr>
          <p:cNvPr id="173" name="Google Shape;173;p32"/>
          <p:cNvSpPr txBox="1">
            <a:spLocks noGrp="1"/>
          </p:cNvSpPr>
          <p:nvPr>
            <p:ph type="title"/>
          </p:nvPr>
        </p:nvSpPr>
        <p:spPr>
          <a:xfrm>
            <a:off x="275492" y="95489"/>
            <a:ext cx="11078308"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13CB2"/>
              </a:buClr>
              <a:buSzPts val="4400"/>
              <a:buFont typeface="Arial"/>
              <a:buNone/>
            </a:pPr>
            <a:r>
              <a:rPr lang="en-US" sz="3200" dirty="0"/>
              <a:t>Updating dictionary values using update()</a:t>
            </a:r>
            <a:endParaRPr sz="3200" dirty="0"/>
          </a:p>
        </p:txBody>
      </p:sp>
      <p:sp>
        <p:nvSpPr>
          <p:cNvPr id="174" name="Google Shape;174;p32"/>
          <p:cNvSpPr txBox="1">
            <a:spLocks noGrp="1"/>
          </p:cNvSpPr>
          <p:nvPr>
            <p:ph type="body" idx="1"/>
          </p:nvPr>
        </p:nvSpPr>
        <p:spPr>
          <a:xfrm>
            <a:off x="276225" y="1547446"/>
            <a:ext cx="11077575" cy="4572367"/>
          </a:xfrm>
          <a:prstGeom prst="rect">
            <a:avLst/>
          </a:prstGeom>
          <a:noFill/>
          <a:ln>
            <a:noFill/>
          </a:ln>
        </p:spPr>
        <p:txBody>
          <a:bodyPr spcFirstLastPara="1" wrap="square" lIns="91425" tIns="45700" rIns="91425" bIns="45700" anchor="t" anchorCtr="0">
            <a:normAutofit/>
          </a:bodyPr>
          <a:lstStyle/>
          <a:p>
            <a:pPr marL="342900" lvl="0" indent="-342900" algn="l" rtl="0">
              <a:lnSpc>
                <a:spcPct val="90000"/>
              </a:lnSpc>
              <a:spcBef>
                <a:spcPts val="0"/>
              </a:spcBef>
              <a:spcAft>
                <a:spcPts val="0"/>
              </a:spcAft>
              <a:buClr>
                <a:schemeClr val="dk1"/>
              </a:buClr>
              <a:buSzPts val="2000"/>
              <a:buFont typeface="Arial"/>
              <a:buChar char="•"/>
            </a:pPr>
            <a:r>
              <a:rPr lang="en-US"/>
              <a:t>update() : </a:t>
            </a:r>
            <a:r>
              <a:rPr lang="en-US" b="0"/>
              <a:t>updates the dictionary with the elements from  another dictionary object  </a:t>
            </a:r>
            <a:endParaRPr/>
          </a:p>
          <a:p>
            <a:pPr marL="0" lvl="0" indent="0" algn="l" rtl="0">
              <a:lnSpc>
                <a:spcPct val="90000"/>
              </a:lnSpc>
              <a:spcBef>
                <a:spcPts val="1800"/>
              </a:spcBef>
              <a:spcAft>
                <a:spcPts val="0"/>
              </a:spcAft>
              <a:buClr>
                <a:schemeClr val="dk1"/>
              </a:buClr>
              <a:buSzPts val="2000"/>
              <a:buNone/>
            </a:pPr>
            <a:r>
              <a:rPr lang="en-US" b="0"/>
              <a:t>                                    or </a:t>
            </a:r>
            <a:endParaRPr/>
          </a:p>
          <a:p>
            <a:pPr marL="0" lvl="0" indent="0" algn="l" rtl="0">
              <a:lnSpc>
                <a:spcPct val="90000"/>
              </a:lnSpc>
              <a:spcBef>
                <a:spcPts val="1800"/>
              </a:spcBef>
              <a:spcAft>
                <a:spcPts val="0"/>
              </a:spcAft>
              <a:buClr>
                <a:schemeClr val="dk1"/>
              </a:buClr>
              <a:buSzPts val="2000"/>
              <a:buNone/>
            </a:pPr>
            <a:r>
              <a:rPr lang="en-US" b="0"/>
              <a:t>                     from an iterable of key/value pairs.</a:t>
            </a:r>
            <a:endParaRPr/>
          </a:p>
        </p:txBody>
      </p:sp>
      <p:sp>
        <p:nvSpPr>
          <p:cNvPr id="175" name="Google Shape;175;p32"/>
          <p:cNvSpPr/>
          <p:nvPr/>
        </p:nvSpPr>
        <p:spPr>
          <a:xfrm>
            <a:off x="1616485" y="3224500"/>
            <a:ext cx="9341568" cy="1891287"/>
          </a:xfrm>
          <a:prstGeom prst="rect">
            <a:avLst/>
          </a:prstGeom>
          <a:noFill/>
          <a:ln>
            <a:noFill/>
          </a:ln>
        </p:spPr>
        <p:txBody>
          <a:bodyPr spcFirstLastPara="1" wrap="square" lIns="91425" tIns="45700" rIns="91425" bIns="45700" anchor="t" anchorCtr="0">
            <a:noAutofit/>
          </a:bodyPr>
          <a:lstStyle/>
          <a:p>
            <a:pPr marL="0" marR="0" lvl="0" indent="0" algn="l" rtl="0">
              <a:lnSpc>
                <a:spcPct val="150000"/>
              </a:lnSpc>
              <a:spcBef>
                <a:spcPts val="0"/>
              </a:spcBef>
              <a:spcAft>
                <a:spcPts val="0"/>
              </a:spcAft>
              <a:buNone/>
            </a:pPr>
            <a:r>
              <a:rPr lang="en-US" sz="2000">
                <a:solidFill>
                  <a:schemeClr val="dk1"/>
                </a:solidFill>
                <a:latin typeface="Arial"/>
                <a:ea typeface="Arial"/>
                <a:cs typeface="Arial"/>
                <a:sym typeface="Arial"/>
              </a:rPr>
              <a:t>dict1 = {'ID': '100', 'Name': 'Shashank ', 'Age':30, 'Profession':'Programmer'}</a:t>
            </a:r>
            <a:endParaRPr/>
          </a:p>
          <a:p>
            <a:pPr marL="0" marR="0" lvl="0" indent="0" algn="l" rtl="0">
              <a:lnSpc>
                <a:spcPct val="150000"/>
              </a:lnSpc>
              <a:spcBef>
                <a:spcPts val="0"/>
              </a:spcBef>
              <a:spcAft>
                <a:spcPts val="0"/>
              </a:spcAft>
              <a:buNone/>
            </a:pPr>
            <a:r>
              <a:rPr lang="en-US" sz="2000">
                <a:solidFill>
                  <a:schemeClr val="dk1"/>
                </a:solidFill>
                <a:latin typeface="Arial"/>
                <a:ea typeface="Arial"/>
                <a:cs typeface="Arial"/>
                <a:sym typeface="Arial"/>
              </a:rPr>
              <a:t>dict2 ={"Area":"Machine Learning"}</a:t>
            </a:r>
            <a:endParaRPr/>
          </a:p>
          <a:p>
            <a:pPr marL="0" marR="0" lvl="0" indent="0" algn="l" rtl="0">
              <a:lnSpc>
                <a:spcPct val="150000"/>
              </a:lnSpc>
              <a:spcBef>
                <a:spcPts val="0"/>
              </a:spcBef>
              <a:spcAft>
                <a:spcPts val="0"/>
              </a:spcAft>
              <a:buNone/>
            </a:pPr>
            <a:r>
              <a:rPr lang="en-US" sz="2000">
                <a:solidFill>
                  <a:schemeClr val="dk1"/>
                </a:solidFill>
                <a:latin typeface="Arial"/>
                <a:ea typeface="Arial"/>
                <a:cs typeface="Arial"/>
                <a:sym typeface="Arial"/>
              </a:rPr>
              <a:t>dict1.update(dict2)</a:t>
            </a:r>
            <a:endParaRPr/>
          </a:p>
          <a:p>
            <a:pPr marL="0" marR="0" lvl="0" indent="0" algn="l" rtl="0">
              <a:lnSpc>
                <a:spcPct val="150000"/>
              </a:lnSpc>
              <a:spcBef>
                <a:spcPts val="0"/>
              </a:spcBef>
              <a:spcAft>
                <a:spcPts val="0"/>
              </a:spcAft>
              <a:buNone/>
            </a:pPr>
            <a:r>
              <a:rPr lang="en-US" sz="2000">
                <a:solidFill>
                  <a:schemeClr val="dk1"/>
                </a:solidFill>
                <a:latin typeface="Arial"/>
                <a:ea typeface="Arial"/>
                <a:cs typeface="Arial"/>
                <a:sym typeface="Arial"/>
              </a:rPr>
              <a:t>print (dict1)</a:t>
            </a:r>
            <a:endParaRPr/>
          </a:p>
        </p:txBody>
      </p:sp>
      <p:pic>
        <p:nvPicPr>
          <p:cNvPr id="2" name="Google Shape;223;p39">
            <a:extLst>
              <a:ext uri="{FF2B5EF4-FFF2-40B4-BE49-F238E27FC236}">
                <a16:creationId xmlns:a16="http://schemas.microsoft.com/office/drawing/2014/main" id="{3EF2B646-9003-88B7-3CAA-F5666C0D0387}"/>
              </a:ext>
            </a:extLst>
          </p:cNvPr>
          <p:cNvPicPr preferRelativeResize="0"/>
          <p:nvPr/>
        </p:nvPicPr>
        <p:blipFill rotWithShape="1">
          <a:blip r:embed="rId3">
            <a:alphaModFix/>
          </a:blip>
          <a:srcRect/>
          <a:stretch/>
        </p:blipFill>
        <p:spPr>
          <a:xfrm>
            <a:off x="9749090" y="57292"/>
            <a:ext cx="2442910" cy="844062"/>
          </a:xfrm>
          <a:prstGeom prst="rect">
            <a:avLst/>
          </a:prstGeom>
          <a:noFill/>
          <a:ln>
            <a:noFill/>
          </a:ln>
        </p:spPr>
      </p:pic>
      <p:pic>
        <p:nvPicPr>
          <p:cNvPr id="3" name="Google Shape;133;p27">
            <a:extLst>
              <a:ext uri="{FF2B5EF4-FFF2-40B4-BE49-F238E27FC236}">
                <a16:creationId xmlns:a16="http://schemas.microsoft.com/office/drawing/2014/main" id="{AC7F30C1-F434-FE77-6A43-26E339E7555A}"/>
              </a:ext>
            </a:extLst>
          </p:cNvPr>
          <p:cNvPicPr preferRelativeResize="0"/>
          <p:nvPr/>
        </p:nvPicPr>
        <p:blipFill rotWithShape="1">
          <a:blip r:embed="rId4">
            <a:alphaModFix/>
          </a:blip>
          <a:srcRect/>
          <a:stretch/>
        </p:blipFill>
        <p:spPr>
          <a:xfrm>
            <a:off x="6174658" y="6468636"/>
            <a:ext cx="5875606" cy="468022"/>
          </a:xfrm>
          <a:prstGeom prst="rect">
            <a:avLst/>
          </a:prstGeom>
          <a:noFill/>
          <a:ln>
            <a:noFill/>
          </a:ln>
        </p:spPr>
      </p:pic>
      <p:pic>
        <p:nvPicPr>
          <p:cNvPr id="4" name="Picture 3">
            <a:extLst>
              <a:ext uri="{FF2B5EF4-FFF2-40B4-BE49-F238E27FC236}">
                <a16:creationId xmlns:a16="http://schemas.microsoft.com/office/drawing/2014/main" id="{D50EB78F-CDA4-A657-0066-E45E96872879}"/>
              </a:ext>
            </a:extLst>
          </p:cNvPr>
          <p:cNvPicPr>
            <a:picLocks noChangeAspect="1"/>
          </p:cNvPicPr>
          <p:nvPr/>
        </p:nvPicPr>
        <p:blipFill>
          <a:blip r:embed="rId5"/>
          <a:stretch>
            <a:fillRect/>
          </a:stretch>
        </p:blipFill>
        <p:spPr>
          <a:xfrm>
            <a:off x="9195610" y="35510"/>
            <a:ext cx="2972215" cy="876422"/>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9"/>
        <p:cNvGrpSpPr/>
        <p:nvPr/>
      </p:nvGrpSpPr>
      <p:grpSpPr>
        <a:xfrm>
          <a:off x="0" y="0"/>
          <a:ext cx="0" cy="0"/>
          <a:chOff x="0" y="0"/>
          <a:chExt cx="0" cy="0"/>
        </a:xfrm>
      </p:grpSpPr>
      <p:sp>
        <p:nvSpPr>
          <p:cNvPr id="180" name="Google Shape;180;p33"/>
          <p:cNvSpPr txBox="1">
            <a:spLocks noGrp="1"/>
          </p:cNvSpPr>
          <p:nvPr>
            <p:ph type="title"/>
          </p:nvPr>
        </p:nvSpPr>
        <p:spPr>
          <a:xfrm>
            <a:off x="275492" y="95489"/>
            <a:ext cx="11078308"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13CB2"/>
              </a:buClr>
              <a:buSzPts val="4400"/>
              <a:buFont typeface="Arial"/>
              <a:buNone/>
            </a:pPr>
            <a:r>
              <a:rPr lang="en-US" sz="3200" dirty="0"/>
              <a:t>Deleting values from dictionaries using del</a:t>
            </a:r>
            <a:endParaRPr sz="3200" dirty="0"/>
          </a:p>
        </p:txBody>
      </p:sp>
      <p:sp>
        <p:nvSpPr>
          <p:cNvPr id="181" name="Google Shape;181;p33"/>
          <p:cNvSpPr txBox="1">
            <a:spLocks noGrp="1"/>
          </p:cNvSpPr>
          <p:nvPr>
            <p:ph type="body" idx="1"/>
          </p:nvPr>
        </p:nvSpPr>
        <p:spPr>
          <a:xfrm>
            <a:off x="276225" y="1547447"/>
            <a:ext cx="11077575" cy="1881554"/>
          </a:xfrm>
          <a:prstGeom prst="rect">
            <a:avLst/>
          </a:prstGeom>
          <a:noFill/>
          <a:ln>
            <a:noFill/>
          </a:ln>
        </p:spPr>
        <p:txBody>
          <a:bodyPr spcFirstLastPara="1" wrap="square" lIns="91425" tIns="45700" rIns="91425" bIns="45700" anchor="t" anchorCtr="0">
            <a:normAutofit/>
          </a:bodyPr>
          <a:lstStyle/>
          <a:p>
            <a:pPr marL="342900" lvl="0" indent="-342900" algn="l" rtl="0">
              <a:lnSpc>
                <a:spcPct val="90000"/>
              </a:lnSpc>
              <a:spcBef>
                <a:spcPts val="0"/>
              </a:spcBef>
              <a:spcAft>
                <a:spcPts val="0"/>
              </a:spcAft>
              <a:buClr>
                <a:schemeClr val="dk1"/>
              </a:buClr>
              <a:buSzPts val="2000"/>
              <a:buFont typeface="Arial"/>
              <a:buChar char="•"/>
            </a:pPr>
            <a:r>
              <a:rPr lang="en-US"/>
              <a:t>del</a:t>
            </a:r>
            <a:r>
              <a:rPr lang="en-US" b="0"/>
              <a:t> statement is used for performing deletion operation</a:t>
            </a:r>
            <a:endParaRPr/>
          </a:p>
          <a:p>
            <a:pPr marL="0" lvl="0" indent="0" algn="l" rtl="0">
              <a:lnSpc>
                <a:spcPct val="90000"/>
              </a:lnSpc>
              <a:spcBef>
                <a:spcPts val="1800"/>
              </a:spcBef>
              <a:spcAft>
                <a:spcPts val="0"/>
              </a:spcAft>
              <a:buClr>
                <a:schemeClr val="dk1"/>
              </a:buClr>
              <a:buSzPts val="2000"/>
              <a:buNone/>
            </a:pPr>
            <a:r>
              <a:rPr lang="en-US" b="0"/>
              <a:t>        - Item can be deleted from a dictionary using the key</a:t>
            </a:r>
            <a:endParaRPr/>
          </a:p>
          <a:p>
            <a:pPr marL="0" lvl="0" indent="0" algn="l" rtl="0">
              <a:lnSpc>
                <a:spcPct val="90000"/>
              </a:lnSpc>
              <a:spcBef>
                <a:spcPts val="1800"/>
              </a:spcBef>
              <a:spcAft>
                <a:spcPts val="0"/>
              </a:spcAft>
              <a:buClr>
                <a:schemeClr val="dk1"/>
              </a:buClr>
              <a:buSzPts val="2000"/>
              <a:buNone/>
            </a:pPr>
            <a:r>
              <a:rPr lang="en-US"/>
              <a:t>          Syntax: </a:t>
            </a:r>
            <a:r>
              <a:rPr lang="en-US" b="0"/>
              <a:t>del [key]</a:t>
            </a:r>
            <a:endParaRPr/>
          </a:p>
          <a:p>
            <a:pPr marL="0" lvl="0" indent="0" algn="l" rtl="0">
              <a:lnSpc>
                <a:spcPct val="90000"/>
              </a:lnSpc>
              <a:spcBef>
                <a:spcPts val="1800"/>
              </a:spcBef>
              <a:spcAft>
                <a:spcPts val="0"/>
              </a:spcAft>
              <a:buClr>
                <a:schemeClr val="dk1"/>
              </a:buClr>
              <a:buSzPts val="2000"/>
              <a:buNone/>
            </a:pPr>
            <a:r>
              <a:rPr lang="en-US" b="0"/>
              <a:t>       - Whole dictionary can be deleted using the </a:t>
            </a:r>
            <a:r>
              <a:rPr lang="en-US"/>
              <a:t>del</a:t>
            </a:r>
            <a:r>
              <a:rPr lang="en-US" b="0"/>
              <a:t> statement</a:t>
            </a:r>
            <a:endParaRPr/>
          </a:p>
        </p:txBody>
      </p:sp>
      <p:sp>
        <p:nvSpPr>
          <p:cNvPr id="182" name="Google Shape;182;p33"/>
          <p:cNvSpPr/>
          <p:nvPr/>
        </p:nvSpPr>
        <p:spPr>
          <a:xfrm>
            <a:off x="776471" y="4662619"/>
            <a:ext cx="9498239" cy="1295868"/>
          </a:xfrm>
          <a:prstGeom prst="rect">
            <a:avLst/>
          </a:prstGeom>
          <a:noFill/>
          <a:ln>
            <a:noFill/>
          </a:ln>
        </p:spPr>
        <p:txBody>
          <a:bodyPr spcFirstLastPara="1" wrap="square" lIns="91425" tIns="45700" rIns="91425" bIns="45700" anchor="t" anchorCtr="0">
            <a:noAutofit/>
          </a:bodyPr>
          <a:lstStyle/>
          <a:p>
            <a:pPr marL="0" marR="0" lvl="0" indent="0" algn="l" rtl="0">
              <a:lnSpc>
                <a:spcPct val="150000"/>
              </a:lnSpc>
              <a:spcBef>
                <a:spcPts val="0"/>
              </a:spcBef>
              <a:spcAft>
                <a:spcPts val="0"/>
              </a:spcAft>
              <a:buNone/>
            </a:pPr>
            <a:r>
              <a:rPr lang="en-US" sz="1800" dirty="0">
                <a:solidFill>
                  <a:schemeClr val="dk1"/>
                </a:solidFill>
                <a:latin typeface="Arial"/>
                <a:ea typeface="Arial"/>
                <a:cs typeface="Arial"/>
                <a:sym typeface="Arial"/>
              </a:rPr>
              <a:t>dict1 = {'ID': '100', 'Name': 'Shashank ', 'Age':30, 'Profession’: 'Programmer'}</a:t>
            </a:r>
            <a:endParaRPr dirty="0"/>
          </a:p>
          <a:p>
            <a:pPr marL="0" marR="0" lvl="0" indent="0" algn="l" rtl="0">
              <a:lnSpc>
                <a:spcPct val="150000"/>
              </a:lnSpc>
              <a:spcBef>
                <a:spcPts val="0"/>
              </a:spcBef>
              <a:spcAft>
                <a:spcPts val="0"/>
              </a:spcAft>
              <a:buNone/>
            </a:pPr>
            <a:r>
              <a:rPr lang="en-US" sz="1800" dirty="0">
                <a:solidFill>
                  <a:schemeClr val="dk1"/>
                </a:solidFill>
                <a:latin typeface="Arial"/>
                <a:ea typeface="Arial"/>
                <a:cs typeface="Arial"/>
                <a:sym typeface="Arial"/>
              </a:rPr>
              <a:t>del dict1['ID']</a:t>
            </a:r>
            <a:endParaRPr dirty="0"/>
          </a:p>
          <a:p>
            <a:pPr marL="0" marR="0" lvl="0" indent="0" algn="l" rtl="0">
              <a:lnSpc>
                <a:spcPct val="150000"/>
              </a:lnSpc>
              <a:spcBef>
                <a:spcPts val="0"/>
              </a:spcBef>
              <a:spcAft>
                <a:spcPts val="0"/>
              </a:spcAft>
              <a:buNone/>
            </a:pPr>
            <a:r>
              <a:rPr lang="en-US" sz="1800" dirty="0">
                <a:solidFill>
                  <a:schemeClr val="dk1"/>
                </a:solidFill>
                <a:latin typeface="Arial"/>
                <a:ea typeface="Arial"/>
                <a:cs typeface="Arial"/>
                <a:sym typeface="Arial"/>
              </a:rPr>
              <a:t>dict1</a:t>
            </a:r>
            <a:endParaRPr dirty="0"/>
          </a:p>
        </p:txBody>
      </p:sp>
      <p:sp>
        <p:nvSpPr>
          <p:cNvPr id="183" name="Google Shape;183;p33"/>
          <p:cNvSpPr/>
          <p:nvPr/>
        </p:nvSpPr>
        <p:spPr>
          <a:xfrm>
            <a:off x="9062135" y="4080731"/>
            <a:ext cx="1908410" cy="369332"/>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dirty="0">
                <a:solidFill>
                  <a:schemeClr val="dk1"/>
                </a:solidFill>
                <a:latin typeface="Arial"/>
                <a:ea typeface="Arial"/>
                <a:cs typeface="Arial"/>
                <a:sym typeface="Arial"/>
              </a:rPr>
              <a:t>del dict1</a:t>
            </a:r>
            <a:endParaRPr dirty="0"/>
          </a:p>
        </p:txBody>
      </p:sp>
      <p:sp>
        <p:nvSpPr>
          <p:cNvPr id="184" name="Google Shape;184;p33"/>
          <p:cNvSpPr/>
          <p:nvPr/>
        </p:nvSpPr>
        <p:spPr>
          <a:xfrm>
            <a:off x="6768678" y="3591792"/>
            <a:ext cx="5423322" cy="369332"/>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dirty="0">
                <a:solidFill>
                  <a:srgbClr val="FF0000"/>
                </a:solidFill>
                <a:latin typeface="Arial"/>
                <a:ea typeface="Arial"/>
                <a:cs typeface="Arial"/>
                <a:sym typeface="Arial"/>
              </a:rPr>
              <a:t>Note: For deleting all items of dictionary</a:t>
            </a:r>
            <a:endParaRPr dirty="0"/>
          </a:p>
        </p:txBody>
      </p:sp>
      <p:sp>
        <p:nvSpPr>
          <p:cNvPr id="185" name="Google Shape;185;p33"/>
          <p:cNvSpPr/>
          <p:nvPr/>
        </p:nvSpPr>
        <p:spPr>
          <a:xfrm>
            <a:off x="776471" y="4130496"/>
            <a:ext cx="5585000" cy="369332"/>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dirty="0">
                <a:solidFill>
                  <a:srgbClr val="FF0000"/>
                </a:solidFill>
                <a:latin typeface="Arial"/>
                <a:ea typeface="Arial"/>
                <a:cs typeface="Arial"/>
                <a:sym typeface="Arial"/>
              </a:rPr>
              <a:t>Note: For deleting specific item using Key</a:t>
            </a:r>
            <a:endParaRPr dirty="0"/>
          </a:p>
        </p:txBody>
      </p:sp>
      <p:pic>
        <p:nvPicPr>
          <p:cNvPr id="2" name="Google Shape;223;p39">
            <a:extLst>
              <a:ext uri="{FF2B5EF4-FFF2-40B4-BE49-F238E27FC236}">
                <a16:creationId xmlns:a16="http://schemas.microsoft.com/office/drawing/2014/main" id="{0F003429-E18A-A015-2158-3D2BAEF0512E}"/>
              </a:ext>
            </a:extLst>
          </p:cNvPr>
          <p:cNvPicPr preferRelativeResize="0"/>
          <p:nvPr/>
        </p:nvPicPr>
        <p:blipFill rotWithShape="1">
          <a:blip r:embed="rId3">
            <a:alphaModFix/>
          </a:blip>
          <a:srcRect/>
          <a:stretch/>
        </p:blipFill>
        <p:spPr>
          <a:xfrm>
            <a:off x="9749090" y="57292"/>
            <a:ext cx="2442910" cy="844062"/>
          </a:xfrm>
          <a:prstGeom prst="rect">
            <a:avLst/>
          </a:prstGeom>
          <a:noFill/>
          <a:ln>
            <a:noFill/>
          </a:ln>
        </p:spPr>
      </p:pic>
      <p:pic>
        <p:nvPicPr>
          <p:cNvPr id="3" name="Google Shape;133;p27">
            <a:extLst>
              <a:ext uri="{FF2B5EF4-FFF2-40B4-BE49-F238E27FC236}">
                <a16:creationId xmlns:a16="http://schemas.microsoft.com/office/drawing/2014/main" id="{CA020315-5CAF-9941-CBE3-81BD0D9EE80C}"/>
              </a:ext>
            </a:extLst>
          </p:cNvPr>
          <p:cNvPicPr preferRelativeResize="0"/>
          <p:nvPr/>
        </p:nvPicPr>
        <p:blipFill rotWithShape="1">
          <a:blip r:embed="rId4">
            <a:alphaModFix/>
          </a:blip>
          <a:srcRect/>
          <a:stretch/>
        </p:blipFill>
        <p:spPr>
          <a:xfrm>
            <a:off x="6174658" y="6468636"/>
            <a:ext cx="5875606" cy="468022"/>
          </a:xfrm>
          <a:prstGeom prst="rect">
            <a:avLst/>
          </a:prstGeom>
          <a:noFill/>
          <a:ln>
            <a:noFill/>
          </a:ln>
        </p:spPr>
      </p:pic>
      <p:pic>
        <p:nvPicPr>
          <p:cNvPr id="4" name="Picture 3">
            <a:extLst>
              <a:ext uri="{FF2B5EF4-FFF2-40B4-BE49-F238E27FC236}">
                <a16:creationId xmlns:a16="http://schemas.microsoft.com/office/drawing/2014/main" id="{EB78F245-D8C6-5B08-3530-07E46A0E60FD}"/>
              </a:ext>
            </a:extLst>
          </p:cNvPr>
          <p:cNvPicPr>
            <a:picLocks noChangeAspect="1"/>
          </p:cNvPicPr>
          <p:nvPr/>
        </p:nvPicPr>
        <p:blipFill>
          <a:blip r:embed="rId5"/>
          <a:stretch>
            <a:fillRect/>
          </a:stretch>
        </p:blipFill>
        <p:spPr>
          <a:xfrm>
            <a:off x="9195610" y="35510"/>
            <a:ext cx="2972215" cy="876422"/>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89"/>
        <p:cNvGrpSpPr/>
        <p:nvPr/>
      </p:nvGrpSpPr>
      <p:grpSpPr>
        <a:xfrm>
          <a:off x="0" y="0"/>
          <a:ext cx="0" cy="0"/>
          <a:chOff x="0" y="0"/>
          <a:chExt cx="0" cy="0"/>
        </a:xfrm>
      </p:grpSpPr>
      <p:sp>
        <p:nvSpPr>
          <p:cNvPr id="190" name="Google Shape;190;p34"/>
          <p:cNvSpPr txBox="1">
            <a:spLocks noGrp="1"/>
          </p:cNvSpPr>
          <p:nvPr>
            <p:ph type="title"/>
          </p:nvPr>
        </p:nvSpPr>
        <p:spPr>
          <a:xfrm>
            <a:off x="275492" y="95489"/>
            <a:ext cx="11078308"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13CB2"/>
              </a:buClr>
              <a:buSzPts val="4400"/>
              <a:buFont typeface="Arial"/>
              <a:buNone/>
            </a:pPr>
            <a:r>
              <a:rPr lang="en-US" sz="3200" dirty="0"/>
              <a:t>Deleting values from dictionaries using pop</a:t>
            </a:r>
            <a:endParaRPr sz="3200" dirty="0"/>
          </a:p>
        </p:txBody>
      </p:sp>
      <p:sp>
        <p:nvSpPr>
          <p:cNvPr id="191" name="Google Shape;191;p34"/>
          <p:cNvSpPr txBox="1">
            <a:spLocks noGrp="1"/>
          </p:cNvSpPr>
          <p:nvPr>
            <p:ph type="body" idx="1"/>
          </p:nvPr>
        </p:nvSpPr>
        <p:spPr>
          <a:xfrm>
            <a:off x="276225" y="1547447"/>
            <a:ext cx="11077575" cy="1136760"/>
          </a:xfrm>
          <a:prstGeom prst="rect">
            <a:avLst/>
          </a:prstGeom>
          <a:noFill/>
          <a:ln>
            <a:noFill/>
          </a:ln>
        </p:spPr>
        <p:txBody>
          <a:bodyPr spcFirstLastPara="1" wrap="square" lIns="91425" tIns="45700" rIns="91425" bIns="45700" anchor="t" anchorCtr="0">
            <a:normAutofit/>
          </a:bodyPr>
          <a:lstStyle/>
          <a:p>
            <a:pPr marL="342900" lvl="0" indent="-342900" algn="l" rtl="0">
              <a:lnSpc>
                <a:spcPct val="90000"/>
              </a:lnSpc>
              <a:spcBef>
                <a:spcPts val="0"/>
              </a:spcBef>
              <a:spcAft>
                <a:spcPts val="0"/>
              </a:spcAft>
              <a:buClr>
                <a:schemeClr val="dk1"/>
              </a:buClr>
              <a:buSzPts val="2000"/>
              <a:buFont typeface="Arial"/>
              <a:buChar char="•"/>
            </a:pPr>
            <a:r>
              <a:rPr lang="en-US"/>
              <a:t>pop:  </a:t>
            </a:r>
            <a:r>
              <a:rPr lang="en-US" b="0"/>
              <a:t>removes as item with the provided key and returns the value</a:t>
            </a:r>
            <a:r>
              <a:rPr lang="en-US"/>
              <a:t> </a:t>
            </a:r>
            <a:endParaRPr/>
          </a:p>
          <a:p>
            <a:pPr marL="0" lvl="0" indent="0" algn="l" rtl="0">
              <a:lnSpc>
                <a:spcPct val="90000"/>
              </a:lnSpc>
              <a:spcBef>
                <a:spcPts val="1800"/>
              </a:spcBef>
              <a:spcAft>
                <a:spcPts val="0"/>
              </a:spcAft>
              <a:buClr>
                <a:schemeClr val="dk1"/>
              </a:buClr>
              <a:buSzPts val="2000"/>
              <a:buNone/>
            </a:pPr>
            <a:r>
              <a:rPr lang="en-US" b="0"/>
              <a:t>                   - remove an item in a dictionary</a:t>
            </a:r>
            <a:endParaRPr/>
          </a:p>
        </p:txBody>
      </p:sp>
      <p:sp>
        <p:nvSpPr>
          <p:cNvPr id="192" name="Google Shape;192;p34"/>
          <p:cNvSpPr/>
          <p:nvPr/>
        </p:nvSpPr>
        <p:spPr>
          <a:xfrm>
            <a:off x="1292942" y="3289256"/>
            <a:ext cx="8305800" cy="1477328"/>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solidFill>
                  <a:schemeClr val="dk1"/>
                </a:solidFill>
                <a:latin typeface="Arial"/>
                <a:ea typeface="Arial"/>
                <a:cs typeface="Arial"/>
                <a:sym typeface="Arial"/>
              </a:rPr>
              <a:t>dict1 = {'ID': '100', 'Name': 'Shashank ', 'Age':30, 'Profession’: 'Programmer'}</a:t>
            </a:r>
            <a:endParaRPr/>
          </a:p>
          <a:p>
            <a:pPr marL="0" marR="0" lvl="0" indent="0" algn="l" rtl="0">
              <a:spcBef>
                <a:spcPts val="0"/>
              </a:spcBef>
              <a:spcAft>
                <a:spcPts val="0"/>
              </a:spcAft>
              <a:buNone/>
            </a:pPr>
            <a:endParaRPr sz="1800">
              <a:solidFill>
                <a:schemeClr val="dk1"/>
              </a:solidFill>
              <a:latin typeface="Arial"/>
              <a:ea typeface="Arial"/>
              <a:cs typeface="Arial"/>
              <a:sym typeface="Arial"/>
            </a:endParaRPr>
          </a:p>
          <a:p>
            <a:pPr marL="0" marR="0" lvl="0" indent="0" algn="l" rtl="0">
              <a:spcBef>
                <a:spcPts val="0"/>
              </a:spcBef>
              <a:spcAft>
                <a:spcPts val="0"/>
              </a:spcAft>
              <a:buNone/>
            </a:pPr>
            <a:r>
              <a:rPr lang="en-US" sz="1800">
                <a:solidFill>
                  <a:schemeClr val="dk1"/>
                </a:solidFill>
                <a:latin typeface="Arial"/>
                <a:ea typeface="Arial"/>
                <a:cs typeface="Arial"/>
                <a:sym typeface="Arial"/>
              </a:rPr>
              <a:t>dict1.pop ('ID')</a:t>
            </a:r>
            <a:endParaRPr/>
          </a:p>
          <a:p>
            <a:pPr marL="0" marR="0" lvl="0" indent="0" algn="l" rtl="0">
              <a:spcBef>
                <a:spcPts val="0"/>
              </a:spcBef>
              <a:spcAft>
                <a:spcPts val="0"/>
              </a:spcAft>
              <a:buNone/>
            </a:pPr>
            <a:endParaRPr sz="1800">
              <a:solidFill>
                <a:schemeClr val="dk1"/>
              </a:solidFill>
              <a:latin typeface="Arial"/>
              <a:ea typeface="Arial"/>
              <a:cs typeface="Arial"/>
              <a:sym typeface="Arial"/>
            </a:endParaRPr>
          </a:p>
          <a:p>
            <a:pPr marL="0" marR="0" lvl="0" indent="0" algn="l" rtl="0">
              <a:spcBef>
                <a:spcPts val="0"/>
              </a:spcBef>
              <a:spcAft>
                <a:spcPts val="0"/>
              </a:spcAft>
              <a:buNone/>
            </a:pPr>
            <a:r>
              <a:rPr lang="en-US" sz="1800">
                <a:solidFill>
                  <a:schemeClr val="dk1"/>
                </a:solidFill>
                <a:latin typeface="Arial"/>
                <a:ea typeface="Arial"/>
                <a:cs typeface="Arial"/>
                <a:sym typeface="Arial"/>
              </a:rPr>
              <a:t>dict1</a:t>
            </a:r>
            <a:endParaRPr/>
          </a:p>
        </p:txBody>
      </p:sp>
      <p:pic>
        <p:nvPicPr>
          <p:cNvPr id="2" name="Google Shape;223;p39">
            <a:extLst>
              <a:ext uri="{FF2B5EF4-FFF2-40B4-BE49-F238E27FC236}">
                <a16:creationId xmlns:a16="http://schemas.microsoft.com/office/drawing/2014/main" id="{24CD27F2-3F6B-8C4A-0B55-3B24654AE50A}"/>
              </a:ext>
            </a:extLst>
          </p:cNvPr>
          <p:cNvPicPr preferRelativeResize="0"/>
          <p:nvPr/>
        </p:nvPicPr>
        <p:blipFill rotWithShape="1">
          <a:blip r:embed="rId3">
            <a:alphaModFix/>
          </a:blip>
          <a:srcRect/>
          <a:stretch/>
        </p:blipFill>
        <p:spPr>
          <a:xfrm>
            <a:off x="9749090" y="57292"/>
            <a:ext cx="2442910" cy="844062"/>
          </a:xfrm>
          <a:prstGeom prst="rect">
            <a:avLst/>
          </a:prstGeom>
          <a:noFill/>
          <a:ln>
            <a:noFill/>
          </a:ln>
        </p:spPr>
      </p:pic>
      <p:pic>
        <p:nvPicPr>
          <p:cNvPr id="3" name="Google Shape;133;p27">
            <a:extLst>
              <a:ext uri="{FF2B5EF4-FFF2-40B4-BE49-F238E27FC236}">
                <a16:creationId xmlns:a16="http://schemas.microsoft.com/office/drawing/2014/main" id="{E8643AB6-AEE9-5248-E393-071B0669A433}"/>
              </a:ext>
            </a:extLst>
          </p:cNvPr>
          <p:cNvPicPr preferRelativeResize="0"/>
          <p:nvPr/>
        </p:nvPicPr>
        <p:blipFill rotWithShape="1">
          <a:blip r:embed="rId4">
            <a:alphaModFix/>
          </a:blip>
          <a:srcRect/>
          <a:stretch/>
        </p:blipFill>
        <p:spPr>
          <a:xfrm>
            <a:off x="6174658" y="6468636"/>
            <a:ext cx="5875606" cy="468022"/>
          </a:xfrm>
          <a:prstGeom prst="rect">
            <a:avLst/>
          </a:prstGeom>
          <a:noFill/>
          <a:ln>
            <a:noFill/>
          </a:ln>
        </p:spPr>
      </p:pic>
      <p:pic>
        <p:nvPicPr>
          <p:cNvPr id="4" name="Picture 3">
            <a:extLst>
              <a:ext uri="{FF2B5EF4-FFF2-40B4-BE49-F238E27FC236}">
                <a16:creationId xmlns:a16="http://schemas.microsoft.com/office/drawing/2014/main" id="{8CAA561B-4036-87B2-9805-3F704227877F}"/>
              </a:ext>
            </a:extLst>
          </p:cNvPr>
          <p:cNvPicPr>
            <a:picLocks noChangeAspect="1"/>
          </p:cNvPicPr>
          <p:nvPr/>
        </p:nvPicPr>
        <p:blipFill>
          <a:blip r:embed="rId5"/>
          <a:stretch>
            <a:fillRect/>
          </a:stretch>
        </p:blipFill>
        <p:spPr>
          <a:xfrm>
            <a:off x="9195610" y="35510"/>
            <a:ext cx="2972215" cy="876422"/>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96"/>
        <p:cNvGrpSpPr/>
        <p:nvPr/>
      </p:nvGrpSpPr>
      <p:grpSpPr>
        <a:xfrm>
          <a:off x="0" y="0"/>
          <a:ext cx="0" cy="0"/>
          <a:chOff x="0" y="0"/>
          <a:chExt cx="0" cy="0"/>
        </a:xfrm>
      </p:grpSpPr>
      <p:sp>
        <p:nvSpPr>
          <p:cNvPr id="197" name="Google Shape;197;p35"/>
          <p:cNvSpPr txBox="1">
            <a:spLocks noGrp="1"/>
          </p:cNvSpPr>
          <p:nvPr>
            <p:ph type="title"/>
          </p:nvPr>
        </p:nvSpPr>
        <p:spPr>
          <a:xfrm>
            <a:off x="275492" y="95489"/>
            <a:ext cx="11078308"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13CB2"/>
              </a:buClr>
              <a:buSzPts val="4400"/>
              <a:buFont typeface="Arial"/>
              <a:buNone/>
            </a:pPr>
            <a:r>
              <a:rPr lang="en-US" sz="3200" dirty="0"/>
              <a:t>Deleting values from dictionaries using clear</a:t>
            </a:r>
            <a:endParaRPr sz="3200" dirty="0"/>
          </a:p>
        </p:txBody>
      </p:sp>
      <p:sp>
        <p:nvSpPr>
          <p:cNvPr id="198" name="Google Shape;198;p35"/>
          <p:cNvSpPr txBox="1">
            <a:spLocks noGrp="1"/>
          </p:cNvSpPr>
          <p:nvPr>
            <p:ph type="body" idx="1"/>
          </p:nvPr>
        </p:nvSpPr>
        <p:spPr>
          <a:xfrm>
            <a:off x="276225" y="1547447"/>
            <a:ext cx="11077575" cy="723806"/>
          </a:xfrm>
          <a:prstGeom prst="rect">
            <a:avLst/>
          </a:prstGeom>
          <a:noFill/>
          <a:ln>
            <a:noFill/>
          </a:ln>
        </p:spPr>
        <p:txBody>
          <a:bodyPr spcFirstLastPara="1" wrap="square" lIns="91425" tIns="45700" rIns="91425" bIns="45700" anchor="t" anchorCtr="0">
            <a:normAutofit/>
          </a:bodyPr>
          <a:lstStyle/>
          <a:p>
            <a:pPr marL="342900" lvl="0" indent="-342900" algn="l" rtl="0">
              <a:lnSpc>
                <a:spcPct val="90000"/>
              </a:lnSpc>
              <a:spcBef>
                <a:spcPts val="0"/>
              </a:spcBef>
              <a:spcAft>
                <a:spcPts val="0"/>
              </a:spcAft>
              <a:buClr>
                <a:schemeClr val="dk1"/>
              </a:buClr>
              <a:buSzPts val="2000"/>
              <a:buFont typeface="Arial"/>
              <a:buChar char="•"/>
            </a:pPr>
            <a:r>
              <a:rPr lang="en-US" b="0"/>
              <a:t>clear(): Remove all items form the dictionary.</a:t>
            </a:r>
            <a:endParaRPr/>
          </a:p>
        </p:txBody>
      </p:sp>
      <p:sp>
        <p:nvSpPr>
          <p:cNvPr id="199" name="Google Shape;199;p35"/>
          <p:cNvSpPr/>
          <p:nvPr/>
        </p:nvSpPr>
        <p:spPr>
          <a:xfrm>
            <a:off x="791495" y="3109055"/>
            <a:ext cx="8101781" cy="92333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solidFill>
                  <a:schemeClr val="dk1"/>
                </a:solidFill>
                <a:latin typeface="Arial"/>
                <a:ea typeface="Arial"/>
                <a:cs typeface="Arial"/>
                <a:sym typeface="Arial"/>
              </a:rPr>
              <a:t>dict1 = {'ID': '100', 'Name': 'Shashank ', 'Age':30, 'Profession':'Programmer'}</a:t>
            </a:r>
            <a:endParaRPr/>
          </a:p>
          <a:p>
            <a:pPr marL="0" marR="0" lvl="0" indent="0" algn="l" rtl="0">
              <a:spcBef>
                <a:spcPts val="0"/>
              </a:spcBef>
              <a:spcAft>
                <a:spcPts val="0"/>
              </a:spcAft>
              <a:buNone/>
            </a:pPr>
            <a:endParaRPr sz="1800">
              <a:solidFill>
                <a:schemeClr val="dk1"/>
              </a:solidFill>
              <a:latin typeface="Arial"/>
              <a:ea typeface="Arial"/>
              <a:cs typeface="Arial"/>
              <a:sym typeface="Arial"/>
            </a:endParaRPr>
          </a:p>
          <a:p>
            <a:pPr marL="0" marR="0" lvl="0" indent="0" algn="l" rtl="0">
              <a:spcBef>
                <a:spcPts val="0"/>
              </a:spcBef>
              <a:spcAft>
                <a:spcPts val="0"/>
              </a:spcAft>
              <a:buNone/>
            </a:pPr>
            <a:r>
              <a:rPr lang="en-US" sz="1800">
                <a:solidFill>
                  <a:schemeClr val="dk1"/>
                </a:solidFill>
                <a:latin typeface="Arial"/>
                <a:ea typeface="Arial"/>
                <a:cs typeface="Arial"/>
                <a:sym typeface="Arial"/>
              </a:rPr>
              <a:t>dict1.clear()</a:t>
            </a:r>
            <a:endParaRPr/>
          </a:p>
        </p:txBody>
      </p:sp>
      <p:pic>
        <p:nvPicPr>
          <p:cNvPr id="2" name="Google Shape;223;p39">
            <a:extLst>
              <a:ext uri="{FF2B5EF4-FFF2-40B4-BE49-F238E27FC236}">
                <a16:creationId xmlns:a16="http://schemas.microsoft.com/office/drawing/2014/main" id="{27B046DE-1114-D11A-F177-C60C3827FE62}"/>
              </a:ext>
            </a:extLst>
          </p:cNvPr>
          <p:cNvPicPr preferRelativeResize="0"/>
          <p:nvPr/>
        </p:nvPicPr>
        <p:blipFill rotWithShape="1">
          <a:blip r:embed="rId3">
            <a:alphaModFix/>
          </a:blip>
          <a:srcRect/>
          <a:stretch/>
        </p:blipFill>
        <p:spPr>
          <a:xfrm>
            <a:off x="9749090" y="57292"/>
            <a:ext cx="2442910" cy="844062"/>
          </a:xfrm>
          <a:prstGeom prst="rect">
            <a:avLst/>
          </a:prstGeom>
          <a:noFill/>
          <a:ln>
            <a:noFill/>
          </a:ln>
        </p:spPr>
      </p:pic>
      <p:pic>
        <p:nvPicPr>
          <p:cNvPr id="3" name="Google Shape;133;p27">
            <a:extLst>
              <a:ext uri="{FF2B5EF4-FFF2-40B4-BE49-F238E27FC236}">
                <a16:creationId xmlns:a16="http://schemas.microsoft.com/office/drawing/2014/main" id="{3496C778-D686-9EDB-260D-E5F7579C099D}"/>
              </a:ext>
            </a:extLst>
          </p:cNvPr>
          <p:cNvPicPr preferRelativeResize="0"/>
          <p:nvPr/>
        </p:nvPicPr>
        <p:blipFill rotWithShape="1">
          <a:blip r:embed="rId4">
            <a:alphaModFix/>
          </a:blip>
          <a:srcRect/>
          <a:stretch/>
        </p:blipFill>
        <p:spPr>
          <a:xfrm>
            <a:off x="6174658" y="6468636"/>
            <a:ext cx="5875606" cy="468022"/>
          </a:xfrm>
          <a:prstGeom prst="rect">
            <a:avLst/>
          </a:prstGeom>
          <a:noFill/>
          <a:ln>
            <a:noFill/>
          </a:ln>
        </p:spPr>
      </p:pic>
      <p:pic>
        <p:nvPicPr>
          <p:cNvPr id="4" name="Picture 3">
            <a:extLst>
              <a:ext uri="{FF2B5EF4-FFF2-40B4-BE49-F238E27FC236}">
                <a16:creationId xmlns:a16="http://schemas.microsoft.com/office/drawing/2014/main" id="{61A206D0-1137-263D-2080-0ED94590FB2D}"/>
              </a:ext>
            </a:extLst>
          </p:cNvPr>
          <p:cNvPicPr>
            <a:picLocks noChangeAspect="1"/>
          </p:cNvPicPr>
          <p:nvPr/>
        </p:nvPicPr>
        <p:blipFill>
          <a:blip r:embed="rId5"/>
          <a:stretch>
            <a:fillRect/>
          </a:stretch>
        </p:blipFill>
        <p:spPr>
          <a:xfrm>
            <a:off x="9195610" y="35510"/>
            <a:ext cx="2972215" cy="876422"/>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03"/>
        <p:cNvGrpSpPr/>
        <p:nvPr/>
      </p:nvGrpSpPr>
      <p:grpSpPr>
        <a:xfrm>
          <a:off x="0" y="0"/>
          <a:ext cx="0" cy="0"/>
          <a:chOff x="0" y="0"/>
          <a:chExt cx="0" cy="0"/>
        </a:xfrm>
      </p:grpSpPr>
      <p:sp>
        <p:nvSpPr>
          <p:cNvPr id="204" name="Google Shape;204;p36"/>
          <p:cNvSpPr txBox="1">
            <a:spLocks noGrp="1"/>
          </p:cNvSpPr>
          <p:nvPr>
            <p:ph type="title"/>
          </p:nvPr>
        </p:nvSpPr>
        <p:spPr>
          <a:xfrm>
            <a:off x="275492" y="95489"/>
            <a:ext cx="11078308"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13CB2"/>
              </a:buClr>
              <a:buSzPts val="4400"/>
              <a:buFont typeface="Arial"/>
              <a:buNone/>
            </a:pPr>
            <a:r>
              <a:rPr lang="en-US"/>
              <a:t>Dictionary Iteration</a:t>
            </a:r>
            <a:endParaRPr sz="2400"/>
          </a:p>
        </p:txBody>
      </p:sp>
      <p:sp>
        <p:nvSpPr>
          <p:cNvPr id="205" name="Google Shape;205;p36"/>
          <p:cNvSpPr txBox="1">
            <a:spLocks noGrp="1"/>
          </p:cNvSpPr>
          <p:nvPr>
            <p:ph type="body" idx="1"/>
          </p:nvPr>
        </p:nvSpPr>
        <p:spPr>
          <a:xfrm>
            <a:off x="378731" y="1776048"/>
            <a:ext cx="10254856" cy="1652952"/>
          </a:xfrm>
          <a:prstGeom prst="rect">
            <a:avLst/>
          </a:prstGeom>
          <a:noFill/>
          <a:ln>
            <a:noFill/>
          </a:ln>
        </p:spPr>
        <p:txBody>
          <a:bodyPr spcFirstLastPara="1" wrap="square" lIns="91425" tIns="45700" rIns="91425" bIns="45700" anchor="t" anchorCtr="0">
            <a:normAutofit/>
          </a:bodyPr>
          <a:lstStyle/>
          <a:p>
            <a:pPr marL="342900" lvl="0" indent="-342900" algn="l" rtl="0">
              <a:lnSpc>
                <a:spcPct val="90000"/>
              </a:lnSpc>
              <a:spcBef>
                <a:spcPts val="0"/>
              </a:spcBef>
              <a:spcAft>
                <a:spcPts val="0"/>
              </a:spcAft>
              <a:buClr>
                <a:schemeClr val="dk1"/>
              </a:buClr>
              <a:buSzPts val="2000"/>
              <a:buFont typeface="Arial"/>
              <a:buChar char="•"/>
            </a:pPr>
            <a:r>
              <a:rPr lang="en-US"/>
              <a:t>keys() : </a:t>
            </a:r>
            <a:r>
              <a:rPr lang="en-US" b="0"/>
              <a:t>displays a list of all the keys in the dictionary</a:t>
            </a:r>
            <a:endParaRPr/>
          </a:p>
          <a:p>
            <a:pPr marL="342900" lvl="0" indent="-342900" algn="l" rtl="0">
              <a:lnSpc>
                <a:spcPct val="90000"/>
              </a:lnSpc>
              <a:spcBef>
                <a:spcPts val="1800"/>
              </a:spcBef>
              <a:spcAft>
                <a:spcPts val="0"/>
              </a:spcAft>
              <a:buClr>
                <a:schemeClr val="dk1"/>
              </a:buClr>
              <a:buSzPts val="2000"/>
              <a:buFont typeface="Arial"/>
              <a:buChar char="•"/>
            </a:pPr>
            <a:r>
              <a:rPr lang="en-US"/>
              <a:t>values</a:t>
            </a:r>
            <a:r>
              <a:rPr lang="en-US" b="0"/>
              <a:t>() : Return dictionary's values</a:t>
            </a:r>
            <a:endParaRPr/>
          </a:p>
          <a:p>
            <a:pPr marL="342900" lvl="0" indent="-342900" algn="l" rtl="0">
              <a:lnSpc>
                <a:spcPct val="90000"/>
              </a:lnSpc>
              <a:spcBef>
                <a:spcPts val="1800"/>
              </a:spcBef>
              <a:spcAft>
                <a:spcPts val="0"/>
              </a:spcAft>
              <a:buClr>
                <a:schemeClr val="dk1"/>
              </a:buClr>
              <a:buSzPts val="2000"/>
              <a:buFont typeface="Arial"/>
              <a:buChar char="•"/>
            </a:pPr>
            <a:r>
              <a:rPr lang="en-US"/>
              <a:t>Items</a:t>
            </a:r>
            <a:r>
              <a:rPr lang="en-US" b="0"/>
              <a:t>(): Return (key, value) in tuple pairs</a:t>
            </a:r>
            <a:endParaRPr/>
          </a:p>
        </p:txBody>
      </p:sp>
      <p:sp>
        <p:nvSpPr>
          <p:cNvPr id="206" name="Google Shape;206;p36"/>
          <p:cNvSpPr/>
          <p:nvPr/>
        </p:nvSpPr>
        <p:spPr>
          <a:xfrm>
            <a:off x="3151238" y="3783996"/>
            <a:ext cx="8883445" cy="2230739"/>
          </a:xfrm>
          <a:prstGeom prst="rect">
            <a:avLst/>
          </a:prstGeom>
          <a:noFill/>
          <a:ln>
            <a:noFill/>
          </a:ln>
        </p:spPr>
        <p:txBody>
          <a:bodyPr spcFirstLastPara="1" wrap="square" lIns="91425" tIns="45700" rIns="91425" bIns="45700" anchor="t" anchorCtr="0">
            <a:noAutofit/>
          </a:bodyPr>
          <a:lstStyle/>
          <a:p>
            <a:pPr marL="0" marR="0" lvl="0" indent="0" algn="l" rtl="0">
              <a:lnSpc>
                <a:spcPct val="200000"/>
              </a:lnSpc>
              <a:spcBef>
                <a:spcPts val="0"/>
              </a:spcBef>
              <a:spcAft>
                <a:spcPts val="0"/>
              </a:spcAft>
              <a:buNone/>
            </a:pPr>
            <a:r>
              <a:rPr lang="en-US" sz="1800">
                <a:solidFill>
                  <a:schemeClr val="dk1"/>
                </a:solidFill>
                <a:latin typeface="Arial"/>
                <a:ea typeface="Arial"/>
                <a:cs typeface="Arial"/>
                <a:sym typeface="Arial"/>
              </a:rPr>
              <a:t>dict1 = {'ID': '100', 'Name': 'Shashank ', 'Age':30, 'Profession’: 'Programmer’}</a:t>
            </a:r>
            <a:endParaRPr/>
          </a:p>
          <a:p>
            <a:pPr marL="0" marR="0" lvl="0" indent="0" algn="l" rtl="0">
              <a:lnSpc>
                <a:spcPct val="200000"/>
              </a:lnSpc>
              <a:spcBef>
                <a:spcPts val="0"/>
              </a:spcBef>
              <a:spcAft>
                <a:spcPts val="0"/>
              </a:spcAft>
              <a:buNone/>
            </a:pPr>
            <a:r>
              <a:rPr lang="en-US" sz="1800">
                <a:solidFill>
                  <a:schemeClr val="dk1"/>
                </a:solidFill>
                <a:latin typeface="Arial"/>
                <a:ea typeface="Arial"/>
                <a:cs typeface="Arial"/>
                <a:sym typeface="Arial"/>
              </a:rPr>
              <a:t>print (dict1.keys())</a:t>
            </a:r>
            <a:endParaRPr/>
          </a:p>
          <a:p>
            <a:pPr marL="0" marR="0" lvl="0" indent="0" algn="l" rtl="0">
              <a:lnSpc>
                <a:spcPct val="200000"/>
              </a:lnSpc>
              <a:spcBef>
                <a:spcPts val="0"/>
              </a:spcBef>
              <a:spcAft>
                <a:spcPts val="0"/>
              </a:spcAft>
              <a:buNone/>
            </a:pPr>
            <a:r>
              <a:rPr lang="en-US" sz="1800">
                <a:solidFill>
                  <a:schemeClr val="dk1"/>
                </a:solidFill>
                <a:latin typeface="Arial"/>
                <a:ea typeface="Arial"/>
                <a:cs typeface="Arial"/>
                <a:sym typeface="Arial"/>
              </a:rPr>
              <a:t>print (dict1.values())</a:t>
            </a:r>
            <a:endParaRPr/>
          </a:p>
          <a:p>
            <a:pPr marL="0" marR="0" lvl="0" indent="0" algn="l" rtl="0">
              <a:lnSpc>
                <a:spcPct val="200000"/>
              </a:lnSpc>
              <a:spcBef>
                <a:spcPts val="0"/>
              </a:spcBef>
              <a:spcAft>
                <a:spcPts val="0"/>
              </a:spcAft>
              <a:buNone/>
            </a:pPr>
            <a:r>
              <a:rPr lang="en-US" sz="1800">
                <a:solidFill>
                  <a:schemeClr val="dk1"/>
                </a:solidFill>
                <a:latin typeface="Arial"/>
                <a:ea typeface="Arial"/>
                <a:cs typeface="Arial"/>
                <a:sym typeface="Arial"/>
              </a:rPr>
              <a:t>print (dict1.items())</a:t>
            </a:r>
            <a:endParaRPr/>
          </a:p>
        </p:txBody>
      </p:sp>
      <p:pic>
        <p:nvPicPr>
          <p:cNvPr id="2" name="Google Shape;223;p39">
            <a:extLst>
              <a:ext uri="{FF2B5EF4-FFF2-40B4-BE49-F238E27FC236}">
                <a16:creationId xmlns:a16="http://schemas.microsoft.com/office/drawing/2014/main" id="{8456FDF0-4797-ADCE-B2BD-6EE25E2BF837}"/>
              </a:ext>
            </a:extLst>
          </p:cNvPr>
          <p:cNvPicPr preferRelativeResize="0"/>
          <p:nvPr/>
        </p:nvPicPr>
        <p:blipFill rotWithShape="1">
          <a:blip r:embed="rId3">
            <a:alphaModFix/>
          </a:blip>
          <a:srcRect/>
          <a:stretch/>
        </p:blipFill>
        <p:spPr>
          <a:xfrm>
            <a:off x="9749090" y="57292"/>
            <a:ext cx="2442910" cy="844062"/>
          </a:xfrm>
          <a:prstGeom prst="rect">
            <a:avLst/>
          </a:prstGeom>
          <a:noFill/>
          <a:ln>
            <a:noFill/>
          </a:ln>
        </p:spPr>
      </p:pic>
      <p:pic>
        <p:nvPicPr>
          <p:cNvPr id="3" name="Google Shape;133;p27">
            <a:extLst>
              <a:ext uri="{FF2B5EF4-FFF2-40B4-BE49-F238E27FC236}">
                <a16:creationId xmlns:a16="http://schemas.microsoft.com/office/drawing/2014/main" id="{800C9FC6-A019-BD76-8BBE-DF4B56F7DF13}"/>
              </a:ext>
            </a:extLst>
          </p:cNvPr>
          <p:cNvPicPr preferRelativeResize="0"/>
          <p:nvPr/>
        </p:nvPicPr>
        <p:blipFill rotWithShape="1">
          <a:blip r:embed="rId4">
            <a:alphaModFix/>
          </a:blip>
          <a:srcRect/>
          <a:stretch/>
        </p:blipFill>
        <p:spPr>
          <a:xfrm>
            <a:off x="6174658" y="6468636"/>
            <a:ext cx="5875606" cy="468022"/>
          </a:xfrm>
          <a:prstGeom prst="rect">
            <a:avLst/>
          </a:prstGeom>
          <a:noFill/>
          <a:ln>
            <a:noFill/>
          </a:ln>
        </p:spPr>
      </p:pic>
      <p:pic>
        <p:nvPicPr>
          <p:cNvPr id="4" name="Picture 3">
            <a:extLst>
              <a:ext uri="{FF2B5EF4-FFF2-40B4-BE49-F238E27FC236}">
                <a16:creationId xmlns:a16="http://schemas.microsoft.com/office/drawing/2014/main" id="{31714466-093D-2139-A561-230C4B08135D}"/>
              </a:ext>
            </a:extLst>
          </p:cNvPr>
          <p:cNvPicPr>
            <a:picLocks noChangeAspect="1"/>
          </p:cNvPicPr>
          <p:nvPr/>
        </p:nvPicPr>
        <p:blipFill>
          <a:blip r:embed="rId5"/>
          <a:stretch>
            <a:fillRect/>
          </a:stretch>
        </p:blipFill>
        <p:spPr>
          <a:xfrm>
            <a:off x="9195610" y="35510"/>
            <a:ext cx="2972215" cy="876422"/>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10"/>
        <p:cNvGrpSpPr/>
        <p:nvPr/>
      </p:nvGrpSpPr>
      <p:grpSpPr>
        <a:xfrm>
          <a:off x="0" y="0"/>
          <a:ext cx="0" cy="0"/>
          <a:chOff x="0" y="0"/>
          <a:chExt cx="0" cy="0"/>
        </a:xfrm>
      </p:grpSpPr>
      <p:sp>
        <p:nvSpPr>
          <p:cNvPr id="211" name="Google Shape;211;p37"/>
          <p:cNvSpPr txBox="1">
            <a:spLocks noGrp="1"/>
          </p:cNvSpPr>
          <p:nvPr>
            <p:ph type="title"/>
          </p:nvPr>
        </p:nvSpPr>
        <p:spPr>
          <a:xfrm>
            <a:off x="275492" y="95489"/>
            <a:ext cx="11078308"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13CB2"/>
              </a:buClr>
              <a:buSzPts val="4400"/>
              <a:buFont typeface="Arial"/>
              <a:buNone/>
            </a:pPr>
            <a:r>
              <a:rPr lang="en-US" sz="3200" dirty="0"/>
              <a:t>Iterating dictionary elements using keys()</a:t>
            </a:r>
            <a:endParaRPr sz="3200" dirty="0"/>
          </a:p>
        </p:txBody>
      </p:sp>
      <p:sp>
        <p:nvSpPr>
          <p:cNvPr id="212" name="Google Shape;212;p37"/>
          <p:cNvSpPr/>
          <p:nvPr/>
        </p:nvSpPr>
        <p:spPr>
          <a:xfrm>
            <a:off x="1403555" y="2287665"/>
            <a:ext cx="9384890" cy="1852815"/>
          </a:xfrm>
          <a:prstGeom prst="rect">
            <a:avLst/>
          </a:prstGeom>
          <a:noFill/>
          <a:ln>
            <a:noFill/>
          </a:ln>
        </p:spPr>
        <p:txBody>
          <a:bodyPr spcFirstLastPara="1" wrap="square" lIns="91425" tIns="45700" rIns="91425" bIns="45700" anchor="t" anchorCtr="0">
            <a:noAutofit/>
          </a:bodyPr>
          <a:lstStyle/>
          <a:p>
            <a:pPr marL="0" marR="0" lvl="0" indent="0" algn="l" rtl="0">
              <a:lnSpc>
                <a:spcPct val="200000"/>
              </a:lnSpc>
              <a:spcBef>
                <a:spcPts val="0"/>
              </a:spcBef>
              <a:spcAft>
                <a:spcPts val="0"/>
              </a:spcAft>
              <a:buNone/>
            </a:pPr>
            <a:r>
              <a:rPr lang="en-US" sz="2000">
                <a:solidFill>
                  <a:schemeClr val="dk1"/>
                </a:solidFill>
                <a:latin typeface="Arial"/>
                <a:ea typeface="Arial"/>
                <a:cs typeface="Arial"/>
                <a:sym typeface="Arial"/>
              </a:rPr>
              <a:t>dict1 = {'ID': '100', 'Name': 'Shashank ', 'Age':30, 'Profession':'Programmer'}</a:t>
            </a:r>
            <a:endParaRPr/>
          </a:p>
          <a:p>
            <a:pPr marL="0" marR="0" lvl="0" indent="0" algn="l" rtl="0">
              <a:lnSpc>
                <a:spcPct val="200000"/>
              </a:lnSpc>
              <a:spcBef>
                <a:spcPts val="0"/>
              </a:spcBef>
              <a:spcAft>
                <a:spcPts val="0"/>
              </a:spcAft>
              <a:buNone/>
            </a:pPr>
            <a:r>
              <a:rPr lang="en-US" sz="2000">
                <a:solidFill>
                  <a:schemeClr val="dk1"/>
                </a:solidFill>
                <a:latin typeface="Arial"/>
                <a:ea typeface="Arial"/>
                <a:cs typeface="Arial"/>
                <a:sym typeface="Arial"/>
              </a:rPr>
              <a:t>for k in dict1.keys():</a:t>
            </a:r>
            <a:endParaRPr/>
          </a:p>
          <a:p>
            <a:pPr marL="0" marR="0" lvl="0" indent="0" algn="l" rtl="0">
              <a:lnSpc>
                <a:spcPct val="200000"/>
              </a:lnSpc>
              <a:spcBef>
                <a:spcPts val="0"/>
              </a:spcBef>
              <a:spcAft>
                <a:spcPts val="0"/>
              </a:spcAft>
              <a:buNone/>
            </a:pPr>
            <a:r>
              <a:rPr lang="en-US" sz="2000">
                <a:solidFill>
                  <a:schemeClr val="dk1"/>
                </a:solidFill>
                <a:latin typeface="Arial"/>
                <a:ea typeface="Arial"/>
                <a:cs typeface="Arial"/>
                <a:sym typeface="Arial"/>
              </a:rPr>
              <a:t>    print (k, dict1[k])</a:t>
            </a:r>
            <a:endParaRPr/>
          </a:p>
        </p:txBody>
      </p:sp>
      <p:pic>
        <p:nvPicPr>
          <p:cNvPr id="2" name="Google Shape;223;p39">
            <a:extLst>
              <a:ext uri="{FF2B5EF4-FFF2-40B4-BE49-F238E27FC236}">
                <a16:creationId xmlns:a16="http://schemas.microsoft.com/office/drawing/2014/main" id="{0A87B2E6-BC0C-498B-9718-B385B8080CA1}"/>
              </a:ext>
            </a:extLst>
          </p:cNvPr>
          <p:cNvPicPr preferRelativeResize="0"/>
          <p:nvPr/>
        </p:nvPicPr>
        <p:blipFill rotWithShape="1">
          <a:blip r:embed="rId3">
            <a:alphaModFix/>
          </a:blip>
          <a:srcRect/>
          <a:stretch/>
        </p:blipFill>
        <p:spPr>
          <a:xfrm>
            <a:off x="9749090" y="57292"/>
            <a:ext cx="2442910" cy="844062"/>
          </a:xfrm>
          <a:prstGeom prst="rect">
            <a:avLst/>
          </a:prstGeom>
          <a:noFill/>
          <a:ln>
            <a:noFill/>
          </a:ln>
        </p:spPr>
      </p:pic>
      <p:pic>
        <p:nvPicPr>
          <p:cNvPr id="3" name="Google Shape;133;p27">
            <a:extLst>
              <a:ext uri="{FF2B5EF4-FFF2-40B4-BE49-F238E27FC236}">
                <a16:creationId xmlns:a16="http://schemas.microsoft.com/office/drawing/2014/main" id="{10629A01-1B55-3D32-B84D-357041E8457A}"/>
              </a:ext>
            </a:extLst>
          </p:cNvPr>
          <p:cNvPicPr preferRelativeResize="0"/>
          <p:nvPr/>
        </p:nvPicPr>
        <p:blipFill rotWithShape="1">
          <a:blip r:embed="rId4">
            <a:alphaModFix/>
          </a:blip>
          <a:srcRect/>
          <a:stretch/>
        </p:blipFill>
        <p:spPr>
          <a:xfrm>
            <a:off x="6174658" y="6468636"/>
            <a:ext cx="5875606" cy="468022"/>
          </a:xfrm>
          <a:prstGeom prst="rect">
            <a:avLst/>
          </a:prstGeom>
          <a:noFill/>
          <a:ln>
            <a:noFill/>
          </a:ln>
        </p:spPr>
      </p:pic>
      <p:pic>
        <p:nvPicPr>
          <p:cNvPr id="4" name="Picture 3">
            <a:extLst>
              <a:ext uri="{FF2B5EF4-FFF2-40B4-BE49-F238E27FC236}">
                <a16:creationId xmlns:a16="http://schemas.microsoft.com/office/drawing/2014/main" id="{250252A5-D8F3-5B67-FA8E-BEB48C299754}"/>
              </a:ext>
            </a:extLst>
          </p:cNvPr>
          <p:cNvPicPr>
            <a:picLocks noChangeAspect="1"/>
          </p:cNvPicPr>
          <p:nvPr/>
        </p:nvPicPr>
        <p:blipFill>
          <a:blip r:embed="rId5"/>
          <a:stretch>
            <a:fillRect/>
          </a:stretch>
        </p:blipFill>
        <p:spPr>
          <a:xfrm>
            <a:off x="9195610" y="35510"/>
            <a:ext cx="2972215" cy="876422"/>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16"/>
        <p:cNvGrpSpPr/>
        <p:nvPr/>
      </p:nvGrpSpPr>
      <p:grpSpPr>
        <a:xfrm>
          <a:off x="0" y="0"/>
          <a:ext cx="0" cy="0"/>
          <a:chOff x="0" y="0"/>
          <a:chExt cx="0" cy="0"/>
        </a:xfrm>
      </p:grpSpPr>
      <p:sp>
        <p:nvSpPr>
          <p:cNvPr id="217" name="Google Shape;217;p38"/>
          <p:cNvSpPr txBox="1">
            <a:spLocks noGrp="1"/>
          </p:cNvSpPr>
          <p:nvPr>
            <p:ph type="title"/>
          </p:nvPr>
        </p:nvSpPr>
        <p:spPr>
          <a:xfrm>
            <a:off x="275492" y="95489"/>
            <a:ext cx="11078308"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13CB2"/>
              </a:buClr>
              <a:buSzPts val="4400"/>
              <a:buFont typeface="Arial"/>
              <a:buNone/>
            </a:pPr>
            <a:r>
              <a:rPr lang="en-US" sz="3200" dirty="0"/>
              <a:t>Iterating dictionary elements using items()</a:t>
            </a:r>
            <a:endParaRPr sz="3200" dirty="0"/>
          </a:p>
        </p:txBody>
      </p:sp>
      <p:sp>
        <p:nvSpPr>
          <p:cNvPr id="218" name="Google Shape;218;p38"/>
          <p:cNvSpPr/>
          <p:nvPr/>
        </p:nvSpPr>
        <p:spPr>
          <a:xfrm>
            <a:off x="1541207" y="2760534"/>
            <a:ext cx="8871154" cy="1429622"/>
          </a:xfrm>
          <a:prstGeom prst="rect">
            <a:avLst/>
          </a:prstGeom>
          <a:noFill/>
          <a:ln>
            <a:noFill/>
          </a:ln>
        </p:spPr>
        <p:txBody>
          <a:bodyPr spcFirstLastPara="1" wrap="square" lIns="91425" tIns="45700" rIns="91425" bIns="45700" anchor="t" anchorCtr="0">
            <a:noAutofit/>
          </a:bodyPr>
          <a:lstStyle/>
          <a:p>
            <a:pPr marL="0" marR="0" lvl="0" indent="0" algn="l" rtl="0">
              <a:lnSpc>
                <a:spcPct val="150000"/>
              </a:lnSpc>
              <a:spcBef>
                <a:spcPts val="0"/>
              </a:spcBef>
              <a:spcAft>
                <a:spcPts val="0"/>
              </a:spcAft>
              <a:buNone/>
            </a:pPr>
            <a:r>
              <a:rPr lang="en-US" sz="2000">
                <a:solidFill>
                  <a:schemeClr val="dk1"/>
                </a:solidFill>
                <a:latin typeface="Arial"/>
                <a:ea typeface="Arial"/>
                <a:cs typeface="Arial"/>
                <a:sym typeface="Arial"/>
              </a:rPr>
              <a:t>dict1 = {'ID': '100', 'Name': 'Shashank ', 'Age':30, 'Profession':'Programmer'}</a:t>
            </a:r>
            <a:endParaRPr/>
          </a:p>
          <a:p>
            <a:pPr marL="0" marR="0" lvl="0" indent="0" algn="l" rtl="0">
              <a:lnSpc>
                <a:spcPct val="150000"/>
              </a:lnSpc>
              <a:spcBef>
                <a:spcPts val="0"/>
              </a:spcBef>
              <a:spcAft>
                <a:spcPts val="0"/>
              </a:spcAft>
              <a:buNone/>
            </a:pPr>
            <a:r>
              <a:rPr lang="en-US" sz="2000">
                <a:solidFill>
                  <a:schemeClr val="dk1"/>
                </a:solidFill>
                <a:latin typeface="Arial"/>
                <a:ea typeface="Arial"/>
                <a:cs typeface="Arial"/>
                <a:sym typeface="Arial"/>
              </a:rPr>
              <a:t>for k,v in dict1.items():</a:t>
            </a:r>
            <a:endParaRPr/>
          </a:p>
          <a:p>
            <a:pPr marL="0" marR="0" lvl="0" indent="0" algn="l" rtl="0">
              <a:lnSpc>
                <a:spcPct val="150000"/>
              </a:lnSpc>
              <a:spcBef>
                <a:spcPts val="0"/>
              </a:spcBef>
              <a:spcAft>
                <a:spcPts val="0"/>
              </a:spcAft>
              <a:buNone/>
            </a:pPr>
            <a:r>
              <a:rPr lang="en-US" sz="2000">
                <a:solidFill>
                  <a:schemeClr val="dk1"/>
                </a:solidFill>
                <a:latin typeface="Arial"/>
                <a:ea typeface="Arial"/>
                <a:cs typeface="Arial"/>
                <a:sym typeface="Arial"/>
              </a:rPr>
              <a:t>    print (k, v)</a:t>
            </a:r>
            <a:endParaRPr/>
          </a:p>
        </p:txBody>
      </p:sp>
      <p:pic>
        <p:nvPicPr>
          <p:cNvPr id="2" name="Google Shape;223;p39">
            <a:extLst>
              <a:ext uri="{FF2B5EF4-FFF2-40B4-BE49-F238E27FC236}">
                <a16:creationId xmlns:a16="http://schemas.microsoft.com/office/drawing/2014/main" id="{93AC69CA-B184-526F-040F-AFC537D28609}"/>
              </a:ext>
            </a:extLst>
          </p:cNvPr>
          <p:cNvPicPr preferRelativeResize="0"/>
          <p:nvPr/>
        </p:nvPicPr>
        <p:blipFill rotWithShape="1">
          <a:blip r:embed="rId3">
            <a:alphaModFix/>
          </a:blip>
          <a:srcRect/>
          <a:stretch/>
        </p:blipFill>
        <p:spPr>
          <a:xfrm>
            <a:off x="9749090" y="57292"/>
            <a:ext cx="2442910" cy="844062"/>
          </a:xfrm>
          <a:prstGeom prst="rect">
            <a:avLst/>
          </a:prstGeom>
          <a:noFill/>
          <a:ln>
            <a:noFill/>
          </a:ln>
        </p:spPr>
      </p:pic>
      <p:pic>
        <p:nvPicPr>
          <p:cNvPr id="3" name="Google Shape;133;p27">
            <a:extLst>
              <a:ext uri="{FF2B5EF4-FFF2-40B4-BE49-F238E27FC236}">
                <a16:creationId xmlns:a16="http://schemas.microsoft.com/office/drawing/2014/main" id="{47AB76DA-D4EC-BCD5-49CC-8A8B4400AE5E}"/>
              </a:ext>
            </a:extLst>
          </p:cNvPr>
          <p:cNvPicPr preferRelativeResize="0"/>
          <p:nvPr/>
        </p:nvPicPr>
        <p:blipFill rotWithShape="1">
          <a:blip r:embed="rId4">
            <a:alphaModFix/>
          </a:blip>
          <a:srcRect/>
          <a:stretch/>
        </p:blipFill>
        <p:spPr>
          <a:xfrm>
            <a:off x="6174658" y="6468636"/>
            <a:ext cx="5875606" cy="468022"/>
          </a:xfrm>
          <a:prstGeom prst="rect">
            <a:avLst/>
          </a:prstGeom>
          <a:noFill/>
          <a:ln>
            <a:noFill/>
          </a:ln>
        </p:spPr>
      </p:pic>
      <p:pic>
        <p:nvPicPr>
          <p:cNvPr id="4" name="Picture 3">
            <a:extLst>
              <a:ext uri="{FF2B5EF4-FFF2-40B4-BE49-F238E27FC236}">
                <a16:creationId xmlns:a16="http://schemas.microsoft.com/office/drawing/2014/main" id="{F0D7BAEA-3019-2BEF-BD4D-F65AD2ECEA93}"/>
              </a:ext>
            </a:extLst>
          </p:cNvPr>
          <p:cNvPicPr>
            <a:picLocks noChangeAspect="1"/>
          </p:cNvPicPr>
          <p:nvPr/>
        </p:nvPicPr>
        <p:blipFill>
          <a:blip r:embed="rId5"/>
          <a:stretch>
            <a:fillRect/>
          </a:stretch>
        </p:blipFill>
        <p:spPr>
          <a:xfrm>
            <a:off x="9195610" y="35510"/>
            <a:ext cx="2972215" cy="876422"/>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sp>
        <p:nvSpPr>
          <p:cNvPr id="223" name="Google Shape;223;p39"/>
          <p:cNvSpPr txBox="1">
            <a:spLocks noGrp="1"/>
          </p:cNvSpPr>
          <p:nvPr>
            <p:ph type="title"/>
          </p:nvPr>
        </p:nvSpPr>
        <p:spPr>
          <a:xfrm>
            <a:off x="275492" y="95489"/>
            <a:ext cx="11078308"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13CB2"/>
              </a:buClr>
              <a:buSzPts val="4400"/>
              <a:buFont typeface="Arial"/>
              <a:buNone/>
            </a:pPr>
            <a:r>
              <a:rPr lang="en-US" sz="3200" dirty="0"/>
              <a:t>Iterating dictionary elements using values()</a:t>
            </a:r>
            <a:endParaRPr sz="3200" dirty="0"/>
          </a:p>
        </p:txBody>
      </p:sp>
      <p:sp>
        <p:nvSpPr>
          <p:cNvPr id="224" name="Google Shape;224;p39"/>
          <p:cNvSpPr/>
          <p:nvPr/>
        </p:nvSpPr>
        <p:spPr>
          <a:xfrm>
            <a:off x="1455173" y="1973429"/>
            <a:ext cx="8883445" cy="2028889"/>
          </a:xfrm>
          <a:prstGeom prst="rect">
            <a:avLst/>
          </a:prstGeom>
          <a:noFill/>
          <a:ln>
            <a:noFill/>
          </a:ln>
        </p:spPr>
        <p:txBody>
          <a:bodyPr spcFirstLastPara="1" wrap="square" lIns="91425" tIns="45700" rIns="91425" bIns="45700" anchor="t" anchorCtr="0">
            <a:noAutofit/>
          </a:bodyPr>
          <a:lstStyle/>
          <a:p>
            <a:pPr marL="0" marR="0" lvl="0" indent="0" algn="l" rtl="0">
              <a:lnSpc>
                <a:spcPct val="200000"/>
              </a:lnSpc>
              <a:spcBef>
                <a:spcPts val="0"/>
              </a:spcBef>
              <a:spcAft>
                <a:spcPts val="0"/>
              </a:spcAft>
              <a:buNone/>
            </a:pPr>
            <a:r>
              <a:rPr lang="en-US" sz="2200">
                <a:solidFill>
                  <a:schemeClr val="dk1"/>
                </a:solidFill>
                <a:latin typeface="Arial"/>
                <a:ea typeface="Arial"/>
                <a:cs typeface="Arial"/>
                <a:sym typeface="Arial"/>
              </a:rPr>
              <a:t>dict1 = {'ID': '100', 'Name': 'Shashank ', 'Age':30, 'Profession':'Programmer'}</a:t>
            </a:r>
            <a:endParaRPr/>
          </a:p>
          <a:p>
            <a:pPr marL="0" marR="0" lvl="0" indent="0" algn="l" rtl="0">
              <a:lnSpc>
                <a:spcPct val="200000"/>
              </a:lnSpc>
              <a:spcBef>
                <a:spcPts val="0"/>
              </a:spcBef>
              <a:spcAft>
                <a:spcPts val="0"/>
              </a:spcAft>
              <a:buNone/>
            </a:pPr>
            <a:r>
              <a:rPr lang="en-US" sz="2200">
                <a:solidFill>
                  <a:schemeClr val="dk1"/>
                </a:solidFill>
                <a:latin typeface="Arial"/>
                <a:ea typeface="Arial"/>
                <a:cs typeface="Arial"/>
                <a:sym typeface="Arial"/>
              </a:rPr>
              <a:t>values = dict1.values()</a:t>
            </a:r>
            <a:endParaRPr/>
          </a:p>
          <a:p>
            <a:pPr marL="0" marR="0" lvl="0" indent="0" algn="l" rtl="0">
              <a:lnSpc>
                <a:spcPct val="200000"/>
              </a:lnSpc>
              <a:spcBef>
                <a:spcPts val="0"/>
              </a:spcBef>
              <a:spcAft>
                <a:spcPts val="0"/>
              </a:spcAft>
              <a:buNone/>
            </a:pPr>
            <a:r>
              <a:rPr lang="en-US" sz="2200">
                <a:solidFill>
                  <a:schemeClr val="dk1"/>
                </a:solidFill>
                <a:latin typeface="Arial"/>
                <a:ea typeface="Arial"/>
                <a:cs typeface="Arial"/>
                <a:sym typeface="Arial"/>
              </a:rPr>
              <a:t>values</a:t>
            </a:r>
            <a:endParaRPr/>
          </a:p>
        </p:txBody>
      </p:sp>
      <p:sp>
        <p:nvSpPr>
          <p:cNvPr id="225" name="Google Shape;225;p39"/>
          <p:cNvSpPr/>
          <p:nvPr/>
        </p:nvSpPr>
        <p:spPr>
          <a:xfrm>
            <a:off x="4906297" y="4329951"/>
            <a:ext cx="6096000" cy="1351780"/>
          </a:xfrm>
          <a:prstGeom prst="rect">
            <a:avLst/>
          </a:prstGeom>
          <a:noFill/>
          <a:ln>
            <a:noFill/>
          </a:ln>
        </p:spPr>
        <p:txBody>
          <a:bodyPr spcFirstLastPara="1" wrap="square" lIns="91425" tIns="45700" rIns="91425" bIns="45700" anchor="t" anchorCtr="0">
            <a:noAutofit/>
          </a:bodyPr>
          <a:lstStyle/>
          <a:p>
            <a:pPr marL="0" marR="0" lvl="0" indent="0" algn="l" rtl="0">
              <a:lnSpc>
                <a:spcPct val="200000"/>
              </a:lnSpc>
              <a:spcBef>
                <a:spcPts val="0"/>
              </a:spcBef>
              <a:spcAft>
                <a:spcPts val="0"/>
              </a:spcAft>
              <a:buNone/>
            </a:pPr>
            <a:r>
              <a:rPr lang="en-US" sz="2200">
                <a:solidFill>
                  <a:schemeClr val="dk1"/>
                </a:solidFill>
                <a:latin typeface="Arial"/>
                <a:ea typeface="Arial"/>
                <a:cs typeface="Arial"/>
                <a:sym typeface="Arial"/>
              </a:rPr>
              <a:t>for value in dict1.values():</a:t>
            </a:r>
            <a:endParaRPr/>
          </a:p>
          <a:p>
            <a:pPr marL="0" marR="0" lvl="0" indent="0" algn="l" rtl="0">
              <a:lnSpc>
                <a:spcPct val="200000"/>
              </a:lnSpc>
              <a:spcBef>
                <a:spcPts val="0"/>
              </a:spcBef>
              <a:spcAft>
                <a:spcPts val="0"/>
              </a:spcAft>
              <a:buNone/>
            </a:pPr>
            <a:r>
              <a:rPr lang="en-US" sz="2200">
                <a:solidFill>
                  <a:schemeClr val="dk1"/>
                </a:solidFill>
                <a:latin typeface="Arial"/>
                <a:ea typeface="Arial"/>
                <a:cs typeface="Arial"/>
                <a:sym typeface="Arial"/>
              </a:rPr>
              <a:t>    print(value)</a:t>
            </a:r>
            <a:endParaRPr/>
          </a:p>
        </p:txBody>
      </p:sp>
      <p:pic>
        <p:nvPicPr>
          <p:cNvPr id="2" name="Google Shape;223;p39">
            <a:extLst>
              <a:ext uri="{FF2B5EF4-FFF2-40B4-BE49-F238E27FC236}">
                <a16:creationId xmlns:a16="http://schemas.microsoft.com/office/drawing/2014/main" id="{CFF0D7DF-4F2C-7141-353E-6191CC8E4CA0}"/>
              </a:ext>
            </a:extLst>
          </p:cNvPr>
          <p:cNvPicPr preferRelativeResize="0"/>
          <p:nvPr/>
        </p:nvPicPr>
        <p:blipFill rotWithShape="1">
          <a:blip r:embed="rId3">
            <a:alphaModFix/>
          </a:blip>
          <a:srcRect/>
          <a:stretch/>
        </p:blipFill>
        <p:spPr>
          <a:xfrm>
            <a:off x="9749090" y="57292"/>
            <a:ext cx="2442910" cy="844062"/>
          </a:xfrm>
          <a:prstGeom prst="rect">
            <a:avLst/>
          </a:prstGeom>
          <a:noFill/>
          <a:ln>
            <a:noFill/>
          </a:ln>
        </p:spPr>
      </p:pic>
      <p:pic>
        <p:nvPicPr>
          <p:cNvPr id="3" name="Google Shape;133;p27">
            <a:extLst>
              <a:ext uri="{FF2B5EF4-FFF2-40B4-BE49-F238E27FC236}">
                <a16:creationId xmlns:a16="http://schemas.microsoft.com/office/drawing/2014/main" id="{E79E97D0-0B57-CD83-B4C4-7011CE76D012}"/>
              </a:ext>
            </a:extLst>
          </p:cNvPr>
          <p:cNvPicPr preferRelativeResize="0"/>
          <p:nvPr/>
        </p:nvPicPr>
        <p:blipFill rotWithShape="1">
          <a:blip r:embed="rId4">
            <a:alphaModFix/>
          </a:blip>
          <a:srcRect/>
          <a:stretch/>
        </p:blipFill>
        <p:spPr>
          <a:xfrm>
            <a:off x="6174658" y="6468636"/>
            <a:ext cx="5875606" cy="468022"/>
          </a:xfrm>
          <a:prstGeom prst="rect">
            <a:avLst/>
          </a:prstGeom>
          <a:noFill/>
          <a:ln>
            <a:noFill/>
          </a:ln>
        </p:spPr>
      </p:pic>
      <p:pic>
        <p:nvPicPr>
          <p:cNvPr id="4" name="Picture 3">
            <a:extLst>
              <a:ext uri="{FF2B5EF4-FFF2-40B4-BE49-F238E27FC236}">
                <a16:creationId xmlns:a16="http://schemas.microsoft.com/office/drawing/2014/main" id="{B12150F7-78BB-7B46-C49B-CC96D1928DF1}"/>
              </a:ext>
            </a:extLst>
          </p:cNvPr>
          <p:cNvPicPr>
            <a:picLocks noChangeAspect="1"/>
          </p:cNvPicPr>
          <p:nvPr/>
        </p:nvPicPr>
        <p:blipFill>
          <a:blip r:embed="rId5"/>
          <a:stretch>
            <a:fillRect/>
          </a:stretch>
        </p:blipFill>
        <p:spPr>
          <a:xfrm>
            <a:off x="9195610" y="35510"/>
            <a:ext cx="2972215" cy="876422"/>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29"/>
        <p:cNvGrpSpPr/>
        <p:nvPr/>
      </p:nvGrpSpPr>
      <p:grpSpPr>
        <a:xfrm>
          <a:off x="0" y="0"/>
          <a:ext cx="0" cy="0"/>
          <a:chOff x="0" y="0"/>
          <a:chExt cx="0" cy="0"/>
        </a:xfrm>
      </p:grpSpPr>
      <p:sp>
        <p:nvSpPr>
          <p:cNvPr id="230" name="Google Shape;230;p40"/>
          <p:cNvSpPr txBox="1">
            <a:spLocks noGrp="1"/>
          </p:cNvSpPr>
          <p:nvPr>
            <p:ph type="title"/>
          </p:nvPr>
        </p:nvSpPr>
        <p:spPr>
          <a:xfrm>
            <a:off x="275492" y="95489"/>
            <a:ext cx="11078308"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13CB2"/>
              </a:buClr>
              <a:buSzPts val="4400"/>
              <a:buFont typeface="Arial"/>
              <a:buNone/>
            </a:pPr>
            <a:r>
              <a:rPr lang="en-US"/>
              <a:t>Dictionary len(), copy()</a:t>
            </a:r>
            <a:endParaRPr sz="2400"/>
          </a:p>
        </p:txBody>
      </p:sp>
      <p:sp>
        <p:nvSpPr>
          <p:cNvPr id="231" name="Google Shape;231;p40"/>
          <p:cNvSpPr txBox="1">
            <a:spLocks noGrp="1"/>
          </p:cNvSpPr>
          <p:nvPr>
            <p:ph type="body" idx="1"/>
          </p:nvPr>
        </p:nvSpPr>
        <p:spPr>
          <a:xfrm>
            <a:off x="378731" y="1776048"/>
            <a:ext cx="9546934" cy="1652952"/>
          </a:xfrm>
          <a:prstGeom prst="rect">
            <a:avLst/>
          </a:prstGeom>
          <a:noFill/>
          <a:ln>
            <a:noFill/>
          </a:ln>
        </p:spPr>
        <p:txBody>
          <a:bodyPr spcFirstLastPara="1" wrap="square" lIns="91425" tIns="45700" rIns="91425" bIns="45700" anchor="t" anchorCtr="0">
            <a:normAutofit/>
          </a:bodyPr>
          <a:lstStyle/>
          <a:p>
            <a:pPr marL="342900" lvl="0" indent="-342900" algn="l" rtl="0">
              <a:lnSpc>
                <a:spcPct val="90000"/>
              </a:lnSpc>
              <a:spcBef>
                <a:spcPts val="0"/>
              </a:spcBef>
              <a:spcAft>
                <a:spcPts val="0"/>
              </a:spcAft>
              <a:buClr>
                <a:schemeClr val="dk1"/>
              </a:buClr>
              <a:buSzPts val="2000"/>
              <a:buFont typeface="Arial"/>
              <a:buChar char="•"/>
            </a:pPr>
            <a:r>
              <a:rPr lang="en-US"/>
              <a:t>len</a:t>
            </a:r>
            <a:r>
              <a:rPr lang="en-US" b="0"/>
              <a:t>() : Return number of items in the dictionary</a:t>
            </a:r>
            <a:endParaRPr/>
          </a:p>
          <a:p>
            <a:pPr marL="342900" lvl="0" indent="-215900" algn="l" rtl="0">
              <a:lnSpc>
                <a:spcPct val="90000"/>
              </a:lnSpc>
              <a:spcBef>
                <a:spcPts val="1800"/>
              </a:spcBef>
              <a:spcAft>
                <a:spcPts val="0"/>
              </a:spcAft>
              <a:buClr>
                <a:schemeClr val="dk1"/>
              </a:buClr>
              <a:buSzPts val="2000"/>
              <a:buFont typeface="Arial"/>
              <a:buNone/>
            </a:pPr>
            <a:endParaRPr b="0"/>
          </a:p>
          <a:p>
            <a:pPr marL="342900" lvl="0" indent="-342900" algn="l" rtl="0">
              <a:lnSpc>
                <a:spcPct val="90000"/>
              </a:lnSpc>
              <a:spcBef>
                <a:spcPts val="1800"/>
              </a:spcBef>
              <a:spcAft>
                <a:spcPts val="0"/>
              </a:spcAft>
              <a:buClr>
                <a:schemeClr val="dk1"/>
              </a:buClr>
              <a:buSzPts val="2000"/>
              <a:buFont typeface="Arial"/>
              <a:buChar char="•"/>
            </a:pPr>
            <a:r>
              <a:rPr lang="en-US"/>
              <a:t>copy</a:t>
            </a:r>
            <a:r>
              <a:rPr lang="en-US" b="0"/>
              <a:t>() : Return a copy of the dictionary.</a:t>
            </a:r>
            <a:endParaRPr/>
          </a:p>
        </p:txBody>
      </p:sp>
      <p:sp>
        <p:nvSpPr>
          <p:cNvPr id="232" name="Google Shape;232;p40"/>
          <p:cNvSpPr/>
          <p:nvPr/>
        </p:nvSpPr>
        <p:spPr>
          <a:xfrm>
            <a:off x="526025" y="3631012"/>
            <a:ext cx="7777317" cy="1122743"/>
          </a:xfrm>
          <a:prstGeom prst="rect">
            <a:avLst/>
          </a:prstGeom>
          <a:noFill/>
          <a:ln>
            <a:noFill/>
          </a:ln>
        </p:spPr>
        <p:txBody>
          <a:bodyPr spcFirstLastPara="1" wrap="square" lIns="91425" tIns="45700" rIns="91425" bIns="45700" anchor="t" anchorCtr="0">
            <a:noAutofit/>
          </a:bodyPr>
          <a:lstStyle/>
          <a:p>
            <a:pPr marL="0" marR="0" lvl="0" indent="0" algn="l" rtl="0">
              <a:lnSpc>
                <a:spcPct val="200000"/>
              </a:lnSpc>
              <a:spcBef>
                <a:spcPts val="0"/>
              </a:spcBef>
              <a:spcAft>
                <a:spcPts val="0"/>
              </a:spcAft>
              <a:buNone/>
            </a:pPr>
            <a:r>
              <a:rPr lang="en-US" sz="1800">
                <a:solidFill>
                  <a:schemeClr val="dk1"/>
                </a:solidFill>
                <a:latin typeface="Arial"/>
                <a:ea typeface="Arial"/>
                <a:cs typeface="Arial"/>
                <a:sym typeface="Arial"/>
              </a:rPr>
              <a:t>dict1 = {'ID': '100', 'Name': 'Shashank ', 'Age':30, 'Profession':'Programmer'}</a:t>
            </a:r>
            <a:endParaRPr/>
          </a:p>
          <a:p>
            <a:pPr marL="0" marR="0" lvl="0" indent="0" algn="l" rtl="0">
              <a:lnSpc>
                <a:spcPct val="200000"/>
              </a:lnSpc>
              <a:spcBef>
                <a:spcPts val="0"/>
              </a:spcBef>
              <a:spcAft>
                <a:spcPts val="0"/>
              </a:spcAft>
              <a:buNone/>
            </a:pPr>
            <a:r>
              <a:rPr lang="en-US" sz="1800">
                <a:solidFill>
                  <a:schemeClr val="dk1"/>
                </a:solidFill>
                <a:latin typeface="Arial"/>
                <a:ea typeface="Arial"/>
                <a:cs typeface="Arial"/>
                <a:sym typeface="Arial"/>
              </a:rPr>
              <a:t>print (len(dict1))</a:t>
            </a:r>
            <a:endParaRPr/>
          </a:p>
        </p:txBody>
      </p:sp>
      <p:sp>
        <p:nvSpPr>
          <p:cNvPr id="233" name="Google Shape;233;p40"/>
          <p:cNvSpPr/>
          <p:nvPr/>
        </p:nvSpPr>
        <p:spPr>
          <a:xfrm>
            <a:off x="4581831" y="4753755"/>
            <a:ext cx="7497097" cy="1676741"/>
          </a:xfrm>
          <a:prstGeom prst="rect">
            <a:avLst/>
          </a:prstGeom>
          <a:noFill/>
          <a:ln>
            <a:noFill/>
          </a:ln>
        </p:spPr>
        <p:txBody>
          <a:bodyPr spcFirstLastPara="1" wrap="square" lIns="91425" tIns="45700" rIns="91425" bIns="45700" anchor="t" anchorCtr="0">
            <a:noAutofit/>
          </a:bodyPr>
          <a:lstStyle/>
          <a:p>
            <a:pPr marL="0" marR="0" lvl="0" indent="0" algn="l" rtl="0">
              <a:lnSpc>
                <a:spcPct val="200000"/>
              </a:lnSpc>
              <a:spcBef>
                <a:spcPts val="0"/>
              </a:spcBef>
              <a:spcAft>
                <a:spcPts val="0"/>
              </a:spcAft>
              <a:buNone/>
            </a:pPr>
            <a:r>
              <a:rPr lang="en-US" sz="1800">
                <a:solidFill>
                  <a:schemeClr val="dk1"/>
                </a:solidFill>
                <a:latin typeface="Arial"/>
                <a:ea typeface="Arial"/>
                <a:cs typeface="Arial"/>
                <a:sym typeface="Arial"/>
              </a:rPr>
              <a:t>dict1 = {'ID': '100', 'Name': 'Shashank ', 'Age':30, 'Profession':'Programmer'}</a:t>
            </a:r>
            <a:endParaRPr/>
          </a:p>
          <a:p>
            <a:pPr marL="0" marR="0" lvl="0" indent="0" algn="l" rtl="0">
              <a:lnSpc>
                <a:spcPct val="200000"/>
              </a:lnSpc>
              <a:spcBef>
                <a:spcPts val="0"/>
              </a:spcBef>
              <a:spcAft>
                <a:spcPts val="0"/>
              </a:spcAft>
              <a:buNone/>
            </a:pPr>
            <a:r>
              <a:rPr lang="en-US" sz="1800">
                <a:solidFill>
                  <a:schemeClr val="dk1"/>
                </a:solidFill>
                <a:latin typeface="Arial"/>
                <a:ea typeface="Arial"/>
                <a:cs typeface="Arial"/>
                <a:sym typeface="Arial"/>
              </a:rPr>
              <a:t>dict2 = dict1.copy()</a:t>
            </a:r>
            <a:endParaRPr/>
          </a:p>
          <a:p>
            <a:pPr marL="0" marR="0" lvl="0" indent="0" algn="l" rtl="0">
              <a:lnSpc>
                <a:spcPct val="200000"/>
              </a:lnSpc>
              <a:spcBef>
                <a:spcPts val="0"/>
              </a:spcBef>
              <a:spcAft>
                <a:spcPts val="0"/>
              </a:spcAft>
              <a:buNone/>
            </a:pPr>
            <a:r>
              <a:rPr lang="en-US" sz="1800">
                <a:solidFill>
                  <a:schemeClr val="dk1"/>
                </a:solidFill>
                <a:latin typeface="Arial"/>
                <a:ea typeface="Arial"/>
                <a:cs typeface="Arial"/>
                <a:sym typeface="Arial"/>
              </a:rPr>
              <a:t>print(dict2)</a:t>
            </a:r>
            <a:endParaRPr/>
          </a:p>
        </p:txBody>
      </p:sp>
      <p:pic>
        <p:nvPicPr>
          <p:cNvPr id="2" name="Google Shape;223;p39">
            <a:extLst>
              <a:ext uri="{FF2B5EF4-FFF2-40B4-BE49-F238E27FC236}">
                <a16:creationId xmlns:a16="http://schemas.microsoft.com/office/drawing/2014/main" id="{2350BABE-A7BB-F07B-847D-21F46A0D38A7}"/>
              </a:ext>
            </a:extLst>
          </p:cNvPr>
          <p:cNvPicPr preferRelativeResize="0"/>
          <p:nvPr/>
        </p:nvPicPr>
        <p:blipFill rotWithShape="1">
          <a:blip r:embed="rId3">
            <a:alphaModFix/>
          </a:blip>
          <a:srcRect/>
          <a:stretch/>
        </p:blipFill>
        <p:spPr>
          <a:xfrm>
            <a:off x="9749090" y="57292"/>
            <a:ext cx="2442910" cy="844062"/>
          </a:xfrm>
          <a:prstGeom prst="rect">
            <a:avLst/>
          </a:prstGeom>
          <a:noFill/>
          <a:ln>
            <a:noFill/>
          </a:ln>
        </p:spPr>
      </p:pic>
      <p:pic>
        <p:nvPicPr>
          <p:cNvPr id="3" name="Google Shape;133;p27">
            <a:extLst>
              <a:ext uri="{FF2B5EF4-FFF2-40B4-BE49-F238E27FC236}">
                <a16:creationId xmlns:a16="http://schemas.microsoft.com/office/drawing/2014/main" id="{39702A59-C114-9D08-EAC0-7BD6098E7726}"/>
              </a:ext>
            </a:extLst>
          </p:cNvPr>
          <p:cNvPicPr preferRelativeResize="0"/>
          <p:nvPr/>
        </p:nvPicPr>
        <p:blipFill rotWithShape="1">
          <a:blip r:embed="rId4">
            <a:alphaModFix/>
          </a:blip>
          <a:srcRect/>
          <a:stretch/>
        </p:blipFill>
        <p:spPr>
          <a:xfrm>
            <a:off x="6174658" y="6468636"/>
            <a:ext cx="5875606" cy="468022"/>
          </a:xfrm>
          <a:prstGeom prst="rect">
            <a:avLst/>
          </a:prstGeom>
          <a:noFill/>
          <a:ln>
            <a:noFill/>
          </a:ln>
        </p:spPr>
      </p:pic>
      <p:pic>
        <p:nvPicPr>
          <p:cNvPr id="4" name="Picture 3">
            <a:extLst>
              <a:ext uri="{FF2B5EF4-FFF2-40B4-BE49-F238E27FC236}">
                <a16:creationId xmlns:a16="http://schemas.microsoft.com/office/drawing/2014/main" id="{3A000160-8F23-DF3F-FD9B-477138090F4C}"/>
              </a:ext>
            </a:extLst>
          </p:cNvPr>
          <p:cNvPicPr>
            <a:picLocks noChangeAspect="1"/>
          </p:cNvPicPr>
          <p:nvPr/>
        </p:nvPicPr>
        <p:blipFill>
          <a:blip r:embed="rId5"/>
          <a:stretch>
            <a:fillRect/>
          </a:stretch>
        </p:blipFill>
        <p:spPr>
          <a:xfrm>
            <a:off x="9195610" y="35510"/>
            <a:ext cx="2972215" cy="876422"/>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37"/>
        <p:cNvGrpSpPr/>
        <p:nvPr/>
      </p:nvGrpSpPr>
      <p:grpSpPr>
        <a:xfrm>
          <a:off x="0" y="0"/>
          <a:ext cx="0" cy="0"/>
          <a:chOff x="0" y="0"/>
          <a:chExt cx="0" cy="0"/>
        </a:xfrm>
      </p:grpSpPr>
      <p:sp>
        <p:nvSpPr>
          <p:cNvPr id="238" name="Google Shape;238;p41"/>
          <p:cNvSpPr txBox="1">
            <a:spLocks noGrp="1"/>
          </p:cNvSpPr>
          <p:nvPr>
            <p:ph type="title"/>
          </p:nvPr>
        </p:nvSpPr>
        <p:spPr>
          <a:xfrm>
            <a:off x="275492" y="95489"/>
            <a:ext cx="11078308"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13CB2"/>
              </a:buClr>
              <a:buSzPts val="4400"/>
              <a:buFont typeface="Arial"/>
              <a:buNone/>
            </a:pPr>
            <a:r>
              <a:rPr lang="en-US"/>
              <a:t>fromkeys()</a:t>
            </a:r>
            <a:endParaRPr/>
          </a:p>
        </p:txBody>
      </p:sp>
      <p:sp>
        <p:nvSpPr>
          <p:cNvPr id="239" name="Google Shape;239;p41"/>
          <p:cNvSpPr txBox="1">
            <a:spLocks noGrp="1"/>
          </p:cNvSpPr>
          <p:nvPr>
            <p:ph type="body" idx="1"/>
          </p:nvPr>
        </p:nvSpPr>
        <p:spPr>
          <a:xfrm>
            <a:off x="276225" y="1547446"/>
            <a:ext cx="11077575" cy="4572367"/>
          </a:xfrm>
          <a:prstGeom prst="rect">
            <a:avLst/>
          </a:prstGeom>
          <a:noFill/>
          <a:ln>
            <a:noFill/>
          </a:ln>
        </p:spPr>
        <p:txBody>
          <a:bodyPr spcFirstLastPara="1" wrap="square" lIns="91425" tIns="45700" rIns="91425" bIns="45700" anchor="t" anchorCtr="0">
            <a:normAutofit/>
          </a:bodyPr>
          <a:lstStyle/>
          <a:p>
            <a:pPr marL="342900" lvl="0" indent="-342900" algn="l" rtl="0">
              <a:lnSpc>
                <a:spcPct val="200000"/>
              </a:lnSpc>
              <a:spcBef>
                <a:spcPts val="0"/>
              </a:spcBef>
              <a:spcAft>
                <a:spcPts val="0"/>
              </a:spcAft>
              <a:buClr>
                <a:schemeClr val="dk1"/>
              </a:buClr>
              <a:buSzPts val="2200"/>
              <a:buFont typeface="Arial"/>
              <a:buChar char="•"/>
            </a:pPr>
            <a:r>
              <a:rPr lang="en-US" sz="2200"/>
              <a:t>fromkeys</a:t>
            </a:r>
            <a:r>
              <a:rPr lang="en-US" sz="2200" b="0"/>
              <a:t>() :   creates a </a:t>
            </a:r>
            <a:r>
              <a:rPr lang="en-US" sz="2200"/>
              <a:t>new dictionary </a:t>
            </a:r>
            <a:r>
              <a:rPr lang="en-US" sz="2200" b="0"/>
              <a:t>from the given </a:t>
            </a:r>
            <a:r>
              <a:rPr lang="en-US" sz="2200"/>
              <a:t>sequence </a:t>
            </a:r>
            <a:r>
              <a:rPr lang="en-US" sz="2200" b="0"/>
              <a:t>of elements</a:t>
            </a:r>
            <a:endParaRPr sz="2200"/>
          </a:p>
        </p:txBody>
      </p:sp>
      <p:sp>
        <p:nvSpPr>
          <p:cNvPr id="240" name="Google Shape;240;p41"/>
          <p:cNvSpPr txBox="1"/>
          <p:nvPr/>
        </p:nvSpPr>
        <p:spPr>
          <a:xfrm>
            <a:off x="1192236" y="2875057"/>
            <a:ext cx="6098344"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0" i="0">
                <a:solidFill>
                  <a:srgbClr val="000000"/>
                </a:solidFill>
                <a:latin typeface="Times New Roman"/>
                <a:ea typeface="Times New Roman"/>
                <a:cs typeface="Times New Roman"/>
                <a:sym typeface="Times New Roman"/>
              </a:rPr>
              <a:t>dict.fromkeys(</a:t>
            </a:r>
            <a:r>
              <a:rPr lang="en-US" sz="2400" b="0" i="1">
                <a:solidFill>
                  <a:srgbClr val="000000"/>
                </a:solidFill>
                <a:latin typeface="Times New Roman"/>
                <a:ea typeface="Times New Roman"/>
                <a:cs typeface="Times New Roman"/>
                <a:sym typeface="Times New Roman"/>
              </a:rPr>
              <a:t>keys, value</a:t>
            </a:r>
            <a:r>
              <a:rPr lang="en-US" sz="2400" b="0" i="0">
                <a:solidFill>
                  <a:srgbClr val="000000"/>
                </a:solidFill>
                <a:latin typeface="Times New Roman"/>
                <a:ea typeface="Times New Roman"/>
                <a:cs typeface="Times New Roman"/>
                <a:sym typeface="Times New Roman"/>
              </a:rPr>
              <a:t>)</a:t>
            </a:r>
            <a:endParaRPr sz="2400">
              <a:solidFill>
                <a:schemeClr val="dk1"/>
              </a:solidFill>
              <a:latin typeface="Times New Roman"/>
              <a:ea typeface="Times New Roman"/>
              <a:cs typeface="Times New Roman"/>
              <a:sym typeface="Times New Roman"/>
            </a:endParaRPr>
          </a:p>
        </p:txBody>
      </p:sp>
      <p:pic>
        <p:nvPicPr>
          <p:cNvPr id="2" name="Google Shape;223;p39">
            <a:extLst>
              <a:ext uri="{FF2B5EF4-FFF2-40B4-BE49-F238E27FC236}">
                <a16:creationId xmlns:a16="http://schemas.microsoft.com/office/drawing/2014/main" id="{B19B17A0-DCC2-DA7F-A6BC-FB4870BA0DAA}"/>
              </a:ext>
            </a:extLst>
          </p:cNvPr>
          <p:cNvPicPr preferRelativeResize="0"/>
          <p:nvPr/>
        </p:nvPicPr>
        <p:blipFill rotWithShape="1">
          <a:blip r:embed="rId3">
            <a:alphaModFix/>
          </a:blip>
          <a:srcRect/>
          <a:stretch/>
        </p:blipFill>
        <p:spPr>
          <a:xfrm>
            <a:off x="9749090" y="57292"/>
            <a:ext cx="2442910" cy="844062"/>
          </a:xfrm>
          <a:prstGeom prst="rect">
            <a:avLst/>
          </a:prstGeom>
          <a:noFill/>
          <a:ln>
            <a:noFill/>
          </a:ln>
        </p:spPr>
      </p:pic>
      <p:pic>
        <p:nvPicPr>
          <p:cNvPr id="3" name="Google Shape;133;p27">
            <a:extLst>
              <a:ext uri="{FF2B5EF4-FFF2-40B4-BE49-F238E27FC236}">
                <a16:creationId xmlns:a16="http://schemas.microsoft.com/office/drawing/2014/main" id="{9473B73E-01B1-A73C-FADE-A8B957C14377}"/>
              </a:ext>
            </a:extLst>
          </p:cNvPr>
          <p:cNvPicPr preferRelativeResize="0"/>
          <p:nvPr/>
        </p:nvPicPr>
        <p:blipFill rotWithShape="1">
          <a:blip r:embed="rId4">
            <a:alphaModFix/>
          </a:blip>
          <a:srcRect/>
          <a:stretch/>
        </p:blipFill>
        <p:spPr>
          <a:xfrm>
            <a:off x="6174658" y="6468636"/>
            <a:ext cx="5875606" cy="468022"/>
          </a:xfrm>
          <a:prstGeom prst="rect">
            <a:avLst/>
          </a:prstGeom>
          <a:noFill/>
          <a:ln>
            <a:noFill/>
          </a:ln>
        </p:spPr>
      </p:pic>
      <p:pic>
        <p:nvPicPr>
          <p:cNvPr id="4" name="Picture 3">
            <a:extLst>
              <a:ext uri="{FF2B5EF4-FFF2-40B4-BE49-F238E27FC236}">
                <a16:creationId xmlns:a16="http://schemas.microsoft.com/office/drawing/2014/main" id="{36537045-AE9D-81A1-FE81-17FE47163059}"/>
              </a:ext>
            </a:extLst>
          </p:cNvPr>
          <p:cNvPicPr>
            <a:picLocks noChangeAspect="1"/>
          </p:cNvPicPr>
          <p:nvPr/>
        </p:nvPicPr>
        <p:blipFill>
          <a:blip r:embed="rId5"/>
          <a:stretch>
            <a:fillRect/>
          </a:stretch>
        </p:blipFill>
        <p:spPr>
          <a:xfrm>
            <a:off x="9195610" y="35510"/>
            <a:ext cx="2972215" cy="876422"/>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44"/>
        <p:cNvGrpSpPr/>
        <p:nvPr/>
      </p:nvGrpSpPr>
      <p:grpSpPr>
        <a:xfrm>
          <a:off x="0" y="0"/>
          <a:ext cx="0" cy="0"/>
          <a:chOff x="0" y="0"/>
          <a:chExt cx="0" cy="0"/>
        </a:xfrm>
      </p:grpSpPr>
      <p:sp>
        <p:nvSpPr>
          <p:cNvPr id="245" name="Google Shape;245;p42"/>
          <p:cNvSpPr txBox="1">
            <a:spLocks noGrp="1"/>
          </p:cNvSpPr>
          <p:nvPr>
            <p:ph type="title"/>
          </p:nvPr>
        </p:nvSpPr>
        <p:spPr>
          <a:xfrm>
            <a:off x="275492" y="95489"/>
            <a:ext cx="11078308"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13CB2"/>
              </a:buClr>
              <a:buSzPts val="4400"/>
              <a:buFont typeface="Arial"/>
              <a:buNone/>
            </a:pPr>
            <a:r>
              <a:rPr lang="en-US"/>
              <a:t>Dictionary all(), any()</a:t>
            </a:r>
            <a:endParaRPr sz="2400"/>
          </a:p>
        </p:txBody>
      </p:sp>
      <p:sp>
        <p:nvSpPr>
          <p:cNvPr id="246" name="Google Shape;246;p42"/>
          <p:cNvSpPr txBox="1">
            <a:spLocks noGrp="1"/>
          </p:cNvSpPr>
          <p:nvPr>
            <p:ph type="body" idx="1"/>
          </p:nvPr>
        </p:nvSpPr>
        <p:spPr>
          <a:xfrm>
            <a:off x="378730" y="1776048"/>
            <a:ext cx="11434727" cy="4403526"/>
          </a:xfrm>
          <a:prstGeom prst="rect">
            <a:avLst/>
          </a:prstGeom>
          <a:noFill/>
          <a:ln>
            <a:noFill/>
          </a:ln>
        </p:spPr>
        <p:txBody>
          <a:bodyPr spcFirstLastPara="1" wrap="square" lIns="91425" tIns="45700" rIns="91425" bIns="45700" anchor="t" anchorCtr="0">
            <a:noAutofit/>
          </a:bodyPr>
          <a:lstStyle/>
          <a:p>
            <a:pPr marL="342900" lvl="0" indent="-342900" algn="l" rtl="0">
              <a:lnSpc>
                <a:spcPct val="170000"/>
              </a:lnSpc>
              <a:spcBef>
                <a:spcPts val="0"/>
              </a:spcBef>
              <a:spcAft>
                <a:spcPts val="0"/>
              </a:spcAft>
              <a:buClr>
                <a:schemeClr val="dk1"/>
              </a:buClr>
              <a:buSzPts val="2200"/>
              <a:buFont typeface="Arial"/>
              <a:buChar char="•"/>
            </a:pPr>
            <a:r>
              <a:rPr lang="en-US" sz="2200"/>
              <a:t>all</a:t>
            </a:r>
            <a:r>
              <a:rPr lang="en-US" sz="2200" b="0"/>
              <a:t>(): returns </a:t>
            </a:r>
            <a:r>
              <a:rPr lang="en-US" sz="2200"/>
              <a:t>True</a:t>
            </a:r>
            <a:r>
              <a:rPr lang="en-US" sz="2200" b="0"/>
              <a:t> if all keys of the dictionary are true </a:t>
            </a:r>
            <a:endParaRPr/>
          </a:p>
          <a:p>
            <a:pPr marL="0" lvl="0" indent="0" algn="l" rtl="0">
              <a:lnSpc>
                <a:spcPct val="170000"/>
              </a:lnSpc>
              <a:spcBef>
                <a:spcPts val="1800"/>
              </a:spcBef>
              <a:spcAft>
                <a:spcPts val="0"/>
              </a:spcAft>
              <a:buClr>
                <a:schemeClr val="dk1"/>
              </a:buClr>
              <a:buSzPts val="2200"/>
              <a:buNone/>
            </a:pPr>
            <a:r>
              <a:rPr lang="en-US" sz="2200" b="0"/>
              <a:t>                    - or if the dictionary is empty</a:t>
            </a:r>
            <a:endParaRPr/>
          </a:p>
          <a:p>
            <a:pPr marL="342900" lvl="0" indent="-342900" algn="l" rtl="0">
              <a:lnSpc>
                <a:spcPct val="170000"/>
              </a:lnSpc>
              <a:spcBef>
                <a:spcPts val="1800"/>
              </a:spcBef>
              <a:spcAft>
                <a:spcPts val="0"/>
              </a:spcAft>
              <a:buClr>
                <a:schemeClr val="dk1"/>
              </a:buClr>
              <a:buSzPts val="2200"/>
              <a:buFont typeface="Arial"/>
              <a:buChar char="•"/>
            </a:pPr>
            <a:r>
              <a:rPr lang="en-US" sz="2200"/>
              <a:t>any</a:t>
            </a:r>
            <a:r>
              <a:rPr lang="en-US" sz="2200" b="0"/>
              <a:t> () return </a:t>
            </a:r>
            <a:r>
              <a:rPr lang="en-US" sz="2200"/>
              <a:t>True</a:t>
            </a:r>
            <a:r>
              <a:rPr lang="en-US" sz="2200" b="0"/>
              <a:t> if any key of the dictionary is true. </a:t>
            </a:r>
            <a:endParaRPr/>
          </a:p>
          <a:p>
            <a:pPr marL="0" lvl="0" indent="0" algn="l" rtl="0">
              <a:lnSpc>
                <a:spcPct val="170000"/>
              </a:lnSpc>
              <a:spcBef>
                <a:spcPts val="1800"/>
              </a:spcBef>
              <a:spcAft>
                <a:spcPts val="0"/>
              </a:spcAft>
              <a:buClr>
                <a:schemeClr val="dk1"/>
              </a:buClr>
              <a:buSzPts val="2200"/>
              <a:buNone/>
            </a:pPr>
            <a:r>
              <a:rPr lang="en-US" sz="2200" b="0"/>
              <a:t>                     - If the dictionary is empty, returns “False”.</a:t>
            </a:r>
            <a:endParaRPr/>
          </a:p>
        </p:txBody>
      </p:sp>
      <p:pic>
        <p:nvPicPr>
          <p:cNvPr id="2" name="Google Shape;223;p39">
            <a:extLst>
              <a:ext uri="{FF2B5EF4-FFF2-40B4-BE49-F238E27FC236}">
                <a16:creationId xmlns:a16="http://schemas.microsoft.com/office/drawing/2014/main" id="{B40FC31A-5F9E-6052-1E0E-DA1D8CBF6707}"/>
              </a:ext>
            </a:extLst>
          </p:cNvPr>
          <p:cNvPicPr preferRelativeResize="0"/>
          <p:nvPr/>
        </p:nvPicPr>
        <p:blipFill rotWithShape="1">
          <a:blip r:embed="rId3">
            <a:alphaModFix/>
          </a:blip>
          <a:srcRect/>
          <a:stretch/>
        </p:blipFill>
        <p:spPr>
          <a:xfrm>
            <a:off x="9749090" y="57292"/>
            <a:ext cx="2442910" cy="844062"/>
          </a:xfrm>
          <a:prstGeom prst="rect">
            <a:avLst/>
          </a:prstGeom>
          <a:noFill/>
          <a:ln>
            <a:noFill/>
          </a:ln>
        </p:spPr>
      </p:pic>
      <p:pic>
        <p:nvPicPr>
          <p:cNvPr id="3" name="Google Shape;133;p27">
            <a:extLst>
              <a:ext uri="{FF2B5EF4-FFF2-40B4-BE49-F238E27FC236}">
                <a16:creationId xmlns:a16="http://schemas.microsoft.com/office/drawing/2014/main" id="{B6D2400E-03D2-DA77-12CC-F4251D48AF5B}"/>
              </a:ext>
            </a:extLst>
          </p:cNvPr>
          <p:cNvPicPr preferRelativeResize="0"/>
          <p:nvPr/>
        </p:nvPicPr>
        <p:blipFill rotWithShape="1">
          <a:blip r:embed="rId4">
            <a:alphaModFix/>
          </a:blip>
          <a:srcRect/>
          <a:stretch/>
        </p:blipFill>
        <p:spPr>
          <a:xfrm>
            <a:off x="6174658" y="6468636"/>
            <a:ext cx="5875606" cy="468022"/>
          </a:xfrm>
          <a:prstGeom prst="rect">
            <a:avLst/>
          </a:prstGeom>
          <a:noFill/>
          <a:ln>
            <a:noFill/>
          </a:ln>
        </p:spPr>
      </p:pic>
      <p:pic>
        <p:nvPicPr>
          <p:cNvPr id="4" name="Picture 3">
            <a:extLst>
              <a:ext uri="{FF2B5EF4-FFF2-40B4-BE49-F238E27FC236}">
                <a16:creationId xmlns:a16="http://schemas.microsoft.com/office/drawing/2014/main" id="{0A13EFD1-FF5C-F4DD-3A4D-CDF0A4A14C65}"/>
              </a:ext>
            </a:extLst>
          </p:cNvPr>
          <p:cNvPicPr>
            <a:picLocks noChangeAspect="1"/>
          </p:cNvPicPr>
          <p:nvPr/>
        </p:nvPicPr>
        <p:blipFill>
          <a:blip r:embed="rId5"/>
          <a:stretch>
            <a:fillRect/>
          </a:stretch>
        </p:blipFill>
        <p:spPr>
          <a:xfrm>
            <a:off x="9195610" y="35510"/>
            <a:ext cx="2972215" cy="876422"/>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25"/>
          <p:cNvSpPr txBox="1"/>
          <p:nvPr/>
        </p:nvSpPr>
        <p:spPr>
          <a:xfrm>
            <a:off x="827418" y="1520802"/>
            <a:ext cx="8921672" cy="1764147"/>
          </a:xfrm>
          <a:prstGeom prst="rect">
            <a:avLst/>
          </a:prstGeom>
          <a:noFill/>
          <a:ln>
            <a:noFill/>
          </a:ln>
        </p:spPr>
        <p:txBody>
          <a:bodyPr spcFirstLastPara="1" wrap="square" lIns="91425" tIns="45700" rIns="91425" bIns="45700" anchor="b" anchorCtr="0">
            <a:normAutofit/>
          </a:bodyPr>
          <a:lstStyle/>
          <a:p>
            <a:pPr marL="0" marR="0" lvl="0" indent="0" algn="ctr" rtl="0">
              <a:lnSpc>
                <a:spcPct val="170000"/>
              </a:lnSpc>
              <a:spcBef>
                <a:spcPts val="0"/>
              </a:spcBef>
              <a:spcAft>
                <a:spcPts val="0"/>
              </a:spcAft>
              <a:buNone/>
            </a:pPr>
            <a:r>
              <a:rPr lang="en-US" sz="3200" dirty="0">
                <a:solidFill>
                  <a:srgbClr val="FF0000"/>
                </a:solidFill>
                <a:latin typeface="Cambria"/>
                <a:ea typeface="Cambria"/>
                <a:cs typeface="Cambria"/>
                <a:sym typeface="Cambria"/>
              </a:rPr>
              <a:t>PYTHON PROGRAMMING </a:t>
            </a:r>
            <a:endParaRPr dirty="0"/>
          </a:p>
          <a:p>
            <a:pPr marL="0" marR="0" lvl="0" indent="0" algn="ctr" rtl="0">
              <a:lnSpc>
                <a:spcPct val="90000"/>
              </a:lnSpc>
              <a:spcBef>
                <a:spcPts val="600"/>
              </a:spcBef>
              <a:spcAft>
                <a:spcPts val="0"/>
              </a:spcAft>
              <a:buNone/>
            </a:pPr>
            <a:r>
              <a:rPr lang="en-US" sz="3200" dirty="0">
                <a:solidFill>
                  <a:srgbClr val="0070C0"/>
                </a:solidFill>
                <a:latin typeface="Arial"/>
                <a:ea typeface="Arial"/>
                <a:cs typeface="Arial"/>
                <a:sym typeface="Arial"/>
              </a:rPr>
              <a:t>Dictionary Comprehensions</a:t>
            </a:r>
            <a:endParaRPr sz="1800" dirty="0">
              <a:solidFill>
                <a:schemeClr val="tx1"/>
              </a:solidFill>
              <a:latin typeface="Arial"/>
              <a:ea typeface="Arial"/>
              <a:cs typeface="Arial"/>
              <a:sym typeface="Arial"/>
            </a:endParaRPr>
          </a:p>
        </p:txBody>
      </p:sp>
      <p:sp>
        <p:nvSpPr>
          <p:cNvPr id="113" name="Google Shape;113;p25"/>
          <p:cNvSpPr txBox="1"/>
          <p:nvPr/>
        </p:nvSpPr>
        <p:spPr>
          <a:xfrm>
            <a:off x="8907049" y="5744296"/>
            <a:ext cx="2897944" cy="701802"/>
          </a:xfrm>
          <a:prstGeom prst="rect">
            <a:avLst/>
          </a:prstGeom>
          <a:noFill/>
          <a:ln>
            <a:noFill/>
          </a:ln>
        </p:spPr>
        <p:txBody>
          <a:bodyPr spcFirstLastPara="1" wrap="square" lIns="91425" tIns="45700" rIns="91425" bIns="45700" anchor="b" anchorCtr="0">
            <a:noAutofit/>
          </a:bodyPr>
          <a:lstStyle/>
          <a:p>
            <a:pPr marL="0" marR="0" lvl="0" indent="0" algn="ctr" rtl="0">
              <a:spcBef>
                <a:spcPts val="0"/>
              </a:spcBef>
              <a:spcAft>
                <a:spcPts val="0"/>
              </a:spcAft>
              <a:buNone/>
            </a:pPr>
            <a:r>
              <a:rPr lang="en-US" sz="1400" b="1" dirty="0">
                <a:solidFill>
                  <a:srgbClr val="013CB2"/>
                </a:solidFill>
                <a:latin typeface="Arial"/>
                <a:ea typeface="Arial"/>
                <a:cs typeface="Arial"/>
                <a:sym typeface="Arial"/>
              </a:rPr>
              <a:t>Dr Venkat Raju</a:t>
            </a:r>
            <a:endParaRPr dirty="0"/>
          </a:p>
        </p:txBody>
      </p:sp>
      <p:pic>
        <p:nvPicPr>
          <p:cNvPr id="2" name="Google Shape;223;p39">
            <a:extLst>
              <a:ext uri="{FF2B5EF4-FFF2-40B4-BE49-F238E27FC236}">
                <a16:creationId xmlns:a16="http://schemas.microsoft.com/office/drawing/2014/main" id="{B421ED6B-4C46-DF6E-03C2-220D58CAEEFF}"/>
              </a:ext>
            </a:extLst>
          </p:cNvPr>
          <p:cNvPicPr preferRelativeResize="0"/>
          <p:nvPr/>
        </p:nvPicPr>
        <p:blipFill rotWithShape="1">
          <a:blip r:embed="rId3">
            <a:alphaModFix/>
          </a:blip>
          <a:srcRect/>
          <a:stretch/>
        </p:blipFill>
        <p:spPr>
          <a:xfrm>
            <a:off x="9749090" y="57292"/>
            <a:ext cx="2442910" cy="844062"/>
          </a:xfrm>
          <a:prstGeom prst="rect">
            <a:avLst/>
          </a:prstGeom>
          <a:noFill/>
          <a:ln>
            <a:noFill/>
          </a:ln>
        </p:spPr>
      </p:pic>
      <p:pic>
        <p:nvPicPr>
          <p:cNvPr id="4" name="Google Shape;133;p27">
            <a:extLst>
              <a:ext uri="{FF2B5EF4-FFF2-40B4-BE49-F238E27FC236}">
                <a16:creationId xmlns:a16="http://schemas.microsoft.com/office/drawing/2014/main" id="{66B1DD93-FD60-1894-D25D-BF8E6FEAC05A}"/>
              </a:ext>
            </a:extLst>
          </p:cNvPr>
          <p:cNvPicPr preferRelativeResize="0"/>
          <p:nvPr/>
        </p:nvPicPr>
        <p:blipFill rotWithShape="1">
          <a:blip r:embed="rId4">
            <a:alphaModFix/>
          </a:blip>
          <a:srcRect/>
          <a:stretch/>
        </p:blipFill>
        <p:spPr>
          <a:xfrm>
            <a:off x="6174658" y="6446098"/>
            <a:ext cx="5875606" cy="468022"/>
          </a:xfrm>
          <a:prstGeom prst="rect">
            <a:avLst/>
          </a:prstGeom>
          <a:noFill/>
          <a:ln>
            <a:noFill/>
          </a:ln>
        </p:spPr>
      </p:pic>
      <p:sp>
        <p:nvSpPr>
          <p:cNvPr id="5" name="TextBox 4">
            <a:extLst>
              <a:ext uri="{FF2B5EF4-FFF2-40B4-BE49-F238E27FC236}">
                <a16:creationId xmlns:a16="http://schemas.microsoft.com/office/drawing/2014/main" id="{ED905F9D-D5C7-724E-46CD-86F93D7E7D7A}"/>
              </a:ext>
            </a:extLst>
          </p:cNvPr>
          <p:cNvSpPr txBox="1"/>
          <p:nvPr/>
        </p:nvSpPr>
        <p:spPr>
          <a:xfrm>
            <a:off x="827418" y="3917500"/>
            <a:ext cx="10846141" cy="492443"/>
          </a:xfrm>
          <a:prstGeom prst="rect">
            <a:avLst/>
          </a:prstGeom>
          <a:noFill/>
        </p:spPr>
        <p:txBody>
          <a:bodyPr wrap="square">
            <a:spAutoFit/>
          </a:bodyPr>
          <a:lstStyle/>
          <a:p>
            <a:r>
              <a:rPr lang="en-US" sz="2600" b="0" i="0" dirty="0">
                <a:effectLst/>
                <a:latin typeface="euclid_circular_a"/>
              </a:rPr>
              <a:t>Dictionary comprehension is an elegant and concise way to create dictionaries</a:t>
            </a:r>
            <a:r>
              <a:rPr lang="en-US" b="0" i="0" dirty="0">
                <a:effectLst/>
                <a:latin typeface="euclid_circular_a"/>
              </a:rPr>
              <a:t>.</a:t>
            </a:r>
            <a:endParaRPr lang="en-IN" dirty="0"/>
          </a:p>
        </p:txBody>
      </p:sp>
      <p:pic>
        <p:nvPicPr>
          <p:cNvPr id="3" name="Picture 2">
            <a:extLst>
              <a:ext uri="{FF2B5EF4-FFF2-40B4-BE49-F238E27FC236}">
                <a16:creationId xmlns:a16="http://schemas.microsoft.com/office/drawing/2014/main" id="{B654A219-657E-2D5F-99E2-F60AC448A8AA}"/>
              </a:ext>
            </a:extLst>
          </p:cNvPr>
          <p:cNvPicPr>
            <a:picLocks noChangeAspect="1"/>
          </p:cNvPicPr>
          <p:nvPr/>
        </p:nvPicPr>
        <p:blipFill>
          <a:blip r:embed="rId5"/>
          <a:stretch>
            <a:fillRect/>
          </a:stretch>
        </p:blipFill>
        <p:spPr>
          <a:xfrm>
            <a:off x="9195610" y="35510"/>
            <a:ext cx="2972215" cy="876422"/>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sp>
        <p:nvSpPr>
          <p:cNvPr id="140" name="Google Shape;140;p29"/>
          <p:cNvSpPr txBox="1">
            <a:spLocks noGrp="1"/>
          </p:cNvSpPr>
          <p:nvPr>
            <p:ph type="title"/>
          </p:nvPr>
        </p:nvSpPr>
        <p:spPr>
          <a:xfrm>
            <a:off x="275492" y="95489"/>
            <a:ext cx="11078308"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13CB2"/>
              </a:buClr>
              <a:buSzPts val="4400"/>
              <a:buFont typeface="Arial"/>
              <a:buNone/>
            </a:pPr>
            <a:r>
              <a:rPr lang="en-US"/>
              <a:t>Dictionary Comprehension</a:t>
            </a:r>
            <a:endParaRPr/>
          </a:p>
        </p:txBody>
      </p:sp>
      <p:sp>
        <p:nvSpPr>
          <p:cNvPr id="141" name="Google Shape;141;p29"/>
          <p:cNvSpPr txBox="1">
            <a:spLocks noGrp="1"/>
          </p:cNvSpPr>
          <p:nvPr>
            <p:ph type="body" idx="1"/>
          </p:nvPr>
        </p:nvSpPr>
        <p:spPr>
          <a:xfrm>
            <a:off x="276225" y="1547446"/>
            <a:ext cx="11671935" cy="4637044"/>
          </a:xfrm>
          <a:prstGeom prst="rect">
            <a:avLst/>
          </a:prstGeom>
          <a:noFill/>
          <a:ln>
            <a:noFill/>
          </a:ln>
        </p:spPr>
        <p:txBody>
          <a:bodyPr spcFirstLastPara="1" wrap="square" lIns="91425" tIns="45700" rIns="91425" bIns="45700" anchor="t" anchorCtr="0">
            <a:normAutofit/>
          </a:bodyPr>
          <a:lstStyle/>
          <a:p>
            <a:pPr marL="342900" lvl="0" indent="-342900" algn="l" rtl="0">
              <a:lnSpc>
                <a:spcPct val="150000"/>
              </a:lnSpc>
              <a:spcBef>
                <a:spcPts val="0"/>
              </a:spcBef>
              <a:spcAft>
                <a:spcPts val="0"/>
              </a:spcAft>
              <a:buClr>
                <a:schemeClr val="dk1"/>
              </a:buClr>
              <a:buSzPts val="2400"/>
              <a:buFont typeface="Arial"/>
              <a:buChar char="•"/>
            </a:pPr>
            <a:r>
              <a:rPr lang="en-US" sz="2400" b="0" dirty="0"/>
              <a:t>Dictionary comprehensions are used when the input is in the form of a dictionary </a:t>
            </a:r>
            <a:endParaRPr dirty="0"/>
          </a:p>
          <a:p>
            <a:pPr marL="0" lvl="0" indent="0" algn="l" rtl="0">
              <a:lnSpc>
                <a:spcPct val="150000"/>
              </a:lnSpc>
              <a:spcBef>
                <a:spcPts val="1800"/>
              </a:spcBef>
              <a:spcAft>
                <a:spcPts val="0"/>
              </a:spcAft>
              <a:buClr>
                <a:schemeClr val="dk1"/>
              </a:buClr>
              <a:buSzPts val="2000"/>
              <a:buNone/>
            </a:pPr>
            <a:r>
              <a:rPr lang="en-US" b="0" dirty="0"/>
              <a:t>          or a</a:t>
            </a:r>
            <a:r>
              <a:rPr lang="en-US" dirty="0"/>
              <a:t> </a:t>
            </a:r>
            <a:r>
              <a:rPr lang="en-US" sz="2400" dirty="0"/>
              <a:t>Key : Value pair</a:t>
            </a:r>
            <a:endParaRPr lang="en-US" dirty="0"/>
          </a:p>
          <a:p>
            <a:pPr marL="1371600" lvl="3" indent="0">
              <a:lnSpc>
                <a:spcPct val="150000"/>
              </a:lnSpc>
              <a:spcBef>
                <a:spcPts val="1800"/>
              </a:spcBef>
              <a:buNone/>
            </a:pPr>
            <a:r>
              <a:rPr lang="en-US" sz="2800" b="1" i="0" u="none" strike="noStrike" cap="none" dirty="0" err="1">
                <a:solidFill>
                  <a:schemeClr val="tx1"/>
                </a:solidFill>
                <a:latin typeface="Arial"/>
                <a:ea typeface="Arial"/>
                <a:cs typeface="Arial"/>
                <a:sym typeface="Arial"/>
              </a:rPr>
              <a:t>dict_variable</a:t>
            </a:r>
            <a:r>
              <a:rPr lang="en-US" sz="2800" b="1" i="0" u="none" strike="noStrike" cap="none" dirty="0">
                <a:solidFill>
                  <a:schemeClr val="tx1"/>
                </a:solidFill>
                <a:latin typeface="Arial"/>
                <a:ea typeface="Arial"/>
                <a:cs typeface="Arial"/>
                <a:sym typeface="Arial"/>
              </a:rPr>
              <a:t> = { key: value for var in </a:t>
            </a:r>
            <a:r>
              <a:rPr lang="en-US" sz="2800" b="1" i="0" u="none" strike="noStrike" cap="none" dirty="0" err="1">
                <a:solidFill>
                  <a:schemeClr val="tx1"/>
                </a:solidFill>
                <a:latin typeface="Arial"/>
                <a:ea typeface="Arial"/>
                <a:cs typeface="Arial"/>
                <a:sym typeface="Arial"/>
              </a:rPr>
              <a:t>iterables</a:t>
            </a:r>
            <a:r>
              <a:rPr lang="en-US" sz="2800" b="1" i="0" u="none" strike="noStrike" cap="none" dirty="0">
                <a:solidFill>
                  <a:schemeClr val="tx1"/>
                </a:solidFill>
                <a:latin typeface="Arial"/>
                <a:ea typeface="Arial"/>
                <a:cs typeface="Arial"/>
                <a:sym typeface="Arial"/>
              </a:rPr>
              <a:t>}</a:t>
            </a:r>
            <a:endParaRPr sz="2800" b="0" dirty="0">
              <a:solidFill>
                <a:schemeClr val="tx1"/>
              </a:solidFill>
            </a:endParaRPr>
          </a:p>
          <a:p>
            <a:pPr marL="342900" lvl="0" indent="-342900" algn="l" rtl="0">
              <a:lnSpc>
                <a:spcPct val="150000"/>
              </a:lnSpc>
              <a:spcBef>
                <a:spcPts val="1800"/>
              </a:spcBef>
              <a:spcAft>
                <a:spcPts val="0"/>
              </a:spcAft>
              <a:buClr>
                <a:schemeClr val="dk1"/>
              </a:buClr>
              <a:buSzPts val="2400"/>
              <a:buFont typeface="Arial"/>
              <a:buChar char="•"/>
            </a:pPr>
            <a:r>
              <a:rPr lang="en-US" sz="2400" b="0" dirty="0"/>
              <a:t>is a powerful concept and can be used to substitute for </a:t>
            </a:r>
            <a:r>
              <a:rPr lang="en-US" sz="2400" dirty="0"/>
              <a:t>loops and lambda functions</a:t>
            </a:r>
            <a:r>
              <a:rPr lang="en-US" sz="2400" b="0" dirty="0"/>
              <a:t>.</a:t>
            </a:r>
            <a:endParaRPr dirty="0"/>
          </a:p>
        </p:txBody>
      </p:sp>
      <p:pic>
        <p:nvPicPr>
          <p:cNvPr id="2" name="Google Shape;223;p39">
            <a:extLst>
              <a:ext uri="{FF2B5EF4-FFF2-40B4-BE49-F238E27FC236}">
                <a16:creationId xmlns:a16="http://schemas.microsoft.com/office/drawing/2014/main" id="{A9080EB1-DAA9-21B0-C542-053C95DAC556}"/>
              </a:ext>
            </a:extLst>
          </p:cNvPr>
          <p:cNvPicPr preferRelativeResize="0"/>
          <p:nvPr/>
        </p:nvPicPr>
        <p:blipFill rotWithShape="1">
          <a:blip r:embed="rId3">
            <a:alphaModFix/>
          </a:blip>
          <a:srcRect/>
          <a:stretch/>
        </p:blipFill>
        <p:spPr>
          <a:xfrm>
            <a:off x="9749090" y="57292"/>
            <a:ext cx="2442910" cy="844062"/>
          </a:xfrm>
          <a:prstGeom prst="rect">
            <a:avLst/>
          </a:prstGeom>
          <a:noFill/>
          <a:ln>
            <a:noFill/>
          </a:ln>
        </p:spPr>
      </p:pic>
      <p:pic>
        <p:nvPicPr>
          <p:cNvPr id="3" name="Google Shape;133;p27">
            <a:extLst>
              <a:ext uri="{FF2B5EF4-FFF2-40B4-BE49-F238E27FC236}">
                <a16:creationId xmlns:a16="http://schemas.microsoft.com/office/drawing/2014/main" id="{8ED91E69-F489-2A64-0C35-DB9651B762E9}"/>
              </a:ext>
            </a:extLst>
          </p:cNvPr>
          <p:cNvPicPr preferRelativeResize="0"/>
          <p:nvPr/>
        </p:nvPicPr>
        <p:blipFill rotWithShape="1">
          <a:blip r:embed="rId4">
            <a:alphaModFix/>
          </a:blip>
          <a:srcRect/>
          <a:stretch/>
        </p:blipFill>
        <p:spPr>
          <a:xfrm>
            <a:off x="6174658" y="6458804"/>
            <a:ext cx="5875606" cy="468022"/>
          </a:xfrm>
          <a:prstGeom prst="rect">
            <a:avLst/>
          </a:prstGeom>
          <a:noFill/>
          <a:ln>
            <a:noFill/>
          </a:ln>
        </p:spPr>
      </p:pic>
      <p:pic>
        <p:nvPicPr>
          <p:cNvPr id="4" name="Picture 3">
            <a:extLst>
              <a:ext uri="{FF2B5EF4-FFF2-40B4-BE49-F238E27FC236}">
                <a16:creationId xmlns:a16="http://schemas.microsoft.com/office/drawing/2014/main" id="{FC4348BE-F65E-7159-5C73-822126980052}"/>
              </a:ext>
            </a:extLst>
          </p:cNvPr>
          <p:cNvPicPr>
            <a:picLocks noChangeAspect="1"/>
          </p:cNvPicPr>
          <p:nvPr/>
        </p:nvPicPr>
        <p:blipFill>
          <a:blip r:embed="rId5"/>
          <a:stretch>
            <a:fillRect/>
          </a:stretch>
        </p:blipFill>
        <p:spPr>
          <a:xfrm>
            <a:off x="9195610" y="35510"/>
            <a:ext cx="2972215" cy="876422"/>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sp>
        <p:nvSpPr>
          <p:cNvPr id="140" name="Google Shape;140;p29"/>
          <p:cNvSpPr txBox="1">
            <a:spLocks noGrp="1"/>
          </p:cNvSpPr>
          <p:nvPr>
            <p:ph type="title"/>
          </p:nvPr>
        </p:nvSpPr>
        <p:spPr>
          <a:xfrm>
            <a:off x="275492" y="95489"/>
            <a:ext cx="11078308"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13CB2"/>
              </a:buClr>
              <a:buSzPts val="4400"/>
              <a:buFont typeface="Arial"/>
              <a:buNone/>
            </a:pPr>
            <a:r>
              <a:rPr lang="en-US"/>
              <a:t>Dictionary Comprehension</a:t>
            </a:r>
            <a:endParaRPr/>
          </a:p>
        </p:txBody>
      </p:sp>
      <p:sp>
        <p:nvSpPr>
          <p:cNvPr id="143" name="Google Shape;143;p29"/>
          <p:cNvSpPr/>
          <p:nvPr/>
        </p:nvSpPr>
        <p:spPr>
          <a:xfrm>
            <a:off x="2594581" y="2505311"/>
            <a:ext cx="6096000" cy="1631216"/>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000" b="1" dirty="0">
                <a:solidFill>
                  <a:schemeClr val="dk1"/>
                </a:solidFill>
                <a:latin typeface="Arial"/>
                <a:ea typeface="Arial"/>
                <a:cs typeface="Arial"/>
                <a:sym typeface="Arial"/>
              </a:rPr>
              <a:t>dict1 = {'a': 1, 'b': 2, 'c': 3, 'd': 4, 'e': 5}</a:t>
            </a:r>
            <a:endParaRPr dirty="0"/>
          </a:p>
          <a:p>
            <a:pPr marL="0" marR="0" lvl="0" indent="0" algn="l" rtl="0">
              <a:spcBef>
                <a:spcPts val="0"/>
              </a:spcBef>
              <a:spcAft>
                <a:spcPts val="0"/>
              </a:spcAft>
              <a:buNone/>
            </a:pPr>
            <a:endParaRPr sz="2000" b="1" dirty="0">
              <a:solidFill>
                <a:schemeClr val="dk1"/>
              </a:solidFill>
              <a:latin typeface="Arial"/>
              <a:ea typeface="Arial"/>
              <a:cs typeface="Arial"/>
              <a:sym typeface="Arial"/>
            </a:endParaRPr>
          </a:p>
          <a:p>
            <a:pPr marL="0" marR="0" lvl="0" indent="0" algn="l" rtl="0">
              <a:spcBef>
                <a:spcPts val="0"/>
              </a:spcBef>
              <a:spcAft>
                <a:spcPts val="0"/>
              </a:spcAft>
              <a:buNone/>
            </a:pPr>
            <a:r>
              <a:rPr lang="en-US" sz="2000" b="1" dirty="0">
                <a:solidFill>
                  <a:schemeClr val="dk1"/>
                </a:solidFill>
                <a:latin typeface="Arial"/>
                <a:ea typeface="Arial"/>
                <a:cs typeface="Arial"/>
                <a:sym typeface="Arial"/>
              </a:rPr>
              <a:t>double_dict1 = {</a:t>
            </a:r>
            <a:r>
              <a:rPr lang="en-US" sz="2000" b="1" dirty="0" err="1">
                <a:solidFill>
                  <a:schemeClr val="dk1"/>
                </a:solidFill>
                <a:latin typeface="Arial"/>
                <a:ea typeface="Arial"/>
                <a:cs typeface="Arial"/>
                <a:sym typeface="Arial"/>
              </a:rPr>
              <a:t>k:v</a:t>
            </a:r>
            <a:r>
              <a:rPr lang="en-US" sz="2000" b="1" dirty="0">
                <a:solidFill>
                  <a:schemeClr val="dk1"/>
                </a:solidFill>
                <a:latin typeface="Arial"/>
                <a:ea typeface="Arial"/>
                <a:cs typeface="Arial"/>
                <a:sym typeface="Arial"/>
              </a:rPr>
              <a:t>*2 for (</a:t>
            </a:r>
            <a:r>
              <a:rPr lang="en-US" sz="2000" b="1" dirty="0" err="1">
                <a:solidFill>
                  <a:schemeClr val="dk1"/>
                </a:solidFill>
                <a:latin typeface="Arial"/>
                <a:ea typeface="Arial"/>
                <a:cs typeface="Arial"/>
                <a:sym typeface="Arial"/>
              </a:rPr>
              <a:t>k,v</a:t>
            </a:r>
            <a:r>
              <a:rPr lang="en-US" sz="2000" b="1" dirty="0">
                <a:solidFill>
                  <a:schemeClr val="dk1"/>
                </a:solidFill>
                <a:latin typeface="Arial"/>
                <a:ea typeface="Arial"/>
                <a:cs typeface="Arial"/>
                <a:sym typeface="Arial"/>
              </a:rPr>
              <a:t>) in dict1.items()}</a:t>
            </a:r>
            <a:endParaRPr dirty="0"/>
          </a:p>
          <a:p>
            <a:pPr marL="0" marR="0" lvl="0" indent="0" algn="l" rtl="0">
              <a:spcBef>
                <a:spcPts val="0"/>
              </a:spcBef>
              <a:spcAft>
                <a:spcPts val="0"/>
              </a:spcAft>
              <a:buNone/>
            </a:pPr>
            <a:endParaRPr sz="2000" b="1" dirty="0">
              <a:solidFill>
                <a:schemeClr val="dk1"/>
              </a:solidFill>
              <a:latin typeface="Arial"/>
              <a:ea typeface="Arial"/>
              <a:cs typeface="Arial"/>
              <a:sym typeface="Arial"/>
            </a:endParaRPr>
          </a:p>
          <a:p>
            <a:pPr marL="0" marR="0" lvl="0" indent="0" algn="l" rtl="0">
              <a:spcBef>
                <a:spcPts val="0"/>
              </a:spcBef>
              <a:spcAft>
                <a:spcPts val="0"/>
              </a:spcAft>
              <a:buNone/>
            </a:pPr>
            <a:r>
              <a:rPr lang="en-US" sz="2000" b="1" dirty="0">
                <a:solidFill>
                  <a:schemeClr val="dk1"/>
                </a:solidFill>
                <a:latin typeface="Arial"/>
                <a:ea typeface="Arial"/>
                <a:cs typeface="Arial"/>
                <a:sym typeface="Arial"/>
              </a:rPr>
              <a:t>print(double_dict1)</a:t>
            </a:r>
            <a:endParaRPr dirty="0"/>
          </a:p>
        </p:txBody>
      </p:sp>
      <p:pic>
        <p:nvPicPr>
          <p:cNvPr id="2" name="Google Shape;223;p39">
            <a:extLst>
              <a:ext uri="{FF2B5EF4-FFF2-40B4-BE49-F238E27FC236}">
                <a16:creationId xmlns:a16="http://schemas.microsoft.com/office/drawing/2014/main" id="{A9080EB1-DAA9-21B0-C542-053C95DAC556}"/>
              </a:ext>
            </a:extLst>
          </p:cNvPr>
          <p:cNvPicPr preferRelativeResize="0"/>
          <p:nvPr/>
        </p:nvPicPr>
        <p:blipFill rotWithShape="1">
          <a:blip r:embed="rId3">
            <a:alphaModFix/>
          </a:blip>
          <a:srcRect/>
          <a:stretch/>
        </p:blipFill>
        <p:spPr>
          <a:xfrm>
            <a:off x="9749090" y="57292"/>
            <a:ext cx="2442910" cy="844062"/>
          </a:xfrm>
          <a:prstGeom prst="rect">
            <a:avLst/>
          </a:prstGeom>
          <a:noFill/>
          <a:ln>
            <a:noFill/>
          </a:ln>
        </p:spPr>
      </p:pic>
      <p:pic>
        <p:nvPicPr>
          <p:cNvPr id="3" name="Google Shape;133;p27">
            <a:extLst>
              <a:ext uri="{FF2B5EF4-FFF2-40B4-BE49-F238E27FC236}">
                <a16:creationId xmlns:a16="http://schemas.microsoft.com/office/drawing/2014/main" id="{8ED91E69-F489-2A64-0C35-DB9651B762E9}"/>
              </a:ext>
            </a:extLst>
          </p:cNvPr>
          <p:cNvPicPr preferRelativeResize="0"/>
          <p:nvPr/>
        </p:nvPicPr>
        <p:blipFill rotWithShape="1">
          <a:blip r:embed="rId4">
            <a:alphaModFix/>
          </a:blip>
          <a:srcRect/>
          <a:stretch/>
        </p:blipFill>
        <p:spPr>
          <a:xfrm>
            <a:off x="6174658" y="6458804"/>
            <a:ext cx="5875606" cy="468022"/>
          </a:xfrm>
          <a:prstGeom prst="rect">
            <a:avLst/>
          </a:prstGeom>
          <a:noFill/>
          <a:ln>
            <a:noFill/>
          </a:ln>
        </p:spPr>
      </p:pic>
      <p:pic>
        <p:nvPicPr>
          <p:cNvPr id="4" name="Picture 3">
            <a:extLst>
              <a:ext uri="{FF2B5EF4-FFF2-40B4-BE49-F238E27FC236}">
                <a16:creationId xmlns:a16="http://schemas.microsoft.com/office/drawing/2014/main" id="{CD7F7474-74D2-8F69-1438-0B2B5DD1C7C9}"/>
              </a:ext>
            </a:extLst>
          </p:cNvPr>
          <p:cNvPicPr>
            <a:picLocks noChangeAspect="1"/>
          </p:cNvPicPr>
          <p:nvPr/>
        </p:nvPicPr>
        <p:blipFill>
          <a:blip r:embed="rId5"/>
          <a:stretch>
            <a:fillRect/>
          </a:stretch>
        </p:blipFill>
        <p:spPr>
          <a:xfrm>
            <a:off x="9195610" y="35510"/>
            <a:ext cx="2972215" cy="876422"/>
          </a:xfrm>
          <a:prstGeom prst="rect">
            <a:avLst/>
          </a:prstGeom>
        </p:spPr>
      </p:pic>
    </p:spTree>
    <p:extLst>
      <p:ext uri="{BB962C8B-B14F-4D97-AF65-F5344CB8AC3E}">
        <p14:creationId xmlns:p14="http://schemas.microsoft.com/office/powerpoint/2010/main" val="156339568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BE5C48-1A31-4E41-9293-B60906B40E6B}"/>
              </a:ext>
            </a:extLst>
          </p:cNvPr>
          <p:cNvSpPr>
            <a:spLocks noGrp="1"/>
          </p:cNvSpPr>
          <p:nvPr>
            <p:ph type="title"/>
          </p:nvPr>
        </p:nvSpPr>
        <p:spPr/>
        <p:txBody>
          <a:bodyPr/>
          <a:lstStyle/>
          <a:p>
            <a:r>
              <a:rPr lang="en-US" dirty="0" err="1"/>
              <a:t>Dict</a:t>
            </a:r>
            <a:r>
              <a:rPr lang="en-US" dirty="0"/>
              <a:t> Vs List</a:t>
            </a:r>
          </a:p>
        </p:txBody>
      </p:sp>
      <p:pic>
        <p:nvPicPr>
          <p:cNvPr id="5" name="Google Shape;223;p39">
            <a:extLst>
              <a:ext uri="{FF2B5EF4-FFF2-40B4-BE49-F238E27FC236}">
                <a16:creationId xmlns:a16="http://schemas.microsoft.com/office/drawing/2014/main" id="{84909F12-BE34-6756-F071-481C23AA140E}"/>
              </a:ext>
            </a:extLst>
          </p:cNvPr>
          <p:cNvPicPr preferRelativeResize="0"/>
          <p:nvPr/>
        </p:nvPicPr>
        <p:blipFill rotWithShape="1">
          <a:blip r:embed="rId2">
            <a:alphaModFix/>
          </a:blip>
          <a:srcRect/>
          <a:stretch/>
        </p:blipFill>
        <p:spPr>
          <a:xfrm>
            <a:off x="10070830" y="33027"/>
            <a:ext cx="1969360" cy="832212"/>
          </a:xfrm>
          <a:prstGeom prst="rect">
            <a:avLst/>
          </a:prstGeom>
          <a:noFill/>
          <a:ln>
            <a:noFill/>
          </a:ln>
        </p:spPr>
      </p:pic>
      <p:pic>
        <p:nvPicPr>
          <p:cNvPr id="7" name="Google Shape;133;p27">
            <a:extLst>
              <a:ext uri="{FF2B5EF4-FFF2-40B4-BE49-F238E27FC236}">
                <a16:creationId xmlns:a16="http://schemas.microsoft.com/office/drawing/2014/main" id="{984FB8C8-6D2D-5B60-4C4C-ECAD39DE2A87}"/>
              </a:ext>
            </a:extLst>
          </p:cNvPr>
          <p:cNvPicPr preferRelativeResize="0"/>
          <p:nvPr/>
        </p:nvPicPr>
        <p:blipFill rotWithShape="1">
          <a:blip r:embed="rId3">
            <a:alphaModFix/>
          </a:blip>
          <a:srcRect/>
          <a:stretch/>
        </p:blipFill>
        <p:spPr>
          <a:xfrm>
            <a:off x="6316394" y="6370639"/>
            <a:ext cx="5875606" cy="468022"/>
          </a:xfrm>
          <a:prstGeom prst="rect">
            <a:avLst/>
          </a:prstGeom>
          <a:noFill/>
          <a:ln>
            <a:noFill/>
          </a:ln>
        </p:spPr>
      </p:pic>
      <p:sp>
        <p:nvSpPr>
          <p:cNvPr id="8" name="TextBox 7">
            <a:extLst>
              <a:ext uri="{FF2B5EF4-FFF2-40B4-BE49-F238E27FC236}">
                <a16:creationId xmlns:a16="http://schemas.microsoft.com/office/drawing/2014/main" id="{CCAE62DA-50A7-4006-7848-3164294D3C08}"/>
              </a:ext>
            </a:extLst>
          </p:cNvPr>
          <p:cNvSpPr txBox="1"/>
          <p:nvPr/>
        </p:nvSpPr>
        <p:spPr>
          <a:xfrm>
            <a:off x="797246" y="1271927"/>
            <a:ext cx="10156722" cy="5997604"/>
          </a:xfrm>
          <a:prstGeom prst="rect">
            <a:avLst/>
          </a:prstGeom>
          <a:noFill/>
        </p:spPr>
        <p:txBody>
          <a:bodyPr wrap="square">
            <a:spAutoFit/>
          </a:bodyPr>
          <a:lstStyle/>
          <a:p>
            <a:pPr marL="285750" indent="-285750">
              <a:lnSpc>
                <a:spcPct val="200000"/>
              </a:lnSpc>
              <a:buFont typeface="Arial" panose="020B0604020202020204" pitchFamily="34" charset="0"/>
              <a:buChar char="•"/>
            </a:pPr>
            <a:r>
              <a:rPr lang="en-US" sz="2000" b="0" i="0" dirty="0">
                <a:solidFill>
                  <a:schemeClr val="accent1"/>
                </a:solidFill>
                <a:effectLst/>
                <a:latin typeface="Times New Roman" panose="02020603050405020304" pitchFamily="18" charset="0"/>
                <a:cs typeface="Times New Roman" panose="02020603050405020304" pitchFamily="18" charset="0"/>
              </a:rPr>
              <a:t>Imagine that you are organizing a data science conference. You are making a list of attendees. Later you want to look up a name in this attendee list. How much time does it take to find a name if you store the data as a list, and as a dictionary? </a:t>
            </a:r>
            <a:endParaRPr lang="en-US" sz="2000" dirty="0">
              <a:solidFill>
                <a:schemeClr val="accent1"/>
              </a:solidFill>
              <a:latin typeface="Times New Roman" panose="02020603050405020304" pitchFamily="18" charset="0"/>
              <a:cs typeface="Times New Roman" panose="02020603050405020304" pitchFamily="18" charset="0"/>
            </a:endParaRPr>
          </a:p>
          <a:p>
            <a:pPr marL="285750" indent="-285750">
              <a:lnSpc>
                <a:spcPct val="200000"/>
              </a:lnSpc>
              <a:buFont typeface="Arial" panose="020B0604020202020204" pitchFamily="34" charset="0"/>
              <a:buChar char="•"/>
            </a:pPr>
            <a:r>
              <a:rPr lang="en-US" sz="2000" b="0" i="0" dirty="0">
                <a:solidFill>
                  <a:schemeClr val="accent1"/>
                </a:solidFill>
                <a:effectLst/>
                <a:latin typeface="Times New Roman" panose="02020603050405020304" pitchFamily="18" charset="0"/>
                <a:cs typeface="Times New Roman" panose="02020603050405020304" pitchFamily="18" charset="0"/>
              </a:rPr>
              <a:t>If 100 people are attending your conference, you don’t have to think about lookup speed. You can keep your data in lists or dictionaries. You can even build an Excel table and use INDEX and MATCH keys to find the names you want.</a:t>
            </a:r>
          </a:p>
          <a:p>
            <a:pPr marL="285750" indent="-285750">
              <a:lnSpc>
                <a:spcPct val="200000"/>
              </a:lnSpc>
              <a:buFont typeface="Arial" panose="020B0604020202020204" pitchFamily="34" charset="0"/>
              <a:buChar char="•"/>
            </a:pPr>
            <a:r>
              <a:rPr lang="en-US" sz="2000" b="0" i="0" dirty="0">
                <a:solidFill>
                  <a:srgbClr val="FF0000"/>
                </a:solidFill>
                <a:effectLst/>
                <a:latin typeface="source-serif-pro"/>
              </a:rPr>
              <a:t>What if you are storing billions of names? Do you think it is a good idea to store too many elements in a list? Can dictionaries do a better job in finding a certain item in a collection of too many elements?</a:t>
            </a:r>
            <a:endParaRPr lang="en-US" sz="2000" dirty="0">
              <a:solidFill>
                <a:srgbClr val="FF0000"/>
              </a:solidFill>
              <a:latin typeface="Times New Roman" panose="02020603050405020304" pitchFamily="18" charset="0"/>
              <a:cs typeface="Times New Roman" panose="02020603050405020304" pitchFamily="18" charset="0"/>
            </a:endParaRPr>
          </a:p>
          <a:p>
            <a:pPr>
              <a:lnSpc>
                <a:spcPct val="200000"/>
              </a:lnSpc>
            </a:pPr>
            <a:endParaRPr lang="en-IN" dirty="0">
              <a:solidFill>
                <a:srgbClr val="FF0000"/>
              </a:solidFill>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2DB7E75A-89DC-8CED-024F-271AF1906446}"/>
              </a:ext>
            </a:extLst>
          </p:cNvPr>
          <p:cNvPicPr>
            <a:picLocks noChangeAspect="1"/>
          </p:cNvPicPr>
          <p:nvPr/>
        </p:nvPicPr>
        <p:blipFill>
          <a:blip r:embed="rId4"/>
          <a:stretch>
            <a:fillRect/>
          </a:stretch>
        </p:blipFill>
        <p:spPr>
          <a:xfrm>
            <a:off x="9195610" y="35510"/>
            <a:ext cx="2972215" cy="876422"/>
          </a:xfrm>
          <a:prstGeom prst="rect">
            <a:avLst/>
          </a:prstGeom>
        </p:spPr>
      </p:pic>
    </p:spTree>
    <p:extLst>
      <p:ext uri="{BB962C8B-B14F-4D97-AF65-F5344CB8AC3E}">
        <p14:creationId xmlns:p14="http://schemas.microsoft.com/office/powerpoint/2010/main" val="890574546"/>
      </p:ext>
    </p:extLst>
  </p:cSld>
  <p:clrMapOvr>
    <a:masterClrMapping/>
  </p:clrMapOvr>
  <mc:AlternateContent xmlns:mc="http://schemas.openxmlformats.org/markup-compatibility/2006" xmlns:p14="http://schemas.microsoft.com/office/powerpoint/2010/main">
    <mc:Choice Requires="p14">
      <p:transition spd="slow" p14:dur="2000" advTm="14697"/>
    </mc:Choice>
    <mc:Fallback xmlns="">
      <p:transition spd="slow" advTm="14697"/>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BE5C48-1A31-4E41-9293-B60906B40E6B}"/>
              </a:ext>
            </a:extLst>
          </p:cNvPr>
          <p:cNvSpPr>
            <a:spLocks noGrp="1"/>
          </p:cNvSpPr>
          <p:nvPr>
            <p:ph type="title"/>
          </p:nvPr>
        </p:nvSpPr>
        <p:spPr/>
        <p:txBody>
          <a:bodyPr/>
          <a:lstStyle/>
          <a:p>
            <a:r>
              <a:rPr lang="en-US" dirty="0" err="1"/>
              <a:t>Dict</a:t>
            </a:r>
            <a:r>
              <a:rPr lang="en-US" dirty="0"/>
              <a:t> Vs List</a:t>
            </a:r>
          </a:p>
        </p:txBody>
      </p:sp>
      <p:pic>
        <p:nvPicPr>
          <p:cNvPr id="5" name="Google Shape;223;p39">
            <a:extLst>
              <a:ext uri="{FF2B5EF4-FFF2-40B4-BE49-F238E27FC236}">
                <a16:creationId xmlns:a16="http://schemas.microsoft.com/office/drawing/2014/main" id="{84909F12-BE34-6756-F071-481C23AA140E}"/>
              </a:ext>
            </a:extLst>
          </p:cNvPr>
          <p:cNvPicPr preferRelativeResize="0"/>
          <p:nvPr/>
        </p:nvPicPr>
        <p:blipFill rotWithShape="1">
          <a:blip r:embed="rId2">
            <a:alphaModFix/>
          </a:blip>
          <a:srcRect/>
          <a:stretch/>
        </p:blipFill>
        <p:spPr>
          <a:xfrm>
            <a:off x="10070830" y="33027"/>
            <a:ext cx="1969360" cy="832212"/>
          </a:xfrm>
          <a:prstGeom prst="rect">
            <a:avLst/>
          </a:prstGeom>
          <a:noFill/>
          <a:ln>
            <a:noFill/>
          </a:ln>
        </p:spPr>
      </p:pic>
      <p:pic>
        <p:nvPicPr>
          <p:cNvPr id="7" name="Google Shape;133;p27">
            <a:extLst>
              <a:ext uri="{FF2B5EF4-FFF2-40B4-BE49-F238E27FC236}">
                <a16:creationId xmlns:a16="http://schemas.microsoft.com/office/drawing/2014/main" id="{984FB8C8-6D2D-5B60-4C4C-ECAD39DE2A87}"/>
              </a:ext>
            </a:extLst>
          </p:cNvPr>
          <p:cNvPicPr preferRelativeResize="0"/>
          <p:nvPr/>
        </p:nvPicPr>
        <p:blipFill rotWithShape="1">
          <a:blip r:embed="rId3">
            <a:alphaModFix/>
          </a:blip>
          <a:srcRect/>
          <a:stretch/>
        </p:blipFill>
        <p:spPr>
          <a:xfrm>
            <a:off x="6316394" y="6370639"/>
            <a:ext cx="5875606" cy="468022"/>
          </a:xfrm>
          <a:prstGeom prst="rect">
            <a:avLst/>
          </a:prstGeom>
          <a:noFill/>
          <a:ln>
            <a:noFill/>
          </a:ln>
        </p:spPr>
      </p:pic>
      <p:sp>
        <p:nvSpPr>
          <p:cNvPr id="8" name="TextBox 7">
            <a:extLst>
              <a:ext uri="{FF2B5EF4-FFF2-40B4-BE49-F238E27FC236}">
                <a16:creationId xmlns:a16="http://schemas.microsoft.com/office/drawing/2014/main" id="{CCAE62DA-50A7-4006-7848-3164294D3C08}"/>
              </a:ext>
            </a:extLst>
          </p:cNvPr>
          <p:cNvSpPr txBox="1"/>
          <p:nvPr/>
        </p:nvSpPr>
        <p:spPr>
          <a:xfrm>
            <a:off x="797246" y="1448907"/>
            <a:ext cx="10156722" cy="4602029"/>
          </a:xfrm>
          <a:prstGeom prst="rect">
            <a:avLst/>
          </a:prstGeom>
          <a:noFill/>
        </p:spPr>
        <p:txBody>
          <a:bodyPr wrap="square">
            <a:spAutoFit/>
          </a:bodyPr>
          <a:lstStyle/>
          <a:p>
            <a:pPr algn="just">
              <a:lnSpc>
                <a:spcPct val="150000"/>
              </a:lnSpc>
            </a:pPr>
            <a:r>
              <a:rPr lang="en-US" sz="2200" b="0" i="0" dirty="0">
                <a:solidFill>
                  <a:schemeClr val="accent1"/>
                </a:solidFill>
                <a:effectLst/>
                <a:latin typeface="Times New Roman" panose="02020603050405020304" pitchFamily="18" charset="0"/>
                <a:cs typeface="Times New Roman" panose="02020603050405020304" pitchFamily="18" charset="0"/>
              </a:rPr>
              <a:t>In general, accessing an element in a </a:t>
            </a:r>
            <a:r>
              <a:rPr lang="en-US" sz="2200" b="0" i="0" dirty="0">
                <a:solidFill>
                  <a:srgbClr val="FF0000"/>
                </a:solidFill>
                <a:effectLst/>
                <a:latin typeface="Times New Roman" panose="02020603050405020304" pitchFamily="18" charset="0"/>
                <a:cs typeface="Times New Roman" panose="02020603050405020304" pitchFamily="18" charset="0"/>
              </a:rPr>
              <a:t>dictionary is faster than accessing </a:t>
            </a:r>
            <a:r>
              <a:rPr lang="en-US" sz="2200" b="0" i="0" dirty="0">
                <a:solidFill>
                  <a:schemeClr val="accent1"/>
                </a:solidFill>
                <a:effectLst/>
                <a:latin typeface="Times New Roman" panose="02020603050405020304" pitchFamily="18" charset="0"/>
                <a:cs typeface="Times New Roman" panose="02020603050405020304" pitchFamily="18" charset="0"/>
              </a:rPr>
              <a:t>an element in a list in Python, especially </a:t>
            </a:r>
            <a:r>
              <a:rPr lang="en-US" sz="2200" b="0" i="0" dirty="0">
                <a:solidFill>
                  <a:srgbClr val="FF0000"/>
                </a:solidFill>
                <a:effectLst/>
                <a:latin typeface="Times New Roman" panose="02020603050405020304" pitchFamily="18" charset="0"/>
                <a:cs typeface="Times New Roman" panose="02020603050405020304" pitchFamily="18" charset="0"/>
              </a:rPr>
              <a:t>when the </a:t>
            </a:r>
            <a:r>
              <a:rPr lang="en-US" sz="2200" b="0" i="0" u="none" strike="noStrike" dirty="0">
                <a:solidFill>
                  <a:srgbClr val="FF0000"/>
                </a:solidFill>
                <a:effectLst/>
                <a:latin typeface="Times New Roman" panose="02020603050405020304" pitchFamily="18" charset="0"/>
                <a:cs typeface="Times New Roman" panose="02020603050405020304" pitchFamily="18" charset="0"/>
              </a:rPr>
              <a:t>collection</a:t>
            </a:r>
            <a:r>
              <a:rPr lang="en-US" sz="2200" b="0" i="0" dirty="0">
                <a:solidFill>
                  <a:srgbClr val="FF0000"/>
                </a:solidFill>
                <a:effectLst/>
                <a:latin typeface="Times New Roman" panose="02020603050405020304" pitchFamily="18" charset="0"/>
                <a:cs typeface="Times New Roman" panose="02020603050405020304" pitchFamily="18" charset="0"/>
              </a:rPr>
              <a:t> size is large</a:t>
            </a:r>
            <a:r>
              <a:rPr lang="en-US" sz="2200" b="0" i="0" dirty="0">
                <a:solidFill>
                  <a:schemeClr val="accent1"/>
                </a:solidFill>
                <a:effectLst/>
                <a:latin typeface="Times New Roman" panose="02020603050405020304" pitchFamily="18" charset="0"/>
                <a:cs typeface="Times New Roman" panose="02020603050405020304" pitchFamily="18" charset="0"/>
              </a:rPr>
              <a:t>.</a:t>
            </a:r>
          </a:p>
          <a:p>
            <a:pPr algn="just">
              <a:lnSpc>
                <a:spcPct val="150000"/>
              </a:lnSpc>
            </a:pPr>
            <a:endParaRPr lang="en-US" sz="2200" b="0" i="0" dirty="0">
              <a:solidFill>
                <a:schemeClr val="accent1"/>
              </a:solidFill>
              <a:effectLst/>
              <a:latin typeface="Times New Roman" panose="02020603050405020304" pitchFamily="18" charset="0"/>
              <a:cs typeface="Times New Roman" panose="02020603050405020304" pitchFamily="18" charset="0"/>
            </a:endParaRPr>
          </a:p>
          <a:p>
            <a:pPr algn="just">
              <a:lnSpc>
                <a:spcPct val="150000"/>
              </a:lnSpc>
            </a:pPr>
            <a:r>
              <a:rPr lang="en-US" sz="2200" b="0" i="0" dirty="0">
                <a:solidFill>
                  <a:schemeClr val="accent1"/>
                </a:solidFill>
                <a:effectLst/>
                <a:latin typeface="Times New Roman" panose="02020603050405020304" pitchFamily="18" charset="0"/>
                <a:cs typeface="Times New Roman" panose="02020603050405020304" pitchFamily="18" charset="0"/>
              </a:rPr>
              <a:t>The reason for this is that dictionaries use a </a:t>
            </a:r>
            <a:r>
              <a:rPr lang="en-US" sz="2200" b="0" i="0" u="none" strike="noStrike" dirty="0">
                <a:solidFill>
                  <a:srgbClr val="FF0000"/>
                </a:solidFill>
                <a:effectLst/>
                <a:latin typeface="Times New Roman" panose="02020603050405020304" pitchFamily="18" charset="0"/>
                <a:cs typeface="Times New Roman" panose="02020603050405020304" pitchFamily="18" charset="0"/>
              </a:rPr>
              <a:t>hash table</a:t>
            </a:r>
            <a:r>
              <a:rPr lang="en-US" sz="2200" b="0" i="0" dirty="0">
                <a:solidFill>
                  <a:srgbClr val="FF0000"/>
                </a:solidFill>
                <a:effectLst/>
                <a:latin typeface="Times New Roman" panose="02020603050405020304" pitchFamily="18" charset="0"/>
                <a:cs typeface="Times New Roman" panose="02020603050405020304" pitchFamily="18" charset="0"/>
              </a:rPr>
              <a:t> </a:t>
            </a:r>
            <a:r>
              <a:rPr lang="en-US" sz="2200" b="0" i="0" dirty="0">
                <a:solidFill>
                  <a:schemeClr val="accent1"/>
                </a:solidFill>
                <a:effectLst/>
                <a:latin typeface="Times New Roman" panose="02020603050405020304" pitchFamily="18" charset="0"/>
                <a:cs typeface="Times New Roman" panose="02020603050405020304" pitchFamily="18" charset="0"/>
              </a:rPr>
              <a:t>to store their data, which allows </a:t>
            </a:r>
            <a:r>
              <a:rPr lang="en-US" sz="2200" b="0" i="0" dirty="0">
                <a:solidFill>
                  <a:srgbClr val="FF0000"/>
                </a:solidFill>
                <a:effectLst/>
                <a:latin typeface="Times New Roman" panose="02020603050405020304" pitchFamily="18" charset="0"/>
                <a:cs typeface="Times New Roman" panose="02020603050405020304" pitchFamily="18" charset="0"/>
              </a:rPr>
              <a:t>for constant-time access to elements</a:t>
            </a:r>
            <a:r>
              <a:rPr lang="en-US" sz="2200" b="0" i="0" dirty="0">
                <a:solidFill>
                  <a:schemeClr val="accent1"/>
                </a:solidFill>
                <a:effectLst/>
                <a:latin typeface="Times New Roman" panose="02020603050405020304" pitchFamily="18" charset="0"/>
                <a:cs typeface="Times New Roman" panose="02020603050405020304" pitchFamily="18" charset="0"/>
              </a:rPr>
              <a:t>. When a value is </a:t>
            </a:r>
            <a:r>
              <a:rPr lang="en-US" sz="2200" b="0" i="0" dirty="0">
                <a:solidFill>
                  <a:srgbClr val="FF0000"/>
                </a:solidFill>
                <a:effectLst/>
                <a:latin typeface="Times New Roman" panose="02020603050405020304" pitchFamily="18" charset="0"/>
                <a:cs typeface="Times New Roman" panose="02020603050405020304" pitchFamily="18" charset="0"/>
              </a:rPr>
              <a:t>looked up in a dictionary by its key</a:t>
            </a:r>
            <a:r>
              <a:rPr lang="en-US" sz="2200" b="0" i="0" dirty="0">
                <a:solidFill>
                  <a:schemeClr val="accent1"/>
                </a:solidFill>
                <a:effectLst/>
                <a:latin typeface="Times New Roman" panose="02020603050405020304" pitchFamily="18" charset="0"/>
                <a:cs typeface="Times New Roman" panose="02020603050405020304" pitchFamily="18" charset="0"/>
              </a:rPr>
              <a:t>, Python computes a </a:t>
            </a:r>
            <a:r>
              <a:rPr lang="en-US" sz="2200" b="0" i="0" dirty="0">
                <a:solidFill>
                  <a:srgbClr val="FF0000"/>
                </a:solidFill>
                <a:effectLst/>
                <a:latin typeface="Times New Roman" panose="02020603050405020304" pitchFamily="18" charset="0"/>
                <a:cs typeface="Times New Roman" panose="02020603050405020304" pitchFamily="18" charset="0"/>
              </a:rPr>
              <a:t>hash value for the key and uses it to find the corresponding value in the hash table quickly</a:t>
            </a:r>
            <a:r>
              <a:rPr lang="en-US" sz="2200" b="0" i="0" dirty="0">
                <a:solidFill>
                  <a:schemeClr val="accent1"/>
                </a:solidFill>
                <a:effectLst/>
                <a:latin typeface="Times New Roman" panose="02020603050405020304" pitchFamily="18" charset="0"/>
                <a:cs typeface="Times New Roman" panose="02020603050405020304" pitchFamily="18" charset="0"/>
              </a:rPr>
              <a:t>. On the other hand, in a list, </a:t>
            </a:r>
            <a:r>
              <a:rPr lang="en-US" sz="2200" b="0" i="0" dirty="0">
                <a:solidFill>
                  <a:srgbClr val="FF0000"/>
                </a:solidFill>
                <a:effectLst/>
                <a:latin typeface="Times New Roman" panose="02020603050405020304" pitchFamily="18" charset="0"/>
                <a:cs typeface="Times New Roman" panose="02020603050405020304" pitchFamily="18" charset="0"/>
              </a:rPr>
              <a:t>Python must traverse the list sequentially to find the desired element, which takes time proportional to the size of the list.</a:t>
            </a:r>
          </a:p>
        </p:txBody>
      </p:sp>
      <p:pic>
        <p:nvPicPr>
          <p:cNvPr id="3" name="Picture 2">
            <a:extLst>
              <a:ext uri="{FF2B5EF4-FFF2-40B4-BE49-F238E27FC236}">
                <a16:creationId xmlns:a16="http://schemas.microsoft.com/office/drawing/2014/main" id="{CF66B3D6-7D40-4800-AA0F-1D4FA80CFDC4}"/>
              </a:ext>
            </a:extLst>
          </p:cNvPr>
          <p:cNvPicPr>
            <a:picLocks noChangeAspect="1"/>
          </p:cNvPicPr>
          <p:nvPr/>
        </p:nvPicPr>
        <p:blipFill>
          <a:blip r:embed="rId4"/>
          <a:stretch>
            <a:fillRect/>
          </a:stretch>
        </p:blipFill>
        <p:spPr>
          <a:xfrm>
            <a:off x="9195610" y="35510"/>
            <a:ext cx="2972215" cy="876422"/>
          </a:xfrm>
          <a:prstGeom prst="rect">
            <a:avLst/>
          </a:prstGeom>
        </p:spPr>
      </p:pic>
    </p:spTree>
    <p:extLst>
      <p:ext uri="{BB962C8B-B14F-4D97-AF65-F5344CB8AC3E}">
        <p14:creationId xmlns:p14="http://schemas.microsoft.com/office/powerpoint/2010/main" val="453107416"/>
      </p:ext>
    </p:extLst>
  </p:cSld>
  <p:clrMapOvr>
    <a:masterClrMapping/>
  </p:clrMapOvr>
  <mc:AlternateContent xmlns:mc="http://schemas.openxmlformats.org/markup-compatibility/2006" xmlns:p14="http://schemas.microsoft.com/office/powerpoint/2010/main">
    <mc:Choice Requires="p14">
      <p:transition spd="slow" p14:dur="2000" advTm="14697"/>
    </mc:Choice>
    <mc:Fallback xmlns="">
      <p:transition spd="slow" advTm="14697"/>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BE5C48-1A31-4E41-9293-B60906B40E6B}"/>
              </a:ext>
            </a:extLst>
          </p:cNvPr>
          <p:cNvSpPr>
            <a:spLocks noGrp="1"/>
          </p:cNvSpPr>
          <p:nvPr>
            <p:ph type="title"/>
          </p:nvPr>
        </p:nvSpPr>
        <p:spPr/>
        <p:txBody>
          <a:bodyPr/>
          <a:lstStyle/>
          <a:p>
            <a:r>
              <a:rPr lang="en-US" dirty="0" err="1"/>
              <a:t>Dict</a:t>
            </a:r>
            <a:r>
              <a:rPr lang="en-US" dirty="0"/>
              <a:t> Vs List</a:t>
            </a:r>
          </a:p>
        </p:txBody>
      </p:sp>
      <p:pic>
        <p:nvPicPr>
          <p:cNvPr id="5" name="Google Shape;223;p39">
            <a:extLst>
              <a:ext uri="{FF2B5EF4-FFF2-40B4-BE49-F238E27FC236}">
                <a16:creationId xmlns:a16="http://schemas.microsoft.com/office/drawing/2014/main" id="{84909F12-BE34-6756-F071-481C23AA140E}"/>
              </a:ext>
            </a:extLst>
          </p:cNvPr>
          <p:cNvPicPr preferRelativeResize="0"/>
          <p:nvPr/>
        </p:nvPicPr>
        <p:blipFill rotWithShape="1">
          <a:blip r:embed="rId2">
            <a:alphaModFix/>
          </a:blip>
          <a:srcRect/>
          <a:stretch/>
        </p:blipFill>
        <p:spPr>
          <a:xfrm>
            <a:off x="10070830" y="33027"/>
            <a:ext cx="1969360" cy="832212"/>
          </a:xfrm>
          <a:prstGeom prst="rect">
            <a:avLst/>
          </a:prstGeom>
          <a:noFill/>
          <a:ln>
            <a:noFill/>
          </a:ln>
        </p:spPr>
      </p:pic>
      <p:pic>
        <p:nvPicPr>
          <p:cNvPr id="7" name="Google Shape;133;p27">
            <a:extLst>
              <a:ext uri="{FF2B5EF4-FFF2-40B4-BE49-F238E27FC236}">
                <a16:creationId xmlns:a16="http://schemas.microsoft.com/office/drawing/2014/main" id="{984FB8C8-6D2D-5B60-4C4C-ECAD39DE2A87}"/>
              </a:ext>
            </a:extLst>
          </p:cNvPr>
          <p:cNvPicPr preferRelativeResize="0"/>
          <p:nvPr/>
        </p:nvPicPr>
        <p:blipFill rotWithShape="1">
          <a:blip r:embed="rId3">
            <a:alphaModFix/>
          </a:blip>
          <a:srcRect/>
          <a:stretch/>
        </p:blipFill>
        <p:spPr>
          <a:xfrm>
            <a:off x="6316394" y="6370639"/>
            <a:ext cx="5875606" cy="468022"/>
          </a:xfrm>
          <a:prstGeom prst="rect">
            <a:avLst/>
          </a:prstGeom>
          <a:noFill/>
          <a:ln>
            <a:noFill/>
          </a:ln>
        </p:spPr>
      </p:pic>
      <p:sp>
        <p:nvSpPr>
          <p:cNvPr id="8" name="TextBox 7">
            <a:extLst>
              <a:ext uri="{FF2B5EF4-FFF2-40B4-BE49-F238E27FC236}">
                <a16:creationId xmlns:a16="http://schemas.microsoft.com/office/drawing/2014/main" id="{CCAE62DA-50A7-4006-7848-3164294D3C08}"/>
              </a:ext>
            </a:extLst>
          </p:cNvPr>
          <p:cNvSpPr txBox="1"/>
          <p:nvPr/>
        </p:nvSpPr>
        <p:spPr>
          <a:xfrm>
            <a:off x="797246" y="1448907"/>
            <a:ext cx="10156722" cy="5279137"/>
          </a:xfrm>
          <a:prstGeom prst="rect">
            <a:avLst/>
          </a:prstGeom>
          <a:noFill/>
        </p:spPr>
        <p:txBody>
          <a:bodyPr wrap="square">
            <a:spAutoFit/>
          </a:bodyPr>
          <a:lstStyle/>
          <a:p>
            <a:pPr marL="342900" indent="-342900" algn="just" fontAlgn="base">
              <a:buFont typeface="Arial" panose="020B0604020202020204" pitchFamily="34" charset="0"/>
              <a:buChar char="•"/>
            </a:pPr>
            <a:r>
              <a:rPr lang="en-US" sz="2200" b="0" i="0" dirty="0">
                <a:solidFill>
                  <a:schemeClr val="accent1"/>
                </a:solidFill>
                <a:effectLst/>
                <a:latin typeface="Times New Roman" panose="02020603050405020304" pitchFamily="18" charset="0"/>
                <a:cs typeface="Times New Roman" panose="02020603050405020304" pitchFamily="18" charset="0"/>
              </a:rPr>
              <a:t>Notice how </a:t>
            </a:r>
            <a:r>
              <a:rPr lang="en-US" sz="2200" b="0" i="0" dirty="0">
                <a:solidFill>
                  <a:srgbClr val="FF0000"/>
                </a:solidFill>
                <a:effectLst/>
                <a:latin typeface="Times New Roman" panose="02020603050405020304" pitchFamily="18" charset="0"/>
                <a:cs typeface="Times New Roman" panose="02020603050405020304" pitchFamily="18" charset="0"/>
              </a:rPr>
              <a:t>dictionaries are significantly faster, and how search runtime increases as input increases on our lists</a:t>
            </a:r>
            <a:r>
              <a:rPr lang="en-US" sz="2200" b="0" i="0" dirty="0">
                <a:solidFill>
                  <a:schemeClr val="accent1"/>
                </a:solidFill>
                <a:effectLst/>
                <a:latin typeface="Times New Roman" panose="02020603050405020304" pitchFamily="18" charset="0"/>
                <a:cs typeface="Times New Roman" panose="02020603050405020304" pitchFamily="18" charset="0"/>
              </a:rPr>
              <a:t>. </a:t>
            </a:r>
          </a:p>
          <a:p>
            <a:pPr marL="342900" indent="-342900" algn="just" fontAlgn="base">
              <a:buFont typeface="Arial" panose="020B0604020202020204" pitchFamily="34" charset="0"/>
              <a:buChar char="•"/>
            </a:pPr>
            <a:endParaRPr lang="en-US" sz="2200" dirty="0">
              <a:solidFill>
                <a:schemeClr val="accent1"/>
              </a:solidFill>
              <a:latin typeface="Times New Roman" panose="02020603050405020304" pitchFamily="18" charset="0"/>
              <a:cs typeface="Times New Roman" panose="02020603050405020304" pitchFamily="18" charset="0"/>
            </a:endParaRPr>
          </a:p>
          <a:p>
            <a:pPr marL="342900" indent="-342900" algn="just" fontAlgn="base">
              <a:buFont typeface="Arial" panose="020B0604020202020204" pitchFamily="34" charset="0"/>
              <a:buChar char="•"/>
            </a:pPr>
            <a:r>
              <a:rPr lang="en-US" sz="2200" b="0" i="0" dirty="0">
                <a:solidFill>
                  <a:schemeClr val="accent1"/>
                </a:solidFill>
                <a:effectLst/>
                <a:latin typeface="Times New Roman" panose="02020603050405020304" pitchFamily="18" charset="0"/>
                <a:cs typeface="Times New Roman" panose="02020603050405020304" pitchFamily="18" charset="0"/>
              </a:rPr>
              <a:t>This is because dictionaries in Python are implemented as hash tables, something we listed as a critical difference between these two data types in our previous section.</a:t>
            </a:r>
          </a:p>
          <a:p>
            <a:pPr marL="342900" indent="-342900" algn="just" fontAlgn="base">
              <a:buFont typeface="Arial" panose="020B0604020202020204" pitchFamily="34" charset="0"/>
              <a:buChar char="•"/>
            </a:pPr>
            <a:endParaRPr lang="en-US" sz="2200" b="0" i="0" dirty="0">
              <a:solidFill>
                <a:schemeClr val="accent1"/>
              </a:solidFill>
              <a:effectLst/>
              <a:latin typeface="Times New Roman" panose="02020603050405020304" pitchFamily="18" charset="0"/>
              <a:cs typeface="Times New Roman" panose="02020603050405020304" pitchFamily="18" charset="0"/>
            </a:endParaRPr>
          </a:p>
          <a:p>
            <a:pPr marL="342900" indent="-342900" algn="just" fontAlgn="base">
              <a:buFont typeface="Arial" panose="020B0604020202020204" pitchFamily="34" charset="0"/>
              <a:buChar char="•"/>
            </a:pPr>
            <a:r>
              <a:rPr lang="en-US" sz="2200" b="0" i="0" dirty="0">
                <a:solidFill>
                  <a:schemeClr val="accent1"/>
                </a:solidFill>
                <a:effectLst/>
                <a:latin typeface="Times New Roman" panose="02020603050405020304" pitchFamily="18" charset="0"/>
                <a:cs typeface="Times New Roman" panose="02020603050405020304" pitchFamily="18" charset="0"/>
              </a:rPr>
              <a:t>In a nutshell, hash tables are made up of hash functions, which map data of any length to a fixed-length value (hashes). </a:t>
            </a:r>
          </a:p>
          <a:p>
            <a:pPr marL="342900" indent="-342900" algn="just" fontAlgn="base">
              <a:buFont typeface="Arial" panose="020B0604020202020204" pitchFamily="34" charset="0"/>
              <a:buChar char="•"/>
            </a:pPr>
            <a:endParaRPr lang="en-US" sz="2200" dirty="0">
              <a:solidFill>
                <a:schemeClr val="accent1"/>
              </a:solidFill>
              <a:latin typeface="Times New Roman" panose="02020603050405020304" pitchFamily="18" charset="0"/>
              <a:cs typeface="Times New Roman" panose="02020603050405020304" pitchFamily="18" charset="0"/>
            </a:endParaRPr>
          </a:p>
          <a:p>
            <a:pPr marL="342900" indent="-342900" algn="just" fontAlgn="base">
              <a:buFont typeface="Arial" panose="020B0604020202020204" pitchFamily="34" charset="0"/>
              <a:buChar char="•"/>
            </a:pPr>
            <a:r>
              <a:rPr lang="en-US" sz="2200" b="0" i="0" dirty="0">
                <a:solidFill>
                  <a:schemeClr val="accent1"/>
                </a:solidFill>
                <a:effectLst/>
                <a:latin typeface="Times New Roman" panose="02020603050405020304" pitchFamily="18" charset="0"/>
                <a:cs typeface="Times New Roman" panose="02020603050405020304" pitchFamily="18" charset="0"/>
              </a:rPr>
              <a:t>It doesn’t matter what your input is (10, 1000, or 10000); the result will always be a predetermined, fixed-length hash. </a:t>
            </a:r>
          </a:p>
          <a:p>
            <a:pPr algn="just" fontAlgn="base"/>
            <a:endParaRPr lang="en-US" sz="2200" b="0" i="0" dirty="0">
              <a:solidFill>
                <a:schemeClr val="accent1"/>
              </a:solidFill>
              <a:effectLst/>
              <a:latin typeface="Times New Roman" panose="02020603050405020304" pitchFamily="18" charset="0"/>
              <a:cs typeface="Times New Roman" panose="02020603050405020304" pitchFamily="18" charset="0"/>
            </a:endParaRPr>
          </a:p>
          <a:p>
            <a:pPr marL="342900" indent="-342900" algn="just" fontAlgn="base">
              <a:buFont typeface="Arial" panose="020B0604020202020204" pitchFamily="34" charset="0"/>
              <a:buChar char="•"/>
            </a:pPr>
            <a:r>
              <a:rPr lang="en-US" sz="2200" b="0" i="0" dirty="0">
                <a:solidFill>
                  <a:schemeClr val="accent1"/>
                </a:solidFill>
                <a:effectLst/>
                <a:latin typeface="Times New Roman" panose="02020603050405020304" pitchFamily="18" charset="0"/>
                <a:cs typeface="Times New Roman" panose="02020603050405020304" pitchFamily="18" charset="0"/>
              </a:rPr>
              <a:t>Since the same string will always produce an exact hash, they’re incredibly fast to compute, especially compared to lists</a:t>
            </a:r>
          </a:p>
          <a:p>
            <a:pPr algn="just">
              <a:lnSpc>
                <a:spcPct val="150000"/>
              </a:lnSpc>
            </a:pPr>
            <a:endParaRPr lang="en-US" sz="2200" b="0" i="0" dirty="0">
              <a:solidFill>
                <a:schemeClr val="accent1"/>
              </a:solidFill>
              <a:effectLst/>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528E7B91-8B50-08FA-FFAD-112074D05575}"/>
              </a:ext>
            </a:extLst>
          </p:cNvPr>
          <p:cNvPicPr>
            <a:picLocks noChangeAspect="1"/>
          </p:cNvPicPr>
          <p:nvPr/>
        </p:nvPicPr>
        <p:blipFill>
          <a:blip r:embed="rId4"/>
          <a:stretch>
            <a:fillRect/>
          </a:stretch>
        </p:blipFill>
        <p:spPr>
          <a:xfrm>
            <a:off x="9195610" y="35510"/>
            <a:ext cx="2972215" cy="876422"/>
          </a:xfrm>
          <a:prstGeom prst="rect">
            <a:avLst/>
          </a:prstGeom>
        </p:spPr>
      </p:pic>
    </p:spTree>
    <p:extLst>
      <p:ext uri="{BB962C8B-B14F-4D97-AF65-F5344CB8AC3E}">
        <p14:creationId xmlns:p14="http://schemas.microsoft.com/office/powerpoint/2010/main" val="2168880518"/>
      </p:ext>
    </p:extLst>
  </p:cSld>
  <p:clrMapOvr>
    <a:masterClrMapping/>
  </p:clrMapOvr>
  <mc:AlternateContent xmlns:mc="http://schemas.openxmlformats.org/markup-compatibility/2006" xmlns:p14="http://schemas.microsoft.com/office/powerpoint/2010/main">
    <mc:Choice Requires="p14">
      <p:transition spd="slow" p14:dur="2000" advTm="14697"/>
    </mc:Choice>
    <mc:Fallback xmlns="">
      <p:transition spd="slow" advTm="14697"/>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BE5C48-1A31-4E41-9293-B60906B40E6B}"/>
              </a:ext>
            </a:extLst>
          </p:cNvPr>
          <p:cNvSpPr>
            <a:spLocks noGrp="1"/>
          </p:cNvSpPr>
          <p:nvPr>
            <p:ph type="title"/>
          </p:nvPr>
        </p:nvSpPr>
        <p:spPr/>
        <p:txBody>
          <a:bodyPr/>
          <a:lstStyle/>
          <a:p>
            <a:r>
              <a:rPr lang="en-US" dirty="0" err="1"/>
              <a:t>Dict</a:t>
            </a:r>
            <a:r>
              <a:rPr lang="en-US" dirty="0"/>
              <a:t> Vs List</a:t>
            </a:r>
          </a:p>
        </p:txBody>
      </p:sp>
      <p:pic>
        <p:nvPicPr>
          <p:cNvPr id="5" name="Google Shape;223;p39">
            <a:extLst>
              <a:ext uri="{FF2B5EF4-FFF2-40B4-BE49-F238E27FC236}">
                <a16:creationId xmlns:a16="http://schemas.microsoft.com/office/drawing/2014/main" id="{84909F12-BE34-6756-F071-481C23AA140E}"/>
              </a:ext>
            </a:extLst>
          </p:cNvPr>
          <p:cNvPicPr preferRelativeResize="0"/>
          <p:nvPr/>
        </p:nvPicPr>
        <p:blipFill rotWithShape="1">
          <a:blip r:embed="rId2">
            <a:alphaModFix/>
          </a:blip>
          <a:srcRect/>
          <a:stretch/>
        </p:blipFill>
        <p:spPr>
          <a:xfrm>
            <a:off x="10070830" y="33027"/>
            <a:ext cx="1969360" cy="832212"/>
          </a:xfrm>
          <a:prstGeom prst="rect">
            <a:avLst/>
          </a:prstGeom>
          <a:noFill/>
          <a:ln>
            <a:noFill/>
          </a:ln>
        </p:spPr>
      </p:pic>
      <p:pic>
        <p:nvPicPr>
          <p:cNvPr id="7" name="Google Shape;133;p27">
            <a:extLst>
              <a:ext uri="{FF2B5EF4-FFF2-40B4-BE49-F238E27FC236}">
                <a16:creationId xmlns:a16="http://schemas.microsoft.com/office/drawing/2014/main" id="{984FB8C8-6D2D-5B60-4C4C-ECAD39DE2A87}"/>
              </a:ext>
            </a:extLst>
          </p:cNvPr>
          <p:cNvPicPr preferRelativeResize="0"/>
          <p:nvPr/>
        </p:nvPicPr>
        <p:blipFill rotWithShape="1">
          <a:blip r:embed="rId3">
            <a:alphaModFix/>
          </a:blip>
          <a:srcRect/>
          <a:stretch/>
        </p:blipFill>
        <p:spPr>
          <a:xfrm>
            <a:off x="6316394" y="6370639"/>
            <a:ext cx="5875606" cy="468022"/>
          </a:xfrm>
          <a:prstGeom prst="rect">
            <a:avLst/>
          </a:prstGeom>
          <a:noFill/>
          <a:ln>
            <a:noFill/>
          </a:ln>
        </p:spPr>
      </p:pic>
      <p:pic>
        <p:nvPicPr>
          <p:cNvPr id="4" name="Picture 3">
            <a:extLst>
              <a:ext uri="{FF2B5EF4-FFF2-40B4-BE49-F238E27FC236}">
                <a16:creationId xmlns:a16="http://schemas.microsoft.com/office/drawing/2014/main" id="{A793882A-C400-710F-58C4-2C4870CE64AD}"/>
              </a:ext>
            </a:extLst>
          </p:cNvPr>
          <p:cNvPicPr>
            <a:picLocks noChangeAspect="1"/>
          </p:cNvPicPr>
          <p:nvPr/>
        </p:nvPicPr>
        <p:blipFill>
          <a:blip r:embed="rId4"/>
          <a:stretch>
            <a:fillRect/>
          </a:stretch>
        </p:blipFill>
        <p:spPr>
          <a:xfrm>
            <a:off x="2792443" y="1245681"/>
            <a:ext cx="6607113" cy="4366638"/>
          </a:xfrm>
          <a:prstGeom prst="rect">
            <a:avLst/>
          </a:prstGeom>
        </p:spPr>
      </p:pic>
      <p:sp>
        <p:nvSpPr>
          <p:cNvPr id="9" name="TextBox 8">
            <a:extLst>
              <a:ext uri="{FF2B5EF4-FFF2-40B4-BE49-F238E27FC236}">
                <a16:creationId xmlns:a16="http://schemas.microsoft.com/office/drawing/2014/main" id="{385E2C50-1CD9-553D-8198-5759B11C4EEF}"/>
              </a:ext>
            </a:extLst>
          </p:cNvPr>
          <p:cNvSpPr txBox="1"/>
          <p:nvPr/>
        </p:nvSpPr>
        <p:spPr>
          <a:xfrm>
            <a:off x="1573160" y="6185973"/>
            <a:ext cx="10172061" cy="276999"/>
          </a:xfrm>
          <a:prstGeom prst="rect">
            <a:avLst/>
          </a:prstGeom>
          <a:noFill/>
        </p:spPr>
        <p:txBody>
          <a:bodyPr wrap="square">
            <a:spAutoFit/>
          </a:bodyPr>
          <a:lstStyle/>
          <a:p>
            <a:r>
              <a:rPr lang="en-IN" sz="1200" b="1" dirty="0"/>
              <a:t>https://runestone.academy/ns/books/published/pythonds3/AlgorithmAnalysis/Dictionaries.html</a:t>
            </a:r>
          </a:p>
        </p:txBody>
      </p:sp>
      <p:pic>
        <p:nvPicPr>
          <p:cNvPr id="3" name="Picture 2">
            <a:extLst>
              <a:ext uri="{FF2B5EF4-FFF2-40B4-BE49-F238E27FC236}">
                <a16:creationId xmlns:a16="http://schemas.microsoft.com/office/drawing/2014/main" id="{F590980B-AEB4-D870-E9B8-396534D7A767}"/>
              </a:ext>
            </a:extLst>
          </p:cNvPr>
          <p:cNvPicPr>
            <a:picLocks noChangeAspect="1"/>
          </p:cNvPicPr>
          <p:nvPr/>
        </p:nvPicPr>
        <p:blipFill>
          <a:blip r:embed="rId5"/>
          <a:stretch>
            <a:fillRect/>
          </a:stretch>
        </p:blipFill>
        <p:spPr>
          <a:xfrm>
            <a:off x="9195610" y="35510"/>
            <a:ext cx="2972215" cy="876422"/>
          </a:xfrm>
          <a:prstGeom prst="rect">
            <a:avLst/>
          </a:prstGeom>
        </p:spPr>
      </p:pic>
      <p:pic>
        <p:nvPicPr>
          <p:cNvPr id="6" name="Picture 5">
            <a:extLst>
              <a:ext uri="{FF2B5EF4-FFF2-40B4-BE49-F238E27FC236}">
                <a16:creationId xmlns:a16="http://schemas.microsoft.com/office/drawing/2014/main" id="{27118B4F-3ACE-FD83-73BC-5096FFFCDF42}"/>
              </a:ext>
            </a:extLst>
          </p:cNvPr>
          <p:cNvPicPr>
            <a:picLocks noChangeAspect="1"/>
          </p:cNvPicPr>
          <p:nvPr/>
        </p:nvPicPr>
        <p:blipFill>
          <a:blip r:embed="rId5"/>
          <a:stretch>
            <a:fillRect/>
          </a:stretch>
        </p:blipFill>
        <p:spPr>
          <a:xfrm>
            <a:off x="9348010" y="187910"/>
            <a:ext cx="2972215" cy="876422"/>
          </a:xfrm>
          <a:prstGeom prst="rect">
            <a:avLst/>
          </a:prstGeom>
        </p:spPr>
      </p:pic>
    </p:spTree>
    <p:extLst>
      <p:ext uri="{BB962C8B-B14F-4D97-AF65-F5344CB8AC3E}">
        <p14:creationId xmlns:p14="http://schemas.microsoft.com/office/powerpoint/2010/main" val="4120987886"/>
      </p:ext>
    </p:extLst>
  </p:cSld>
  <p:clrMapOvr>
    <a:masterClrMapping/>
  </p:clrMapOvr>
  <mc:AlternateContent xmlns:mc="http://schemas.openxmlformats.org/markup-compatibility/2006" xmlns:p14="http://schemas.microsoft.com/office/powerpoint/2010/main">
    <mc:Choice Requires="p14">
      <p:transition spd="slow" p14:dur="2000" advTm="14697"/>
    </mc:Choice>
    <mc:Fallback xmlns="">
      <p:transition spd="slow" advTm="14697"/>
    </mc:Fallback>
  </mc:AlternateContent>
</p:sld>
</file>

<file path=ppt/theme/theme1.xml><?xml version="1.0" encoding="utf-8"?>
<a:theme xmlns:a="http://schemas.openxmlformats.org/drawingml/2006/main" name="GRE LivePrep 02">
  <a:themeElements>
    <a:clrScheme name="GRE LivePrep">
      <a:dk1>
        <a:srgbClr val="000000"/>
      </a:dk1>
      <a:lt1>
        <a:srgbClr val="FFFFFF"/>
      </a:lt1>
      <a:dk2>
        <a:srgbClr val="44546A"/>
      </a:dk2>
      <a:lt2>
        <a:srgbClr val="E7E6E6"/>
      </a:lt2>
      <a:accent1>
        <a:srgbClr val="013CB2"/>
      </a:accent1>
      <a:accent2>
        <a:srgbClr val="ED7D31"/>
      </a:accent2>
      <a:accent3>
        <a:srgbClr val="A5A5A5"/>
      </a:accent3>
      <a:accent4>
        <a:srgbClr val="FFF14E"/>
      </a:accent4>
      <a:accent5>
        <a:srgbClr val="ECF2FE"/>
      </a:accent5>
      <a:accent6>
        <a:srgbClr val="4679A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93</TotalTime>
  <Words>1521</Words>
  <Application>Microsoft Office PowerPoint</Application>
  <PresentationFormat>Widescreen</PresentationFormat>
  <Paragraphs>169</Paragraphs>
  <Slides>25</Slides>
  <Notes>21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25</vt:i4>
      </vt:variant>
    </vt:vector>
  </HeadingPairs>
  <TitlesOfParts>
    <vt:vector size="33" baseType="lpstr">
      <vt:lpstr>Arial</vt:lpstr>
      <vt:lpstr>Calibri</vt:lpstr>
      <vt:lpstr>Cambria</vt:lpstr>
      <vt:lpstr>euclid_circular_a</vt:lpstr>
      <vt:lpstr>Noto Sans Symbols</vt:lpstr>
      <vt:lpstr>source-serif-pro</vt:lpstr>
      <vt:lpstr>Times New Roman</vt:lpstr>
      <vt:lpstr>GRE LivePrep 02</vt:lpstr>
      <vt:lpstr>PowerPoint Presentation</vt:lpstr>
      <vt:lpstr>Features of Dictionary</vt:lpstr>
      <vt:lpstr>Creating Dictionary</vt:lpstr>
      <vt:lpstr>Creating dictionaries example</vt:lpstr>
      <vt:lpstr>Accessing dictionary Items</vt:lpstr>
      <vt:lpstr>Accessing values using get()</vt:lpstr>
      <vt:lpstr>Dictionary Mutability Updating dictionary values</vt:lpstr>
      <vt:lpstr>Updating dictionary values using update()</vt:lpstr>
      <vt:lpstr>Deleting values from dictionaries using del</vt:lpstr>
      <vt:lpstr>Deleting values from dictionaries using pop</vt:lpstr>
      <vt:lpstr>Deleting values from dictionaries using clear</vt:lpstr>
      <vt:lpstr>Dictionary Iteration</vt:lpstr>
      <vt:lpstr>Iterating dictionary elements using keys()</vt:lpstr>
      <vt:lpstr>Iterating dictionary elements using items()</vt:lpstr>
      <vt:lpstr>Iterating dictionary elements using values()</vt:lpstr>
      <vt:lpstr>Dictionary len(), copy()</vt:lpstr>
      <vt:lpstr>fromkeys()</vt:lpstr>
      <vt:lpstr>Dictionary all(), any()</vt:lpstr>
      <vt:lpstr>PowerPoint Presentation</vt:lpstr>
      <vt:lpstr>Dictionary Comprehension</vt:lpstr>
      <vt:lpstr>Dictionary Comprehension</vt:lpstr>
      <vt:lpstr>Dict Vs List</vt:lpstr>
      <vt:lpstr>Dict Vs List</vt:lpstr>
      <vt:lpstr>Dict Vs List</vt:lpstr>
      <vt:lpstr>Dict Vs List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HP</dc:creator>
  <cp:lastModifiedBy>Ganapathi Raju</cp:lastModifiedBy>
  <cp:revision>23</cp:revision>
  <dcterms:modified xsi:type="dcterms:W3CDTF">2025-08-25T08:22:29Z</dcterms:modified>
</cp:coreProperties>
</file>