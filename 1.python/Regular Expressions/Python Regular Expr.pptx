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Helvetica Neue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/library/re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/>
        </p:nvSpPr>
        <p:spPr>
          <a:xfrm>
            <a:off x="1336027" y="760401"/>
            <a:ext cx="8921672" cy="11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2500" lnSpcReduction="20000"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PYTHON PROGRAMMING </a:t>
            </a:r>
            <a:endParaRPr dirty="0"/>
          </a:p>
          <a:p>
            <a:pPr marL="0" marR="0" lvl="0" indent="0" algn="ctr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Expressions </a:t>
            </a:r>
            <a:endParaRPr lang="en-US" sz="1600" b="0" i="0" u="none" strike="noStrike" cap="none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8907049" y="5754129"/>
            <a:ext cx="2897944" cy="70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13CB2"/>
                </a:solidFill>
                <a:latin typeface="Arial"/>
                <a:ea typeface="Arial"/>
                <a:cs typeface="Arial"/>
                <a:sym typeface="Arial"/>
              </a:rPr>
              <a:t>Dr Venkat Raju</a:t>
            </a:r>
            <a:endParaRPr dirty="0"/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B5BA7458-FEC1-AA3A-A2C4-189036B382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4658" y="6468636"/>
            <a:ext cx="5875606" cy="46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72A728-B30D-1A5E-612A-FFFF681AC4E2}"/>
              </a:ext>
            </a:extLst>
          </p:cNvPr>
          <p:cNvSpPr txBox="1"/>
          <p:nvPr/>
        </p:nvSpPr>
        <p:spPr>
          <a:xfrm>
            <a:off x="879986" y="2321004"/>
            <a:ext cx="10589343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is a </a:t>
            </a:r>
            <a:r>
              <a:rPr lang="en-US" sz="2200" b="0" i="0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 of characters that define a search pattern</a:t>
            </a:r>
            <a:r>
              <a:rPr lang="en-US" sz="22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mainly for use in </a:t>
            </a:r>
            <a:r>
              <a:rPr lang="en-US" sz="22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with strings, or string matching</a:t>
            </a:r>
            <a:r>
              <a:rPr lang="en-US" sz="22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i.e. “find and replace” like operations.</a:t>
            </a: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03678" y="506823"/>
            <a:ext cx="10984644" cy="184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regular expression is a sequence of characters that define a pattern.</a:t>
            </a:r>
            <a:endParaRPr/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expressions must be able to filter out any string pattern.</a:t>
            </a:r>
            <a:endParaRPr/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 provides full support for regular expressions.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477" y="2654418"/>
            <a:ext cx="10042793" cy="339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572731" y="58977"/>
            <a:ext cx="11046537" cy="142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re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re.search() will take the pattern, scan the text, and then returns a Match object.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If no pattern is found, a None is returned.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2021" y="1486932"/>
            <a:ext cx="6905625" cy="5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143" y="682168"/>
            <a:ext cx="5511857" cy="590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2700" y="1431924"/>
            <a:ext cx="5511857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558800" y="522518"/>
            <a:ext cx="11074400" cy="195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7400" tIns="158700" rIns="317400" bIns="158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 for Characters in Patterns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 such as a digit or a single string have different codes that represent them.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180" y="2474233"/>
            <a:ext cx="7995853" cy="3433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8643" y="807809"/>
            <a:ext cx="8336398" cy="3111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1689469" y="4318391"/>
            <a:ext cx="27751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repetition of \d.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939155" y="61883"/>
            <a:ext cx="25496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Quantifiers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9450" y="1617704"/>
            <a:ext cx="8349141" cy="337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9450" y="5165576"/>
            <a:ext cx="9061268" cy="13997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939155" y="608960"/>
            <a:ext cx="10484021" cy="104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how many instances of a character/group must be present in the input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 a match to be found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078" y="484688"/>
            <a:ext cx="7119031" cy="569755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8349554" y="2260340"/>
            <a:ext cx="3496368" cy="155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Parts of a regular expression pattern bounded by parenthesis are called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130" y="899641"/>
            <a:ext cx="9838973" cy="465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572" y="786386"/>
            <a:ext cx="10474856" cy="5285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508" y="681641"/>
            <a:ext cx="9192984" cy="519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0210" y="41489"/>
            <a:ext cx="8190894" cy="6775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134" y="103627"/>
            <a:ext cx="9929803" cy="6297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306" y="440566"/>
            <a:ext cx="10335420" cy="246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020" y="3429000"/>
            <a:ext cx="11320762" cy="2349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345743" y="802529"/>
            <a:ext cx="6096000" cy="234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module in Python supports regular expressions?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re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regex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pyregex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482220" y="3727210"/>
            <a:ext cx="6096000" cy="235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Which of the following creates a pattern object?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re.create(str)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re.regex(str)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re.compile(str)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re.assemble(str)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6578220" y="218794"/>
            <a:ext cx="5208896" cy="234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What does the function re.match do?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matches a pattern at the start of the string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matches a pattern at any position in the string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such a function does not exist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none of the mentioned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6096000" y="2909502"/>
            <a:ext cx="6096000" cy="203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will be the output of the following Python code?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= 'we are humans’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matched = re.match(r'(.*) (.*?) (.*)', sentence)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(matched.groups())</a:t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6134668" y="4947047"/>
            <a:ext cx="3048000" cy="170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(‘we’, ‘are’, ‘humans’)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(we, are, humans)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(‘we’, ‘humans’)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‘we are humans’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/>
          <p:nvPr/>
        </p:nvSpPr>
        <p:spPr>
          <a:xfrm>
            <a:off x="677427" y="1115283"/>
            <a:ext cx="8985187" cy="48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What will be the output of the following Python code?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= 'horses are fast’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regex = re.compile('(?P&lt;animal&gt;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\w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+) (?P&lt;verb&gt;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\w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+) (?P&lt;adjective&gt;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\w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+)’)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matched = re.search(regex, sentence)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(matched.groupdict())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{‘animal’: ‘horses’, ‘verb’: ‘are’, ‘adjective’: ‘fast’}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(‘horses’, ‘are’, ‘fast’)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‘horses are fast’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‘are’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480</Words>
  <Application>Microsoft Office PowerPoint</Application>
  <PresentationFormat>Widescreen</PresentationFormat>
  <Paragraphs>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Helvetica Neue</vt:lpstr>
      <vt:lpstr>Cambria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Ganapathi Raju</cp:lastModifiedBy>
  <cp:revision>6</cp:revision>
  <dcterms:modified xsi:type="dcterms:W3CDTF">2024-09-19T12:23:23Z</dcterms:modified>
</cp:coreProperties>
</file>