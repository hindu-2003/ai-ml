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7" r:id="rId4"/>
    <p:sldId id="268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84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46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12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434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4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90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82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71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77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20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23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05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96163-212F-8F0D-C915-4DC8FA1C2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IN" dirty="0" err="1"/>
              <a:t>Streamlit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2186B-132E-C04A-60FE-381A23C79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en-IN" dirty="0"/>
              <a:t>Deployment</a:t>
            </a:r>
          </a:p>
        </p:txBody>
      </p:sp>
      <p:pic>
        <p:nvPicPr>
          <p:cNvPr id="15" name="Picture 14" descr="A circular pattern with dots and lines&#10;&#10;AI-generated content may be incorrect.">
            <a:extLst>
              <a:ext uri="{FF2B5EF4-FFF2-40B4-BE49-F238E27FC236}">
                <a16:creationId xmlns:a16="http://schemas.microsoft.com/office/drawing/2014/main" id="{3B4BF36C-8E92-B4FF-0F83-66AFF6A6DF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23" r="2961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04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0D0A7-4ECB-5EE0-E74E-66BC54F7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BB93-D251-23CC-01CC-BB8918821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Streamlit</a:t>
            </a:r>
            <a:r>
              <a:rPr lang="en-IN" dirty="0"/>
              <a:t> App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B8F67-F8E9-E3F7-BEE2-062C16911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1295422" cy="3739896"/>
          </a:xfrm>
        </p:spPr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 err="1"/>
              <a:t>Streamlit</a:t>
            </a:r>
            <a:r>
              <a:rPr lang="en-US" sz="2400" b="1" dirty="0"/>
              <a:t> app</a:t>
            </a:r>
            <a:r>
              <a:rPr lang="en-US" sz="2400" dirty="0"/>
              <a:t> is essentially a </a:t>
            </a:r>
            <a:r>
              <a:rPr lang="en-US" sz="2400" b="1" dirty="0"/>
              <a:t>Python script</a:t>
            </a:r>
            <a:r>
              <a:rPr lang="en-US" sz="2400" dirty="0"/>
              <a:t> that runs like a </a:t>
            </a:r>
            <a:r>
              <a:rPr lang="en-US" sz="2400" b="1" dirty="0"/>
              <a:t>web application</a:t>
            </a:r>
            <a:r>
              <a:rPr lang="en-US" sz="2400" dirty="0"/>
              <a:t>.</a:t>
            </a:r>
          </a:p>
          <a:p>
            <a:pPr lvl="1">
              <a:lnSpc>
                <a:spcPct val="200000"/>
              </a:lnSpc>
            </a:pPr>
            <a:r>
              <a:rPr lang="en-US" sz="2200" dirty="0"/>
              <a:t>We write </a:t>
            </a:r>
            <a:r>
              <a:rPr lang="en-US" sz="2200" b="1" dirty="0"/>
              <a:t>Python code only</a:t>
            </a:r>
            <a:r>
              <a:rPr lang="en-US" sz="2200" dirty="0"/>
              <a:t>.</a:t>
            </a:r>
          </a:p>
          <a:p>
            <a:pPr lvl="1">
              <a:lnSpc>
                <a:spcPct val="200000"/>
              </a:lnSpc>
            </a:pPr>
            <a:r>
              <a:rPr lang="en-US" sz="2200" dirty="0"/>
              <a:t>It automatically creates a </a:t>
            </a:r>
            <a:r>
              <a:rPr lang="en-US" sz="2200" b="1" dirty="0"/>
              <a:t>user interface</a:t>
            </a:r>
            <a:r>
              <a:rPr lang="en-US" sz="2200" dirty="0"/>
              <a:t> (inputs, buttons, sliders, charts, tables, etc.).</a:t>
            </a:r>
          </a:p>
          <a:p>
            <a:pPr lvl="1">
              <a:lnSpc>
                <a:spcPct val="200000"/>
              </a:lnSpc>
            </a:pPr>
            <a:r>
              <a:rPr lang="en-US" sz="2200" dirty="0"/>
              <a:t>It’s interactive: whenever a user changes an input, the app </a:t>
            </a:r>
            <a:r>
              <a:rPr lang="en-US" sz="2200" b="1" dirty="0"/>
              <a:t>updates instantly</a:t>
            </a:r>
            <a:r>
              <a:rPr lang="en-US" sz="2200" dirty="0"/>
              <a:t>.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016089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0429A-8BBC-FDDA-23C5-16F1A3CB3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text&#10;&#10;AI-generated content may be incorrect.">
            <a:extLst>
              <a:ext uri="{FF2B5EF4-FFF2-40B4-BE49-F238E27FC236}">
                <a16:creationId xmlns:a16="http://schemas.microsoft.com/office/drawing/2014/main" id="{7D773A2C-F706-52B3-84AA-23F49221D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446" y="2530898"/>
            <a:ext cx="7983592" cy="128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508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1D544-FA2D-CF0C-F0C3-0AA57C7B4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FA5D3EB-AFFF-4A86-6420-CF17E59B4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537" y="1791169"/>
            <a:ext cx="8018664" cy="2835260"/>
          </a:xfrm>
          <a:prstGeom prst="rect">
            <a:avLst/>
          </a:prstGeom>
        </p:spPr>
      </p:pic>
      <p:pic>
        <p:nvPicPr>
          <p:cNvPr id="7" name="Picture 6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CF3A6B9-4E78-AD75-7538-BF8AF6D4A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248" y="2038872"/>
            <a:ext cx="701101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633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0A498-F785-55B7-3AF6-44E96CDCE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4EFDE3-B819-3726-401D-6F653D53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057" y="1104820"/>
            <a:ext cx="8028103" cy="4648359"/>
          </a:xfrm>
          <a:prstGeom prst="rect">
            <a:avLst/>
          </a:prstGeom>
        </p:spPr>
      </p:pic>
      <p:pic>
        <p:nvPicPr>
          <p:cNvPr id="9" name="Picture 8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17C86E6A-B454-CCD7-EC10-57E08A2F0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342" y="1208316"/>
            <a:ext cx="701101" cy="657538"/>
          </a:xfrm>
          <a:prstGeom prst="rect">
            <a:avLst/>
          </a:prstGeom>
        </p:spPr>
      </p:pic>
      <p:pic>
        <p:nvPicPr>
          <p:cNvPr id="2" name="Picture 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70A680FA-80CB-E442-0C77-1842278E5E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892" y="2354558"/>
            <a:ext cx="701101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793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99D02-F1C3-AB2E-FF5E-67FE17E41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C6D045-3462-89FD-A8E0-1968CC66B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796" y="1681513"/>
            <a:ext cx="9557679" cy="3494973"/>
          </a:xfrm>
          <a:prstGeom prst="rect">
            <a:avLst/>
          </a:prstGeom>
        </p:spPr>
      </p:pic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86378F15-F06A-6CF5-55C3-37F4CCFF75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392" y="1681513"/>
            <a:ext cx="701101" cy="472481"/>
          </a:xfrm>
          <a:prstGeom prst="rect">
            <a:avLst/>
          </a:prstGeom>
        </p:spPr>
      </p:pic>
      <p:pic>
        <p:nvPicPr>
          <p:cNvPr id="2" name="Picture 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B2C41E26-24AF-8A14-9B50-E9420A3D0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877" y="3606415"/>
            <a:ext cx="701101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74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B50AE-FD52-BC61-D0BC-141B69103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9C7BC9B-1284-D219-3A52-81CA52CF3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164" y="1039976"/>
            <a:ext cx="6047916" cy="4533510"/>
          </a:xfrm>
          <a:prstGeom prst="rect">
            <a:avLst/>
          </a:prstGeom>
        </p:spPr>
      </p:pic>
      <p:pic>
        <p:nvPicPr>
          <p:cNvPr id="2" name="Picture 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9045FAE-725D-593A-0739-CB0E0804B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963" y="1755844"/>
            <a:ext cx="915551" cy="472481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C1D66C73-A899-1AB7-3C62-D1FBADDCA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413" y="4052729"/>
            <a:ext cx="701101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47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ACF51-44B6-5188-1D8A-1F261D787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713BA9C-72F2-2A73-DF0A-282CC4CE7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84" y="1520037"/>
            <a:ext cx="9741647" cy="3999019"/>
          </a:xfrm>
          <a:prstGeom prst="rect">
            <a:avLst/>
          </a:prstGeom>
        </p:spPr>
      </p:pic>
      <p:pic>
        <p:nvPicPr>
          <p:cNvPr id="2" name="Picture 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1E67F7BF-CA13-3E46-118D-DF8950BCC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68" y="2125957"/>
            <a:ext cx="1036575" cy="472481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BC1EC359-021C-D892-43C6-F5F310E4C4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904" y="4241034"/>
            <a:ext cx="701101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05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335FC-9A75-0E07-D7A3-5807DDFED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code">
            <a:extLst>
              <a:ext uri="{FF2B5EF4-FFF2-40B4-BE49-F238E27FC236}">
                <a16:creationId xmlns:a16="http://schemas.microsoft.com/office/drawing/2014/main" id="{0C39AECC-DBAB-F851-F1FD-1E1A26097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360" y="1119447"/>
            <a:ext cx="7101977" cy="4410496"/>
          </a:xfrm>
          <a:prstGeom prst="rect">
            <a:avLst/>
          </a:prstGeom>
        </p:spPr>
      </p:pic>
      <p:pic>
        <p:nvPicPr>
          <p:cNvPr id="2" name="Picture 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1409146-AA93-CA6D-4D49-DC3CBD0D2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762" y="1766729"/>
            <a:ext cx="969981" cy="472481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D20D2C9-01C1-9333-2477-7FB3C233D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762" y="4146310"/>
            <a:ext cx="701101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097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8179D-9F3C-CA80-6D09-E7011C38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E657C5E-CEE6-9B46-1E4D-5DE8634C3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050" y="1178576"/>
            <a:ext cx="8447899" cy="4500847"/>
          </a:xfrm>
          <a:prstGeom prst="rect">
            <a:avLst/>
          </a:prstGeom>
        </p:spPr>
      </p:pic>
      <p:pic>
        <p:nvPicPr>
          <p:cNvPr id="2" name="Picture 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EB8F3D43-3405-3B91-B0F2-9F356D786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020" y="1712300"/>
            <a:ext cx="701101" cy="472481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6F2FA4B-4D94-66AE-5311-B6A465BC4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934" y="4164834"/>
            <a:ext cx="701101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59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29B09-3BED-022E-2E04-2AADEAA6E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2F9C6A2-51AA-8EDF-1004-ED3B52868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835" y="1306705"/>
            <a:ext cx="7212490" cy="4016409"/>
          </a:xfrm>
          <a:prstGeom prst="rect">
            <a:avLst/>
          </a:prstGeom>
        </p:spPr>
      </p:pic>
      <p:pic>
        <p:nvPicPr>
          <p:cNvPr id="5" name="Picture 4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AD5F2614-9581-FF31-223F-28B0FE3654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877" y="1328476"/>
            <a:ext cx="701101" cy="472481"/>
          </a:xfrm>
          <a:prstGeom prst="rect">
            <a:avLst/>
          </a:prstGeom>
        </p:spPr>
      </p:pic>
      <p:pic>
        <p:nvPicPr>
          <p:cNvPr id="2" name="Picture 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05AD48F-631D-FC59-AD82-F3D64255F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875" y="2528729"/>
            <a:ext cx="701101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714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23CDD-E0AF-F5B4-C2CA-FCBAF49B7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EFCEFAE-2D3B-B6AE-2090-449D6475D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544" y="1173949"/>
            <a:ext cx="8005925" cy="4510102"/>
          </a:xfrm>
          <a:prstGeom prst="rect">
            <a:avLst/>
          </a:prstGeom>
        </p:spPr>
      </p:pic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21A49BE-85CB-524B-C57C-30FCB8849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77" y="1320416"/>
            <a:ext cx="701101" cy="472481"/>
          </a:xfrm>
          <a:prstGeom prst="rect">
            <a:avLst/>
          </a:prstGeom>
        </p:spPr>
      </p:pic>
      <p:pic>
        <p:nvPicPr>
          <p:cNvPr id="2" name="Picture 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0D67004F-2EF3-AD93-707B-5D56625C9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531" y="2452529"/>
            <a:ext cx="701101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63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1F86C-6991-4483-4583-066079BE8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C9F7697-35BF-F21E-E29A-099245D0B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959" y="1435186"/>
            <a:ext cx="3604355" cy="364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691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0F6B8-9487-8112-ABA7-74658B07F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F08B8C-F5E7-9630-B9FE-24D91FB2A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88" y="2103005"/>
            <a:ext cx="9967824" cy="26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15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6CD7E795-F70E-D837-63D4-087735457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22" y="0"/>
            <a:ext cx="11576975" cy="676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52008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59</Words>
  <Application>Microsoft Office PowerPoint</Application>
  <PresentationFormat>Widescreen</PresentationFormat>
  <Paragraphs>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Calisto MT</vt:lpstr>
      <vt:lpstr>Times New Roman</vt:lpstr>
      <vt:lpstr>Univers Condensed</vt:lpstr>
      <vt:lpstr>ChronicleVTI</vt:lpstr>
      <vt:lpstr>Streamlit</vt:lpstr>
      <vt:lpstr>Streamlit 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Ganapathi Raju</dc:creator>
  <cp:lastModifiedBy>Ganapathiraju N</cp:lastModifiedBy>
  <cp:revision>84</cp:revision>
  <dcterms:created xsi:type="dcterms:W3CDTF">2025-11-22T09:34:41Z</dcterms:created>
  <dcterms:modified xsi:type="dcterms:W3CDTF">2025-12-25T08:36:22Z</dcterms:modified>
</cp:coreProperties>
</file>