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71" r:id="rId4"/>
    <p:sldId id="267" r:id="rId5"/>
    <p:sldId id="291" r:id="rId6"/>
    <p:sldId id="269" r:id="rId7"/>
    <p:sldId id="270" r:id="rId8"/>
    <p:sldId id="278" r:id="rId9"/>
    <p:sldId id="279" r:id="rId10"/>
    <p:sldId id="280" r:id="rId11"/>
    <p:sldId id="281" r:id="rId12"/>
    <p:sldId id="282" r:id="rId13"/>
    <p:sldId id="283" r:id="rId14"/>
    <p:sldId id="285" r:id="rId15"/>
    <p:sldId id="286" r:id="rId16"/>
    <p:sldId id="287" r:id="rId17"/>
    <p:sldId id="292" r:id="rId18"/>
    <p:sldId id="290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8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1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3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4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9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7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2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0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96163-212F-8F0D-C915-4DC8FA1C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IN" dirty="0"/>
              <a:t>FAST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2186B-132E-C04A-60FE-381A23C79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IN" dirty="0"/>
              <a:t>Deployment</a:t>
            </a:r>
          </a:p>
        </p:txBody>
      </p:sp>
      <p:pic>
        <p:nvPicPr>
          <p:cNvPr id="15" name="Picture 14" descr="A circular pattern with dots and lines&#10;&#10;AI-generated content may be incorrect.">
            <a:extLst>
              <a:ext uri="{FF2B5EF4-FFF2-40B4-BE49-F238E27FC236}">
                <a16:creationId xmlns:a16="http://schemas.microsoft.com/office/drawing/2014/main" id="{3B4BF36C-8E92-B4FF-0F83-66AFF6A6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23" r="2961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04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D0A7-4ECB-5EE0-E74E-66BC54F7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BB93-D251-23CC-01CC-BB891882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8F67-F8E9-E3F7-BEE2-062C1691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modern, fast (high-performance) web framework for building APIs with Python.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create backend services, machine learning model APIs, and full applications.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built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ASGI (Asynchronous Server Gateway Interface)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it is extremely fast — much faster than Flask or Django REST Framework.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1608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EDA23D9-1452-08AB-B96F-8808264C0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82" y="1833699"/>
            <a:ext cx="8593847" cy="34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0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16AE7741-464B-8601-92B3-7E119EBF0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11" y="775725"/>
            <a:ext cx="6051510" cy="339556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B328AD-BA3B-F28D-CCA4-6D1F37BB8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345" y="4250909"/>
            <a:ext cx="6858594" cy="2331922"/>
          </a:xfrm>
          <a:prstGeom prst="rect">
            <a:avLst/>
          </a:prstGeom>
        </p:spPr>
      </p:pic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D00C6DE-50BF-D93D-3F2C-9D9597CE2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23" y="963049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2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">
            <a:extLst>
              <a:ext uri="{FF2B5EF4-FFF2-40B4-BE49-F238E27FC236}">
                <a16:creationId xmlns:a16="http://schemas.microsoft.com/office/drawing/2014/main" id="{ED894E56-76D3-56F3-66DE-DE4E9F933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12" y="2245655"/>
            <a:ext cx="10794376" cy="191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4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BB41284-675A-F408-0B22-A0EB1D76F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697" y="1886376"/>
            <a:ext cx="6590709" cy="3085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477E81-A07D-C120-ECEF-32B2E8254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697" y="2044597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6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BB9239-BC82-5C04-9D99-5100F4CFC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272" y="1691489"/>
            <a:ext cx="7323455" cy="3475021"/>
          </a:xfrm>
          <a:prstGeom prst="rect">
            <a:avLst/>
          </a:prstGeom>
        </p:spPr>
      </p:pic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1A3FA17-EBAA-2505-5E32-9F41B8684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91" y="1769294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7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739F1C-C61F-62D6-D01C-D1006AD02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49" y="2430627"/>
            <a:ext cx="7985502" cy="4274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E89B00-1406-F4FF-BED1-00C581C0B02A}"/>
              </a:ext>
            </a:extLst>
          </p:cNvPr>
          <p:cNvSpPr txBox="1"/>
          <p:nvPr/>
        </p:nvSpPr>
        <p:spPr>
          <a:xfrm>
            <a:off x="4637314" y="152400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black text&#10;&#10;AI-generated content may be incorrect.">
            <a:extLst>
              <a:ext uri="{FF2B5EF4-FFF2-40B4-BE49-F238E27FC236}">
                <a16:creationId xmlns:a16="http://schemas.microsoft.com/office/drawing/2014/main" id="{59D82348-ADA7-CF88-90AF-E5193FB9B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76" y="807953"/>
            <a:ext cx="10514094" cy="13474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72EB1A-6910-19FF-A1C0-649133378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49" y="2298587"/>
            <a:ext cx="586791" cy="487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83D5BE-76FC-8F44-8343-956A584BD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48" y="2786309"/>
            <a:ext cx="586791" cy="487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83A401-3F2C-8727-8CD5-C48561E7F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248" y="4324252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0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4419DA-C5B6-0E20-1C5E-FA5B03AC93DB}"/>
              </a:ext>
            </a:extLst>
          </p:cNvPr>
          <p:cNvSpPr txBox="1"/>
          <p:nvPr/>
        </p:nvSpPr>
        <p:spPr>
          <a:xfrm>
            <a:off x="4648200" y="903905"/>
            <a:ext cx="1926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" name="Picture 9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C9889D36-7C82-6506-F568-4CA4BDD5C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30" y="1925361"/>
            <a:ext cx="10224740" cy="3007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61CB32-338E-F80F-384D-548F44DEC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011" y="3428999"/>
            <a:ext cx="586791" cy="4877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22B18D-67DA-AE6F-B17C-5395B038B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26" y="3808083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8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7F9BE2C-0BA5-FD9A-DEAA-BF5D60331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55" y="1373070"/>
            <a:ext cx="7361089" cy="41118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256626-F830-4322-C3AA-B85558F9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11" y="1761569"/>
            <a:ext cx="586791" cy="487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4E33ED-1357-3181-AE1E-595D291FB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10" y="4820454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2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399626AA-7849-A7DF-62C1-99292E44B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494" y="1656684"/>
            <a:ext cx="7637012" cy="331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3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064CF8-B458-4B71-F218-10DD46B56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896" y="1537266"/>
            <a:ext cx="7667704" cy="37834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D0D34B-F099-DA2B-3540-6285588F2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383" y="1537266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3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1F384D-09F8-AC1F-B6CF-2FE58D078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57" y="1366566"/>
            <a:ext cx="6179886" cy="39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0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9DCFD4-C587-2D8A-FAAC-418A43F75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90" y="1707328"/>
            <a:ext cx="7019820" cy="31259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B10465-7982-53C7-72E7-2CCEF60CE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297" y="2142568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9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61984-B66A-7080-8DEC-546C02A8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6373550D-EAF2-F1E5-A311-B43164F5D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946" y="1723660"/>
            <a:ext cx="8052035" cy="3251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D78437-C2BA-75F0-DB68-40A4143CB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069" y="2022826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5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2673-E4A4-A7C9-C584-E95DF9E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rain with black text&#10;&#10;AI-generated content may be incorrect.">
            <a:extLst>
              <a:ext uri="{FF2B5EF4-FFF2-40B4-BE49-F238E27FC236}">
                <a16:creationId xmlns:a16="http://schemas.microsoft.com/office/drawing/2014/main" id="{95A6DD27-08E0-F9F1-530A-4DCA0690B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79" y="1759609"/>
            <a:ext cx="5071309" cy="252936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67169E-4AF6-DC75-5645-BEC31B1F4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611" y="2207882"/>
            <a:ext cx="586791" cy="487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F6853B-9F75-CDC7-EA98-B0560B8D6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697" y="2109912"/>
            <a:ext cx="586791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68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1FADC9-A0F4-4689-9608-959F3C23D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DD6264D-BDEB-4087-1271-07A0D8B53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28"/>
          <a:stretch>
            <a:fillRect/>
          </a:stretch>
        </p:blipFill>
        <p:spPr>
          <a:xfrm>
            <a:off x="800100" y="1066799"/>
            <a:ext cx="10591800" cy="47243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D41C16-52CF-47AA-A5C9-95D10CB80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37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4081-C909-B7AA-1E3E-909EFB6E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6FFD4-6299-EE60-AA8B-7B93D7A5456C}"/>
              </a:ext>
            </a:extLst>
          </p:cNvPr>
          <p:cNvSpPr txBox="1"/>
          <p:nvPr/>
        </p:nvSpPr>
        <p:spPr>
          <a:xfrm>
            <a:off x="4855029" y="3429000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20711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5349-656D-8A36-63CF-5FEA5995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Structure</a:t>
            </a:r>
          </a:p>
        </p:txBody>
      </p:sp>
      <p:pic>
        <p:nvPicPr>
          <p:cNvPr id="5" name="Content Placeholder 4" descr="A computer screen shot of a program">
            <a:extLst>
              <a:ext uri="{FF2B5EF4-FFF2-40B4-BE49-F238E27FC236}">
                <a16:creationId xmlns:a16="http://schemas.microsoft.com/office/drawing/2014/main" id="{04C1700F-DBD3-B886-17FB-DA7A6FC95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128" y="2099878"/>
            <a:ext cx="5115872" cy="3147036"/>
          </a:xfrm>
        </p:spPr>
      </p:pic>
    </p:spTree>
    <p:extLst>
      <p:ext uri="{BB962C8B-B14F-4D97-AF65-F5344CB8AC3E}">
        <p14:creationId xmlns:p14="http://schemas.microsoft.com/office/powerpoint/2010/main" val="141992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7C9F43-28B3-05A7-CA34-73124E216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1. Train model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29BFE45-5245-BC72-D75D-DC39B8D5F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808216"/>
            <a:ext cx="7179970" cy="324552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221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CAE9-1875-4905-05FD-F14496FE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app.py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2794BB-5C08-3C5E-D59C-A6D59D27A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084" y="1351643"/>
            <a:ext cx="7128402" cy="5033884"/>
          </a:xfrm>
        </p:spPr>
      </p:pic>
    </p:spTree>
    <p:extLst>
      <p:ext uri="{BB962C8B-B14F-4D97-AF65-F5344CB8AC3E}">
        <p14:creationId xmlns:p14="http://schemas.microsoft.com/office/powerpoint/2010/main" val="1073996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1162B748-BD39-D799-A196-F6B46E80D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181" y="1847766"/>
            <a:ext cx="4181876" cy="274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80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browser&#10;&#10;AI-generated content may be incorrect.">
            <a:extLst>
              <a:ext uri="{FF2B5EF4-FFF2-40B4-BE49-F238E27FC236}">
                <a16:creationId xmlns:a16="http://schemas.microsoft.com/office/drawing/2014/main" id="{517F1807-BD9D-5F53-53B1-83F5CD240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48" y="1771027"/>
            <a:ext cx="5560106" cy="283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99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1C59B7-4A36-AE60-AD73-EEBF0F438FEA}"/>
              </a:ext>
            </a:extLst>
          </p:cNvPr>
          <p:cNvSpPr txBox="1"/>
          <p:nvPr/>
        </p:nvSpPr>
        <p:spPr>
          <a:xfrm>
            <a:off x="3048000" y="1725696"/>
            <a:ext cx="44740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"Pregnancies": 6,</a:t>
            </a:r>
          </a:p>
          <a:p>
            <a:r>
              <a:rPr lang="en-IN" dirty="0"/>
              <a:t>  "Glucose": 148,</a:t>
            </a:r>
          </a:p>
          <a:p>
            <a:r>
              <a:rPr lang="en-IN" dirty="0"/>
              <a:t>  "</a:t>
            </a:r>
            <a:r>
              <a:rPr lang="en-IN" dirty="0" err="1"/>
              <a:t>BloodPressure</a:t>
            </a:r>
            <a:r>
              <a:rPr lang="en-IN" dirty="0"/>
              <a:t>": 72,</a:t>
            </a:r>
          </a:p>
          <a:p>
            <a:r>
              <a:rPr lang="en-IN" dirty="0"/>
              <a:t>  "</a:t>
            </a:r>
            <a:r>
              <a:rPr lang="en-IN" dirty="0" err="1"/>
              <a:t>SkinThickness</a:t>
            </a:r>
            <a:r>
              <a:rPr lang="en-IN" dirty="0"/>
              <a:t>": 35,</a:t>
            </a:r>
          </a:p>
          <a:p>
            <a:r>
              <a:rPr lang="en-IN" dirty="0"/>
              <a:t>  "Insulin": 0,</a:t>
            </a:r>
          </a:p>
          <a:p>
            <a:r>
              <a:rPr lang="en-IN" dirty="0"/>
              <a:t>  "BMI": 33.6,</a:t>
            </a:r>
          </a:p>
          <a:p>
            <a:r>
              <a:rPr lang="en-IN" dirty="0"/>
              <a:t>  "</a:t>
            </a:r>
            <a:r>
              <a:rPr lang="en-IN" dirty="0" err="1"/>
              <a:t>DiabetesPedigreeFunction</a:t>
            </a:r>
            <a:r>
              <a:rPr lang="en-IN" dirty="0"/>
              <a:t>": 0.627,</a:t>
            </a:r>
          </a:p>
          <a:p>
            <a:r>
              <a:rPr lang="en-IN" dirty="0"/>
              <a:t>  "Age": 50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28746-A6E6-A790-24E8-4B9B8463EC65}"/>
              </a:ext>
            </a:extLst>
          </p:cNvPr>
          <p:cNvSpPr txBox="1"/>
          <p:nvPr/>
        </p:nvSpPr>
        <p:spPr>
          <a:xfrm>
            <a:off x="1741714" y="1045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Sample Input</a:t>
            </a:r>
          </a:p>
        </p:txBody>
      </p:sp>
    </p:spTree>
    <p:extLst>
      <p:ext uri="{BB962C8B-B14F-4D97-AF65-F5344CB8AC3E}">
        <p14:creationId xmlns:p14="http://schemas.microsoft.com/office/powerpoint/2010/main" val="255209112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137</Words>
  <Application>Microsoft Office PowerPoint</Application>
  <PresentationFormat>Widescreen</PresentationFormat>
  <Paragraphs>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Calisto MT</vt:lpstr>
      <vt:lpstr>Times New Roman</vt:lpstr>
      <vt:lpstr>Univers Condensed</vt:lpstr>
      <vt:lpstr>ChronicleVTI</vt:lpstr>
      <vt:lpstr>FAST API</vt:lpstr>
      <vt:lpstr>FastAPI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Structure</vt:lpstr>
      <vt:lpstr>1. Train model</vt:lpstr>
      <vt:lpstr>2. app.py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62</cp:revision>
  <dcterms:created xsi:type="dcterms:W3CDTF">2025-11-22T09:34:41Z</dcterms:created>
  <dcterms:modified xsi:type="dcterms:W3CDTF">2026-02-16T02:24:14Z</dcterms:modified>
</cp:coreProperties>
</file>