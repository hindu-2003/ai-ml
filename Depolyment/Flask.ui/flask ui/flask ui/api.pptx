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57DB-E89A-F8FC-0886-9418595D7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72939-1F46-30D2-AE46-393E806B4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D35D4-0A48-A702-E140-F222A506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7FB86-1546-9940-0F2F-46552F8F7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69F6F-34EF-34FF-7A98-060DD86A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26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C26F-093A-EF41-48D3-0ACAE8902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5D5D4-96BF-6526-4BE3-562D6CB24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D213C-A41F-DD50-8946-98E966314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AED9A-D5DB-55B3-4696-CA7CA519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38A4F-F85D-9746-E0FD-3C58B321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527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260A-E34C-589B-5839-89A93E15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36D5-D1BF-3FBC-A2A4-CA5564BE4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5B5F9-DC81-8C48-BF6F-BFBD334E3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B5D86-2319-BD01-681E-DC42915A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26A29-0AE6-D004-2B0C-3B4E74B4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05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6031A-AAA0-B370-A900-80C055A8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4A435-9938-CE07-3FF5-03BBDD118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C8331-E171-053A-E127-5A7F8CF70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B3861-13D2-1146-C1DD-A7FB371B2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F378D-8F2A-BDF0-A01F-0C7C39E00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79319-6597-AEAA-FC27-53B583FB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883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6D84B-7192-CB6D-0141-A2CA8012B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7EDA0-614E-114E-0C82-132416A35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6C467-54F6-3EFA-4A8C-7B47A8222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28CD0B-3989-4BC1-D1E5-81E6ABBB0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56E9F-547A-3D1D-AD98-26A03502B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52E267-DFB0-F958-94D7-C834F184C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9ECDB-0FE6-454E-1A88-C9E8C446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FB236A-B2AB-526E-BB7D-BB7D2F909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1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94D0-3884-030F-69BA-48B27AEF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4E09F-1A2B-C4FE-E707-108CC30F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EEB5F-DAC4-DCE0-23D6-634E5C94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B623C-07AA-91F8-D1BA-F7C19128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14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C4081A-D3DF-E034-95EF-37E35438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777D8-6C6E-4CE0-AEF9-D0D393857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5BC94-C1D9-1143-4073-4957DA76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41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4471-1E66-8ED5-D7DE-152B15DF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72E05-EB22-6680-46B1-DB995A5DA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2609CB-3DDC-8568-3C5E-D4E293B02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67056-303B-8514-EE34-9247947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7EAEE-8FEC-4932-7A85-8A6D83C6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A0CA4-F136-0F9E-3DC5-AC37A3C2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3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E21FA-D36E-64F0-EBF1-AA959B7BB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2E3FB9-892D-1B45-D0DE-5E3B74C39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4AA63-AE49-61FE-6FBD-A15E55B62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3948F-F9AF-7AF9-B670-0BCD0F3E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F0CD9-6882-013E-CDCA-FEA99986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B1D3A-5F53-43E7-B94C-818BA56B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062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DB01-1C30-0100-A1CC-70F812DB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A13D0-2EA6-DAE3-761D-E364239B9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13583-89DA-1C9D-73D7-DDE5234D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321D7-1D8D-D4BA-089F-D2F2162F2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E6771-6A62-C818-234A-09E4142C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29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44423F-8D63-9D39-E6D0-63CECE674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CA751-904F-8BB5-6345-0A2B8A0ED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DD103-5B19-7D27-9570-6EEFDCE43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33D1F-B4CB-6807-1D32-D4EDD4A65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3E2C1-5EE6-3022-C625-BDE8443D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05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6D72E-C195-585F-54E1-7F44A5DF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44CFF-0CE1-5F3C-4DC8-675AD3A94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9B73B-B4E6-58C2-19AE-00B3B0302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ACB8D2-D788-4B2F-A0A0-782749428D0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AC1CD-0864-9F43-82CE-DBEC3CF0C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0B26F-85A5-9A6B-069F-1242F318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3D098-D19D-418E-93B4-AA531A0319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53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917C-B72A-FB9E-263C-376B8ED569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A.P.I.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D0E30-BA38-3263-F3F2-1F69A04BE8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DR Raju</a:t>
            </a:r>
          </a:p>
        </p:txBody>
      </p:sp>
    </p:spTree>
    <p:extLst>
      <p:ext uri="{BB962C8B-B14F-4D97-AF65-F5344CB8AC3E}">
        <p14:creationId xmlns:p14="http://schemas.microsoft.com/office/powerpoint/2010/main" val="836376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FC0F81-8FCD-EC4F-4C16-3A2A235BA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797" y="643466"/>
            <a:ext cx="67324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360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A2DB3E-F960-C742-2515-0390AF7F5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938" y="2632641"/>
            <a:ext cx="3734124" cy="1592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F163EC-98FF-3EFF-1076-0ADB9B392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080" y="2023040"/>
            <a:ext cx="5440077" cy="232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2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42086B-D969-331E-1292-42319C088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79" y="1545770"/>
            <a:ext cx="10126841" cy="308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73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BE7368-8E02-4872-C31D-69E2F10EB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276" y="1875501"/>
            <a:ext cx="7864373" cy="334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562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09C03-FE24-7E28-0006-B1F0AFB6E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371" y="1212831"/>
            <a:ext cx="6115257" cy="443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7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0522AC-D4C4-4CF5-857C-0141A9F72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542" y="1264732"/>
            <a:ext cx="3878916" cy="43285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0186B8-0C42-ED04-0C61-CC530EF04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855" y="749467"/>
            <a:ext cx="4802401" cy="535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4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Algerian</vt:lpstr>
      <vt:lpstr>Aptos</vt:lpstr>
      <vt:lpstr>Aptos Display</vt:lpstr>
      <vt:lpstr>Arial</vt:lpstr>
      <vt:lpstr>Office Theme</vt:lpstr>
      <vt:lpstr>A.P.I.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Ganapathiraju N</dc:creator>
  <cp:lastModifiedBy>Ganapathiraju N</cp:lastModifiedBy>
  <cp:revision>3</cp:revision>
  <dcterms:created xsi:type="dcterms:W3CDTF">2026-02-12T02:20:32Z</dcterms:created>
  <dcterms:modified xsi:type="dcterms:W3CDTF">2026-02-12T02:26:31Z</dcterms:modified>
</cp:coreProperties>
</file>