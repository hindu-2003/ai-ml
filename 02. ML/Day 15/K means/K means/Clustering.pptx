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6"/>
  </p:notesMasterIdLst>
  <p:sldIdLst>
    <p:sldId id="256" r:id="rId2"/>
    <p:sldId id="299" r:id="rId3"/>
    <p:sldId id="457" r:id="rId4"/>
    <p:sldId id="735" r:id="rId5"/>
    <p:sldId id="257" r:id="rId6"/>
    <p:sldId id="258" r:id="rId7"/>
    <p:sldId id="260" r:id="rId8"/>
    <p:sldId id="261" r:id="rId9"/>
    <p:sldId id="262" r:id="rId10"/>
    <p:sldId id="259" r:id="rId11"/>
    <p:sldId id="263" r:id="rId12"/>
    <p:sldId id="282" r:id="rId13"/>
    <p:sldId id="283" r:id="rId14"/>
    <p:sldId id="284" r:id="rId15"/>
    <p:sldId id="292" r:id="rId16"/>
    <p:sldId id="293" r:id="rId17"/>
    <p:sldId id="294" r:id="rId18"/>
    <p:sldId id="285" r:id="rId19"/>
    <p:sldId id="286" r:id="rId20"/>
    <p:sldId id="295" r:id="rId21"/>
    <p:sldId id="296" r:id="rId22"/>
    <p:sldId id="297" r:id="rId23"/>
    <p:sldId id="298" r:id="rId24"/>
    <p:sldId id="287" r:id="rId25"/>
    <p:sldId id="736" r:id="rId26"/>
    <p:sldId id="737" r:id="rId27"/>
    <p:sldId id="738" r:id="rId28"/>
    <p:sldId id="1023" r:id="rId29"/>
    <p:sldId id="1382" r:id="rId30"/>
    <p:sldId id="1383" r:id="rId31"/>
    <p:sldId id="1384" r:id="rId32"/>
    <p:sldId id="739" r:id="rId33"/>
    <p:sldId id="740" r:id="rId34"/>
    <p:sldId id="741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1166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944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85.5814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6-01-23T03:01:16.66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12341 2158 0,'-26'0'0,"52"0"94,1 0-79,-1 0-15,0 0 16,1 0-16,-1 26 16,0-26-16,0 0 15,1 0-15,-1 26 0,0-26 16,1 0-16,-1 0 15,0 0-15,1 0 0,-1 0 16,0 0-16,1 0 16,-1 0-16,0 0 15,1 0-15,-1 0 0,0 0 16,0 0-16,1 0 16,-1 0-16,0 0 0,1 0 15,-1 0-15,0 0 16,1 0-16,-1 0 0,0 0 15,1 0-15,-1 27 0,0-27 16,1 0-16,-1 0 0,0 0 16,1 0-16,-1 0 15,0 0 1,0 0-16,1 0 16,-1 0-1,-26-27-15,0 1 16,26 26-1,-26-26-15,0-1 0,0 1 16,0 0 0,0 0-16,-52-1 0,52 1 15,-27 26-15,27-26 0,-26-1 16,0 1-16,26 0 16,-26 26-16,26-27 15,-27 27-15,1 27 47,26-1-47,-26-26 16,26 26-16,0 1 15,0-1 1,0 0 0,0 1-16,26-27 15,27 26-15,-53 0 16,26-26-16,0 0 15,-26 26-15,26-26 0,1 0 16,-1 27-16,0-27 16,-26 26-16,27-26 0,-1 0 15,-26 26-15,26-26 16,-26 27-16,27-27 16,-27 26-16,26 0 15,-26 1-15,0-1 16,0 0-1,0 1-15,-26-1 16,-1-26-16,27 26 16,-52-26-16,52 27 0,-27-1 0,1-26 15,0 26-15,-1-26 16,1 0 62,26-26-78,0 0 16,-26-1-16</inkml:trace>
  <inkml:trace contextRef="#ctx0" brushRef="#br0" timeOffset="4004.2">15999 2053 0,'0'-27'16,"0"1"0,-26 26-16,26-26 15,-27 26-15,1 0 16,0 0-16,-1 0 16,1 0-16,0 0 0,-1 0 15,1 0-15,0 0 0,0 26 0,-1-26 16,1 0-16,0 26 0,-1-26 0,1 0 15,0 0-15,-1 0 0,1 27 16,0-27-16,-1 0 0,27 26 16,-26-26-16,0 26 15,26 0 1,-27-26-16,27 27 0,0-1 16,-26 0-16,26 1 15,0-1-15,0 0 0,0 1 16,0-1-16,0 0 15,0 1-15,0-1 0,26 0 16,-26 1-16,27-27 0,-27 26 0,26 0 16,0 0-16,1-26 0,-1 27 0,0-1 15,27-26-15,-27 26 0,1-26 0,-1 27 16,27-27-16,-27 0 0,0 0 0,0 0 16,1 0-16,-1 0 0,0 0 0,1 0 15,-1-27-15,0 27 0,-26-26 0,27 26 16,-27-53-16,26 27 0,-26 0 0,26 26 15,-26-26-15,0-1 0,27 1 16,-27 0-16,0-1 0,0 1 16,0 0-1,0 52 32,0 0-47,-27-26 16,27 27-16,0-1 0,0 0 15,0 1-15,0-1 16,0 0-16,0 0 16,0 1-16,27-27 0,-27 26 15,52 0-15,-25-26 0,-27 27 16,26-27-16,0 26 0,0-26 16,1 0-16,-1 0 0,0 0 15,1 0-15,-1 0 0,0-26 16,1 26-16,-27-53 0,26 53 0,0-26 15,-26-27-15,27 27 0,-27 0 16,0-1-16,0-25 0,-53-1 16,53 27-16,-26 26 15,26-27-15,-79 1 0,52 0 0,1-1 16,0 27-16,-1 0 0,1 0 0,0 0 16,0 0-16,-1 0 0,1 0 0,0 53 15,-1-53-15,1 26 0,0-26 16,26 27-16,-27-27 0,27 26 0,0 0 15,0 1-15,53-27 16,-27 0 0,53 0-16,-52 0 0,-1-27 15,0 27-15,0-26 0,27 26 0,-27-26 16,1 26-16,-1-27 0,27 27 0,-27-26 16,0 0-16,1 26 15,-1-27-15,-26 1 0,26 26 0,-26-26 31,27 26-15,-27 52 0,0-25-16,0 25 15,26-52-15,-26 27 0,0-1 0,0 0 16,26 1-16,-26-1 0,0 0 0,27 1 16,-27-1-16,0 0 0,26 0 0,-26 1 15,0-1-15,0 0 0,26 1 0,-26-1 16,0 0-16,0-52 31,0-27-15,26 53-16,-26-52 0,0 25 15,0 1-15,0-26 0,27 25 16,-27 1-16,0-27 0,0 27 0,26 0 16,-26-1-16,26 1 0,-26 0 15,27 26-15,-27-27 0,26 27 16,0 0-1,-26 53-15,27-53 0,-27 26 16,26 1-16,-26-1 0,26 0 16,-26 1-16,0-1 0,27-26 0,-27 26 15,0 1-15,26-1 0,-26 0 0,0 0 16,0 1-16,26-1 0,-26 0 16,27 1-16,-27-1 0,26-26 15,0 0-15,-26 26 0,26-26 0,1 0 16,-1 0-16,0 0 0,1 0 15,-1 0-15,0-52 0,1 52 0,-1-27 16,0 27-16,1-26 0,-1 26 0,0-53 16,1 27-16,-1 0 0,0 0 0,-26-1 15,27 1-15,-27 0 0,0-1 0,26 1 16,-26 0-16,0-1 0,0 1 0,0 0 16,0-1-16,-53 27 0,53-26 0,-26 26 15,26-26-15,-26 26 0,-27-27 16,27 27-16,-1 0 0,1 0 0,0 0 15,-1 0-15,1 53 0,0-53 16,-1 26-16,1 1 16,26-1-16,-26 0 15,26 1-15,0-1 16,52-26-16,-25 26 16,25-26-16,-25 27 0,-1-27 15,0 0-15,1 26 0,-1-26 0,0 0 16,1 26-16,-1-26 0,0 0 0,1 27 15,-1-27-15,0 0 0,-26 26 0,26-26 16,1 26-16,-1 0 0,0 1 16,-26-1-16,27-26 15,-27 26-15,0 1 0,0-1 16,0 0 0,-53-26-16,53 27 0,-26-27 15,-27 0-15,27 0 16,0 0-16,-1 0 0,1 0 0,0 0 15,26-27-15,-27 27 0,27-52 16,0 25-16,0 1 0,0 0 16,0-27-16,53 27 0,-53 0 15</inkml:trace>
  <inkml:trace contextRef="#ctx0" brushRef="#br0" timeOffset="4283.04">17894 2210 0,'-27'0'31,"1"0"-15,0 0-16,26 27 15,0-1 1,0 0-16,0 1 16,0-1-16,0 0 0,26-26 15,-26 27-15,0-1 16,26 0-16,-26 1 0,27-27 15,-27 26-15,0 0 16,26 0-16,-26 1 16,0-1-16,26-26 15,-26 26-15</inkml:trace>
  <inkml:trace contextRef="#ctx0" brushRef="#br0" timeOffset="4434.47">17973 2053 0,'0'-27'0,"0"1"0,-27 0 0,27-1 15,-26 27-15,26-26 16,53 79 0,-27-27-16</inkml:trace>
  <inkml:trace contextRef="#ctx0" brushRef="#br0" timeOffset="5866.29">18525 2526 0,'0'-26'0,"26"26"15,-26-53-15,0 27 0,27 0 16,-27-1-16,0 1 0,0 0 16,0-1-16,-53 1 15,27 26-15,-27 0 16,27 0-16,0 0 0,-1 0 0,1 0 16,0 26-16,-1-26 0,1 0 15,0 27-15,-1-27 0,1 26 0,0-26 0,26 53 16,-27-53-16,1 26 0,26 0 0,-26-26 15,26 27-15,-27-1 0,27 0 16,0 0-16,0 1 0,0-1 16,53 0-16,-27 1 15,27-1-15,0-26 16,-27 0-16,0 0 0,1 0 0,-1 0 16,27 0-16,-27 0 0,0-26 0,1 26 15,-1-53-15,0 53 0,0-53 0,1 27 16,-1 0-16,-26 0 0,26-27 0,-26 27 15,0-27-15,0 27 0,0-27 0,0 0 16,0 1-16,0 25 0,0-25 0,-26-1 16,26 1-16,0-1 0,-53 0 0,53 27 15,0 0-15,-26-1 0,26 1 16,0 0-16,-26 26 16,26 26-16,-26 27 15,26-27-15,0 0 16,0 1-16,0 25 0,0-25 0,0-1 15,0 0-15,52 1 0,-52-1 0,0 0 16,0 0-16,26 1 0,-26-1 16,0 0-16,27 1 0,-27-1 0,0 0 15,0 1-15,26-1 0,-26 0 0,26 1 16,-26-1-16,27 0 0,-27 1 0,26-1 0,-26 0 16,26-26-16,-26 26 0,27 1 15,-1-1-15,-26 0 0,26-26 16,1 0-16,-27 27 0,26-27 0,0 0 15,1 0-15,-1 0 0,0 0 16,0 0-16,1-27 0,-1 27 0,0-52 16,1 52-16,-1-27 0,0 27 0,1-52 15,-27 26-15,26-1 0,-26 1 16,0 0-16,26-1 0,-26 1 0,0 0 16,0-1-16,0 1 0,-52 26 0,52-26 15,-53-1-15,27 27 16,-1 0-16,-25 0 15,25 0 1,1 27-16,26-1 16,0 0-1,0 1-15,0-1 16,0 0-16,26 1 16,-26-1-16,27-26 0,-27 26 15,26 1-15,0-1 16,1-26-16,-27 26 0,26-26 0,0 0 15,-26 26-15,27-26 0,-1 0 0,0 0 16,1 27-16,-1-27 0,0 0 16,1 0-16,-1 0 0,0 0 0,1 0 15,-27-53-15,26 53 0,0 0 0,-26-26 16,26 26-16,1-26 0,-27-1 16,26 1-16,-26 0 0,26-1 0,-26 1 15,27-27-15,-27 27 0,0 0 0,0-27 16,0 27-16,0-27 0,0 27 0,0 0 15,0-1-15,-53 1 0,53 0 16,-26 26-16,26-27 0,-27 27 0,1 0 16,0 0-16,0 0 0,-1 27 0,1-27 15,26 52-15,-26-52 0,-1 27 0,1-1 16,26 26-16,-26-52 0,26 27 16,-27-1-16,27 0 0,0 1 0,53-27 15,-27 0 1,53 0-16,-52 0 15,-1 0-15,0 0 0,0-27 0,27 27 16,-27 0-16,1-26 0,-1 26 0,0 0 16,-26-26-16,27 26 0,-1 0 15,0 0-15,-26 52 32,27-52-32,-27 27 0,0 25 15,0-25-15,26-27 0,-26 26 0,0 0 16,0 1-16,26-1 0,-26 0 0,0 1 15,27-1-15,-27 0 0,26 0 16,-26 1-16,26-27 0,1 26 16,-1-26-16,0 0 0,0 0 15,1 0-15,-1 0 0,0-53 0,1 53 16,-1-26-16,0 26 0,1-52 0,-1 25 16,0 1-16,-26-27 0,0 27 0,27 0 15,-27-1-15,0 1 0,0 0 16,0-1-16,0 1 0,0 0 15,-27 26 1</inkml:trace>
  <inkml:trace contextRef="#ctx0" brushRef="#br0" timeOffset="6915.96">21867 2158 0,'-26'-27'16,"26"1"-16,26 0 16,27 0-1,-27 26 1,0 0-16,1 52 16,-27-26-1,26-26-15,-26 27 0,0-1 16,26 0-16,-26 1 0,0-1 15,0 0-15,0 1 0,27-1 0,-27 0 16,0 1-16,0-1 0,0 0 16,0 1-16,26-27 0,-26 26 15,0-52 17,0-1-17,26-25-15,-26 25 16,0 1-16,0 0 0,0-1 0,0 1 15,27 0-15,-27-1 0,0 1 0,26 0 16,-26-1-16,26 1 16,0 26-1,-26-26-15,27 26 16,-1 0-16,0 0 16,1 0-1,-27 52-15,0-25 16,0-1-1,0 0-15,26 1 0,-26-1 16,0 0-16,0 1 16,0-1-16,0 0 0,26 1 0,-26-1 15,27-26-15,-27 26 0,26 1 0,0-27 16,1 26-16,-1-26 0,0 0 16,1 0-16,-1 0 15,0 0-15,-26-26 0,27 26 16,-27-53-16,26 53 0,-26-26 0,0-1 15,26 1-15,-26 0 0,0-1 0,0 1 16,0 0-16,0-1 0,0 1 0,0 0 16,0-1-16,0 1 31</inkml:trace>
  <inkml:trace contextRef="#ctx0" brushRef="#br0" timeOffset="8416.48">23841 1921 0,'26'0'16,"-26"26"31,26 1-32,-26-1-15,0 0 0,27 1 16,-27-1-16,0 0 0,0 0 0,0 1 16,0-1-16,0 0 0,0 1 0,0-1 15,0 0-15,0 1 0,0-1 0,0 0 16,0 1-16,0-80 47,0 27-32,0-1-15,0 1 16,0 0-16,0-1 0,0 1 16,0-27-16,0 27 0,0 0 15,0 0-15,0-1 0,0 1 0,0 0 16,52-1-16,-52 1 0,27 26 16,-27-26-16,26 26 0,0 0 15,0 0-15,1 0 0,-1 0 16,0 26-16,-26 0 15,27-26-15,-27 27 0,0 25 16,0-25-16,0-1 16,26 0-16,-26 0 0,0 1 15,0-1-15,0 0 0,0 1 0,0-1 0,0 0 16,0 1-16,26-1 16,-26 0-16,0 1 0,27-1 15,-1-26 1,0 0-16,1-53 0,25 53 15,-25-26-15,-1-27 0,0 27 16,1 0-16,-27-1 0,0 1 0,26 0 16,-26-1-16,0 1 0,0 0 0,0 0 15,0-1-15,0 1 16,-26 26-16,-1 0 31,27 26-15,-26 1-16,26-1 15,0 0-15,0 0 0,0 1 16,0-1-16,0 0 0,0 1 16,0-1-16,0 0 0,0 1 0,26-1 15,-26 0-15,53 1 0,-27-1 16,0-26-16,1 0 16,-1 0-16,0 0 0,1 0 15,-27-26-15,26 26 0,0-27 0,-26-25 16,27 25-16,-27 1 0,0 0 15,0-1-15,26 1 0,-26 0 0,0-1 16,0 1-16,0 0 0,0 0 16,0-1-16,0 1 15,0 52 32,0 1-47,0-1 16,0 0-16,0 0 0,0 1 15,0-1-15,0 0 0,0 1 16,0-1-16,26 0 0,-26 1 16,0-1-16,0 0 15,0 1-15,27-27 0,-27 26 16,26-26-16</inkml:trace>
  <inkml:trace contextRef="#ctx0" brushRef="#br0" timeOffset="9650.2">25077 2000 0,'0'26'47,"0"1"-47,0-1 15,53 0-15,-53 0 0,26 1 0,-26-1 0,27 0 16,-27 1-16,26-1 0,0 0 15,-26 1-15,0-1 0,0 0 16,27-26-16,-27 27 0,0-1 16,0-52 31,-27 26-47,27-27 0,-26-25 15,26 25-15,-26 1 0,26 0 0,-27-1 16,27 1-16,0 0 0,0-1 0,-26 1 15,26 0-15,0 0 0,0-1 16,53 27 15,-27 0-31,0 0 16,1 27-16,-1-27 0,0 26 0,1-26 16,-27 26-16,26 0 0,-26 1 0,26-1 15,-26 0-15,27-26 0,-27 27 0,0-1 16,0 0-16,26 1 0,-26-1 0,0 0 15,0 1-15,0-1 0,0 0 16,0-78 15,0 25-15,-26 1-16,26 0 16,0-27-16,-27 27 0,27-1 0,0 1 15,-26-27-15,26 27 0,0 0 0,0 0 16,0-1-16,0 1 0,0 0 0,0-1 15,53 27 1,-27 27 0,0-1-1,0-26-15,-26 53 0,27-53 0,-27 52 16,26-26-16,-26 1 0,26-1 0,-26 0 16,27 1-16,-27-1 0,0 0 0,26-26 15,-26 27-15,26-27 0,-26 26 16,27-26-16,-1 0 0,0 0 15,1 0-15,-1-26 16,0 26-16,1-53 0,-1 27 16,0-1-16,-26 1 0,27 0 0,-27-1 15,0 1-15,26 0 0,-26-27 0,0 27 16,0 0-16,0-1 0,0 1 16,0 0-16,0-1 0,-53 1 0,53 0 0,0-1 15,-26 27-15,26-26 0,0 0 16,0 52 31,0 27-47,0-27 15,0 0-15,0 1 0,0-1 0,0 0 16,0 27-16,0-27 0,0 1 0,0 25 16,0-26-16,0 1 0,0-1 0,26 27 15,-26-27-15,0 0 0,0 1 0,0-1 16,27-26-16,-1 26 15,0-26-15,0 0 16,1-52-16,-1 52 16,-26-27-16,26 27 0,1-52 0,-27 25 15,26 1-15,-26 0 0,26-1 16,-26 1-16,27 0 16,-27 0-16,26-1 15,0 27 1,-26 53-1,27-53-15,-27 26 0,26 0 16,-26 27-16,26-53 16,-26 26-16,27 1 0,-27-1 0,0 0 15,26 1-15,-26-1 0,0 0 16,0 1-16,0-1 16,-53-26-16,27 26 0,0-26 15,-1 0-15,1 0 16,0 0-16,-1 0 0,1 0 0,0-26 15,-1 26-15,1 0 16,26-53-16,-26 27 0,26 0 16,0-1-16,0 1 15,52 26-15,-25-26 0</inkml:trace>
  <inkml:trace contextRef="#ctx0" brushRef="#br0" timeOffset="10398.75">26446 2263 0,'0'26'0,"26"-26"15,0 0 1,-26-26-16,27 26 0,-27-26 0,26 26 16,0-53-16,1 27 0,-1-1 15,0 1-15,-26 0 0,27 26 16,-27-26-16,0-1 0,0 1 16,0 0-16,-27 26 0,27-27 15,-52 27-15,52-26 0,-53 26 16,27 0-16,-1 0 15,1 53-15,0-27 16,26 0-16,0 1 16,0-1-16,0 0 0,0 0 15,0 1-15,0-1 0,0 0 16,52 1-16,-52-1 16,0 0-16,27-26 0,-27 27 0,26-1 15,0 0-15,1-26 0,-1 0 16,-26 27-16,26-27 0,1 0 0,-1 0 15,0 0-15,1 0 0,-1 0 16,0 0-16,1-53 0,-1 53 0,0-26 16,0-1-16,1 1 0,-27 0 15,26-1-15,-26 1 16,0-27-16,0 27 0,0 0 0,0 0 0,0-1 16,0 1-16,0-27 0,0 27 15,-26 0-15,26-1 0,-27 1 16,1 26-1,0 26 1,0 27 0,-1-27-16,27 1 15,0-1 1,27 0 0,25-26-16,-52 27 15,26-27-15,1 26 0,-1-26 16,0 26-16,1 0 15,-27 1-15,26-1 0,-26 0 16,0 1-16,0-1 16,26 0-16,-26 1 0,0-1 0,0 0 15,0 1-15,27-1 0,-27 0 16,26-26-16,-26 27 0,26-27 16,1 26-1,-1-26-15,0 0 0,1 0 16,-1-53-16,0 53 0,0-26 15,1 0-15,-1 26 0,0-53 16,1 27-16,-27-1 0,26 27 16,-26-26-16,26 26 0,-26-26 0,0-1 15</inkml:trace>
  <inkml:trace contextRef="#ctx0" brushRef="#br0" timeOffset="11283.93">28235 1816 0,'0'-27'0,"-52"27"0,52-26 0,0 0 16,-27 26-16,27-27 15,-26 27-15,0 0 16,-1 0-16,1 0 16,0 0-16,26 27 0,-27-27 15,1 26-15,0 27 0,26-27 16,-27-26-16,27 26 0,-26 1 16,26-1-16,0 0 0,-26 1 0,26-1 0,0 0 15,0 1-15,0-1 0,0 0 0,0 0 16,0 1-16,0-1 0,0 0 15,26-26-15,-26 27 0,53-27 0,-27 0 16,0 0-16,27 0 0,-27 0 0,1 0 16,-1 0-16,0-27 0,1 27 0,-1-52 15,-26 25-15,26 1 0,-26 0 0,0-27 16,0 27-16,0-27 0,26 27 0,-26-27 16,0 27-16,0-27 0,0 27 0,0 0 15,0-1-15,0 1 0,0 0 0,0 0 16,0-1-16,0 1 15,-26 26-15,0 53 16,26-27 0,-26 0-16,26 27 15,0-27 1,0 0-16,0 1 0,0-1 16,0 0-16,0 1 0,0-1 0,0 0 15,0 1-15,0-1 0,0 0 0,52 1 16,-52-1-16,0 26 0,0-25 0,0-1 15,0 0-15,0 27 0,0-27 0,0 1 16,0-1-16,0 27 0,0-27 16,26 0-16,-26 1 0,27 25 0,-27-26 15,0 1-15,26-1 0,0 0 0,-26 1 16,27-27-16,-1 26 0,0-26 16,1 0-16,-1 0 15,0 0-15,1 0 0,-27-26 0,26 26 16,-26-27-16,26 27 0,-26-52 0,0 25 15,0 1-15,0 0 0,0 0 0,0-1 16,-52-25-16,52 25 0,-53 1 0,53 0 16,-53-1-16,27 1 0,0 0 0,-1-1 15,1 1-15,0 26 0,-1 0 0,1-26 16,0 26-16,0 0 0,26 26 31,26-26-15,0 26-16,0-26 15,1 0-15,25 0 0,-25 0 0,25 0 16,1 0-16,0 0 0,-1-26 16,1 26-16,0 0 0,-27-53 0,0 53 15,0-26-15,1 26 0,-1-26 0</inkml:trace>
  <inkml:trace contextRef="#ctx0" brushRef="#br0" timeOffset="13182.27">29893 2263 0,'26'-53'16,"-26"27"-1,27 0-15,-27-27 16,0 27 0,0 0-16,0-1 0,0 1 15,-27 0-15,-25 26 16,25-27 0,1 27-16,0 0 0,-1 0 0,-25 0 0,25 0 15,1 0-15,0 0 0,0 53 16,-1-53-16,1 0 0,0 26 0,-1 1 15,1-27-15,26 26 0,0 0 16,-26 0-16,26 1 0,0-1 0,0 0 16,-27 27-16,27-27 15,0 1-15,0-1 0,0 0 0,53 1 16,-27-1-16,27-26 16,-27 0-16,1 0 0,-1 0 15,26 0-15,-25-26 0,-1 26 0,0-53 16,1 27-16,-27-1 0,26 1 0,0 0 15,-26-27-15,27 27 0,-27-27 16,0 1-16,26-1 0,-26 27 0,0-27 16,0 0-16,0 1 0,0-1 0,0 0 15,0 1-15,-53 26 0,53-1 0,0 1 16,0 0-16,-26 26 0,26-27 16,-26 27-1,26 53-15,-27-53 0,27 26 16,0 1-16,0-1 0,0 26 0,0-25 15,0-1-15,0 0 0,0 1 0,0 25 16,0-25-16,27-1 0,-27 0 0,0 1 16,26-1-16,-26 0 0,0 1 0,26-1 15,-26 0-15,27 0 0,-1 1 0,0-1 16,-26 0-16,27-26 0,-1 27 0,0-1 16,1-26-16,-1 26 0,0-26 15,1 27-15,25-27 0,-26 0 0,1 0 16,-27 26-16,26-26 0,0 0 0,1 0 15,-1 0-15,0 0 16,1-26-16,-1-27 16,-26 27-1,0-1-15,0 1 0,0 0 0,0-1 16,0 1-16,0 0 16,0 0-16,-26-1 0,26 1 15,-27 26-15,27-26 0,-26 26 0,0 0 16,-1 0-1,1 0 1,26 26-16,-26-26 0,-1 53 16,1-27-16,0 0 15,26 0-15,-26 1 16,26-1-16,0 0 16,0 1-16,0-1 0,52-26 15,-52 26-15,26-26 0,1 0 16,-1 0-16,0 0 15,1 0-15,-1 0 0,0-26 0,1 26 16,-1-53-16,0 53 0,-26-26 16,27 0-16,-27-1 0,0 1 15,0 0-15,0 0 0,0-1 16,0 1-16,0 0 0,0-1 16,0 54 15,0-1-16,0 27-15,0-27 16,26 0-16,-26 0 16,26 1-16,-26-1 0,27-26 15,-27 26-15,26-26 0,-26 27 0,26-27 0,0 26 16,1-26-16,-1 0 16,0 0-16,1 0 15,-1 0-15,-26-53 0,26 53 16,-26-26-16,27 0 0,-27-1 15,0 1-15,0 0 0,0 0 16,0-1-16,0-25 0,0 25 0,0-25 0,0-1 16,0 27-16,0-53 0,0 26 0,-27 1 15,27-1-15,0 0 0,-26 1 0,26-1 16,-26 27-16,26-1 0,-27 1 0,27 0 16,-26 0-16,0-1 0,-1 27 15,1 0 1,0 0-16,26 27 15,-26-27-15,26 52 16,0-26-16,0 1 16,0-1-16,0 0 0,0 1 15,26-1-15,-26 0 0,0 1 0,26-1 16,-26 0-16,26 1 0,-26 25 0,27-26 16,-27 1-16,26 25 0,-26-25 0,0-1 15,0 27-15,26-27 0,-26 0 0,0 1 16,0-1-16,0 0 0,0 1 15,-52-27-15,52-27 32,52 27-32,-52-52 15,53 52-15,-27-27 0,1 27 0,-1-52 16,0 52-16,27-27 0,-27 1 0,1 26 16,-1-26-16,0 26 0,27 0 0,-27 0 15,0 0-15,1 0 0,-27-27 16,26 27-16,-52-26 47,-1 26-47,1 0 15,-26 0-15,25 0 16,1 0-16,0 0 0,-1 26 16,1-26-16,0 27 15,-1-27-15,27 52 0,-26-52 0,26 27 16,-26-1-16,26 0 0,0 1 0,0-1 15,0 0-15,0 1 0,0-1 0,0 0 16,0 0-16,26-26 0,-26 27 0,26-1 16,1-26-16,25 0 15,-25 0-15,-1 0 0,0 0 16,1-26-16,-1-1 16,0-25-16,-26 26 0,26-1 15,-26 1-15,0 0 0,0-1 0,0 1 16,0 0-16,0-1 0,0 1 0,0 0 15,0-1-15,0 1 16,0 79 0,-26 26-16,26-53 15,0 0-15,0 27 0,0-27 0,0 27 16,0-27-16,0 0 0,0 1 0,0-1 16,0 0-16,0 1 0</inkml:trace>
  <inkml:trace contextRef="#ctx0" brushRef="#br0" timeOffset="13798.57">28656 3263 0,'-26'0'15,"26"26"32,0 1-47,0-1 16,26 0-16,-26 0 0,0 27 15,0-27-15,0 27 0,0 0 0,0-27 0,0 27 16,0-1-16,0-25 0,0 25 16,0-26-16,0 27 0,0-27 0,-26 27 15,26-27-15,0 1 0,-26-1 16,26 0-16</inkml:trace>
  <inkml:trace contextRef="#ctx0" brushRef="#br0" timeOffset="14092.31">28577 3710 0,'0'-26'0,"-26"0"0,26-1 16,0-25-16,-26 25 0,26 1 0,0 0 16,0-1-16,0 1 0,0 0 0,0-1 15,0 1-15,0 0 0,0 0 16,26-1-16,0 27 16,27-26-16,0 26 15,-27 0-15,0 0 0,0 0 16,1 0-16,-27 53 0,26-53 0,0 26 15,1 26-15,-1-25 16,-26-1-16,0 27 0,0-27 0,0 0 16,0 1-16,0-1 0,0 0 15,0 1-15,-26-1 16,-27-26-16,53 26 0,-26-26 16,-1 0-16,-25 0 15,52-52-15,-26 52 0,26-27 16,0 1-16,0 0 15</inkml:trace>
  <inkml:trace contextRef="#ctx0" brushRef="#br0" timeOffset="14533.03">29261 3473 0,'0'-26'0,"-26"26"15,0 0 1,-1 0 15,1 26-15,0 1-16,26-1 16,0 0-1,0 1-15,0-1 16,0 0-16,26-26 15,-26 27-15,26-1 0,27 0 16,-27-26-16,1 27 0,-1-27 0,0 0 16,1 0-16,-1 26 0,0-26 0,27 0 15,-27 0-15,1 0 0,-1-53 16,-26 27-16,26 26 16,-26-26-16,0-1 0,0 1 0,0 0 0,0-1 15,0 1-15,0 0 0,-26-1 16,26 1-16,0 0 0,-53-1 0,53 1 15,-26 0-15,26 0 0,-53-1 0,27 1 16,0 26-16,-1 0 16,1 0-16,26 26 15,-26-26-15,26 53 0,-27-53 16,27 26-16</inkml:trace>
  <inkml:trace contextRef="#ctx0" brushRef="#br0" timeOffset="14884.01">29840 3263 0,'-26'0'31,"26"26"0,0 1-15,0-1 0,0 0-16,0 0 15,0 1-15,0-1 16,26-26-16,-26 26 0,0 1 16,27-1-16,-27 0 15,0 1-15,0-1 0,26 0 16,-26 1-16,26-1 0,-26 0 15,27-26-15,-27 27 0,26-27 16,-26 26-16,26-26 16</inkml:trace>
  <inkml:trace contextRef="#ctx0" brushRef="#br0" timeOffset="15016.11">30025 3079 0,'-27'-27'15,"27"1"-15,0 0 0,-26 26 16,0 0-16,26 26 16,0 27-1,0-27-15</inkml:trace>
  <inkml:trace contextRef="#ctx0" brushRef="#br0" timeOffset="16222.21">30261 3289 0,'-52'0'0,"52"27"32,0-1-32,0 26 15,0-25-15,0-1 0,0 27 16,0-27-16,0 0 0,0 1 0,26-1 15,-26 0-15,0 1 0,0-1 0,0 0 16,0 1-16,0-1 16,0-52 15,0-1-31,26-25 16,-26-1-16,0 27 0,27-1 15,-27-25-15,26 25 0,-26-25 0,0 25 16,26 1-16,-26-26 0,27 25 0,-27 1 15,26 26-15,-26-26 0,26 26 16,1 0 0,-27 26-16,26 27 0,-26-1 15,26-26-15,-26 1 0,27-1 16,-27 0-16,26 1 0,-26 25 16,26-25-16,-26-1 0,26 0 0,-26 1 0,27-27 15,-27 26-15,26 0 0,0-26 16,1 27-16,-1-27 0,0 0 15,1 0-15,-1 0 0,0-53 16,1 53-16,-1-26 0,0-1 16,1 1-16,-27 0 0,26-27 0,0 27 0,-26-27 15,27 27-15,-27-27 0,0 1 0,0-1 16,0 0-16,0 1 0,0-1 0,0 0 16,0 1-16,0-1 0,-27 27 0,27-27 15,0 1-15,-52-1 0,52 0 0,-27 1 16,27 25-16,-26 1 0,26 0 0,-26-1 15,26 1-15,-27 26 16,27 26 15,0 1-31,0-1 16,0 0-16,0 1 16,0-1-16,0 0 0,0 1 15,27-27-15,-27 26 0,0 0 16,26-26-16,-26 27 0,0-1 0,26-26 15,-26 26-15,0 1 0,27-1 0,-27 0 16,26-26-16,-26 26 0,26 1 16,-26-1-16,0 0 0,27 1 0,-27-1 15,26 0-15,-26 1 0,0-1 0,0 27 16,26-27-16,-26 0 0,0 27 0,26-27 16,-26 0-16,0 1 0,0-1 0,0 0 15,0 1-15,0-1 0,0 0 0,0 1 16,0-1-16,0 0 15,-26-26 1,26-26 0,-26-27-16,0 27 15,26-27-15,-27 27 0,27 0 0,0-1 16,0 1-16,0 0 0,0 0 16,0-1-16,0 1 0,53 26 15,-53-26-15,52-1 0,-25 27 0,-1-26 16,0 26-16,1-26 0,25-1 0,-25 27 15,-1-26-15,0 26 0,1-26 0,-27-1 16,26 27-16,0-26 0,-26 0 16,27 26-16,-27-27 15,-53 1 1,27 26 0,-1 0-16,1 0 15,0 0-15,-1 0 0,1 26 16,0-26-16,26 27 0,-27-27 15,27 52-15,0-25 0,0-1 0,0 0 16,0 27-16,0-27 0,53 27 0,-53 0 16,26-27-16,-26 26 0,53 1 0,-53-27 15,26 27-15,-26-27 0,27 1 0,-27-1 16,26 0-16,-26 1 0,0-1 16,0 0-16,-26-26 31,26-26-31,-27 26 0,27-53 0,-52 27 15,25-27-15,-25 27 0</inkml:trace>
  <inkml:trace contextRef="#ctx0" brushRef="#br0" timeOffset="17556.21">14131 5342 0,'0'26'46,"26"-26"-30,0 0 0,1 0-16,-1 0 15,0 0-15,1 0 0,-1 0 16,0 0-16,0 0 0,1 0 0,-1 0 16,0 0-16,1 0 0,-1 0 15,0 0-15,1 0 0,-1 0 16,0 0-16,1 0 15,-1 0-15,0 0 0,1 0 16,-1 0-16,0 0 16,1 0-16,-1 0 0,0 0 15,0-26-15,1 26 0,-1 0 0,0 0 16,1 0-16,-1 0 0,0 0 16,-26-27-16,27 27 0,-27-26 15,26 26-15,-26-26 16,0-1-16,0 1 15,-53 0-15,53-1 16,-26 27-16,26-26 16,-26 26-1,26 26 32,0 1-47,26-1 16,-26 0-16,0 1 0,53-1 15,-53 0-15,0 1 0,26-1 16,-26 0-16,26-26 0,-26 27 16,0-1-16,-26-26 31,-27 0-15,27 0-1</inkml:trace>
  <inkml:trace contextRef="#ctx0" brushRef="#br0" timeOffset="30204.35">16946 5552 0,'-26'0'0,"79"0"47,-27 0-31,0 0-1,-26 26-15,27-26 16,-27 27-16,26-27 0,-26 26 15,26-26-15,-26 26 0,26-26 0,-26 27 16,27-27-16,-1 0 16,-26 26-16,26-26 0,-26 26 0,27-26 0,-1 27 15,0-1-15,-26 0 0,27-26 16,-1 27-16,-26-1 0,26-26 16,-26 26-16,0 0 0,27 1 0,-27-1 15,0 0-15,0 1 0,0-1 16,0 0-16,0 1 0,-53-27 0,53 26 15,-26 0-15,-1-26 16,27-26 15,0-27-31,0 1 16,0 25-16,0-25 0,0-1 16,53 1-16,-53-1 0,26-26 0,-26 26 0,53 1 15,-27 25-15,1-25 0,-1 25 0,0 1 16,27 26-16</inkml:trace>
  <inkml:trace contextRef="#ctx0" brushRef="#br0" timeOffset="30814.93">17946 5947 0,'27'0'0,"-27"-27"16,26 1-16,0 26 16,-26-26-16,26 0 15,-26-1 1,0 1-16,0 0 16,-26 26-1,-26-27-15,25 27 16,1 0-16,0 0 15,-1 0-15,1 53 0,0-27 16,-1 1-16,27-1 16,-26-26-16,26 26 0,0 0 15,0 1-15,0-1 0,0 0 0,0 1 16,0-1-16,26-26 16,27 26-16,-27-26 15,1 0-15,-1 0 0,0 0 16,1 0-16,-1-26 15,0 26-15,-26-26 0,26-1 16,-26-25-16,27 25 16,-27 1-16,0 0 15,0 0-15,0-1 16,0 54 46,26-1-46,-26 0 0,26-26-16,-26 26 0,0 1 15,27-27-15,-27 26 0,26-26 16,-26 26-16,26-26 0,-26 27 0,0-1 16</inkml:trace>
  <inkml:trace contextRef="#ctx0" brushRef="#br0" timeOffset="33532.48">18341 5763 0,'0'-27'0,"0"1"16,0 52 15,0 1-15,0 25-16,26-25 15,-26-1-15,0 0 0,0 0 16,0 1-16,27-1 0,-27 0 16,26-26 31,-26-52-32,26 25-15,1 1 16,-27 0-16,26 0 0,-26-1 0,26 1 15,-26 0-15,26 26 0,-26-27 0,27 1 16,-1 26 15,0 26-15,1 1-16,-1-27 0,0 26 16,1 0-16,-1 1 0,0-1 15,1 0-15,-1-26 0,0 26 16,1 1-16,-1-27 0,0 0 15,0 26-15,1-26 0,-1 0 16,0 0-16,1 0 0,-1 0 16,0 0-16,1 0 0,-1 0 15,0 0-15,1-26 0,-1 26 0,0-53 16,1 53-16,-1 0 16,-26-52-16,26 52 0,-26-27 0,0 1 15,0 0-15,27-1 0,-27 1 16,0 0-16,0-1 0,0 1 15,-53 0-15,27-1 16,-27 27-16,53-26 16,-26 26-16,-1 0 0,1 0 15,0 0-15,-1 0 0,1 0 16,0 0-16,26 26 16,-27-26-16,27 53 0,0-27 15,-26 1-15,26-1 0,0 0 16,0 1-16,0-1 0,0 0 15,0 1-15,0-1 0,0 0 0,26 0 16,-26 1-16,53-1 0,-27-26 16,1 0-1,-1 0-15,0 0 0,1-26 0,-1 26 16,-26-53-16,26 27 0,1 0 16,-1-1-16,0 1 0,-26-27 0,27 27 15,-27-27-15,0 1 0,0-1 0,26 0 16,-26 1-16,0-1 0,0 27 0,0-27 0,0 1 15,0 25-15,0 1 0,0 0 16,-53-1-16,53 1 0,-26 52 47,26 27-47,0-27 16,0 1-16,-26-1 0,26 0 0,0 1 15,0-1-15,0 0 0,0 1 0,0-1 16,0 0-16,0 0 0,52 27 15,-52-27-15,0 1 0,27 25 0,-27-25 0,26-1 16,-26 0-16,26 1 0,0-1 0,1 0 16,-27 1-16,26-1 0,0-26 15,1 26-15,-1-26 16,0 0-16,1 0 0,-1-52 16,0 25-16,1 1 15,-27 0-15,0-27 16,26 53-16,-26-26 0,0-1 15,0 1-15,0 0 32,0 52 15,0 0-47,0 27 15,0-27-15,0 1 0,0-1 16,0 0-16,0 1 0,26-27 15,-26 26-15,27-26 0,-27 26 0,52-26 16,-25 0-16,-1 0 0,0 0 16,0 0-16,1 0 15,-27-26-15,26 0 0,-26-1 16,0-25-16,0 25 16,-53 27-16,53-26 0,-52 26 15,26-26-15,-1 26 0,1-27 0,-27 27 16,27 0-16,0 0 0,-1 0 0,1 0 15,0 0-15,78 0 47,-25 0-31,-27-26-16,52 26 0,-25 0 16,-1 0-16,0 0 0,1 0 15,-1 0-15,0 0 0,0 0 16,-26 26-16,27-26 0,-1 0 15,-26 27-15,26-1 0,-26 0 16,27 1-16,-27-1 16,0 0-16,0 1 0,26-1 0,-26 0 15,0 0-15,0 1 16,0-54 31,0 1-47,0 0 15,0 0-15,0-1 0,0 1 16,0 0-16,0-1 0,0 1 16,0 0-16,0-1 15,53 27 17,-27 0-17,0 0 1,1 27-1,-27 25-15,26-25 16,-26-1-16,26 0 16,-26 1-16,0-1 0,0 0 15,27 0-15,-27 1 16,0-54 31,0-25-47,0 26 0,0-1 15,0 1-15,0 0 0,0-1 0,0-25 16,0 25-16,26 1 0,-26-27 0,0 27 16,26 0-16,0-1 0,-26 1 15,27 26-15,-1 0 0,0 0 16,1 0-16,-1 26 16,0 1-16,1 25 15,-1-25-15,0-1 16,-26 0-16,27 1 0,-27-1 0,26-26 15,-26 26-15,26 1 0,1-1 16,-1-26-16,0 0 16,1 0-1,-1-26-15,0-1 16,-26-25-16,26 25 0,-26-25 16,27 25-16,-27 1 0,0-27 0,0 27 15,0-26-15,0-1 0,0 27 0,0-27 16,0 0-16,0 27 0,0 0 0,-27-27 15,27 27-15,0-1 0,-26 27 16,26-26-16,-26 26 31,26 26-15,0 1-16,0-1 16,-26 0-16,26 1 0,0-1 15,0 0-15,0 1 0,0-1 16,0 0-16,0 1 0,0-1 0,0 0 15,0 1-15,0-1 0,0 0 0,0 0 16,0 1-16,0-1 0,0 0 0,0 1 16,26-1-16,-26 0 0,0 1 15,26-1-15,0 0 0,1 1 16,-1-1 0,0-26-16,1 0 15,-1 0-15,0 0 0,1 0 16,-1 0-16,0-26 0,1-1 15,-1-25-15,-26 25 16,26 1-16,-26 0 0,0-1 0,27 1 16,-27 0-16,0-1 15,0 80 17,0-27-32,-53-26 15,53 53-15,0-27 0,0 1 0,0-1 16,0 0-16,0 1 0,0-1 0,0 0 15,0 1-15,26-27 16,-26 26-16,27-26 0,25 0 16,-26 0-1,1 0-15,-1-53 0,0 27 16,1 26-16,-27-26 0,0-1 16,26 27-16,-26-52 0,0 25 15,26 1-15,-26 0 16,0 52 15,27-26-31,-27 53 0,0-27 16,26 27-16,-26-27 0,0 27 15,0-1-15,0 1 0,26-1 0,-26 1 16,0 26-16,0-26 0,0-1 0,0 27 16,0-26-16,0-1 0,0 1 0,0 0 15,-26-27-15,26 0 0,0 1 16,-26-27-16,-1 0 15,1 0-15,0 0 0,-1 0 0,-25-27 16,-1 27-16,1-26 0,-1 26 0,0-79 16,27 53-16,0-1 0,-1-25 15,1 25-15,26-25 0,0-1 0,0 1 0,0 25 16,53-25-16,-53 25 0</inkml:trace>
  <inkml:trace contextRef="#ctx0" brushRef="#br0" timeOffset="33951.07">22314 5499 0,'0'27'0,"0"25"63,27-52-63,-27 27 0,26-27 15,-26 26-15,26 0 0,-26 1 0,27-1 16,-27 0-16,0 1 0,26-1 0,-26 0 16,0 1-16,26-1 0,-26 0 15,0 0-15,0 1 0,0-1 16,0 0 0,0 1-16,0-1 15</inkml:trace>
  <inkml:trace contextRef="#ctx0" brushRef="#br0" timeOffset="34282.96">22262 5657 0,'-27'-26'16,"27"0"-1,0-1-15,0 1 16,0 0-16,27 26 0,-27-27 15,52 27-15,-52-26 0,27 26 0,-1 0 16,0 0-16,1 0 0,-1 0 0,0 0 16,1 0-16,-1 0 0,0 26 15,-26 1-15,27-27 16,-27 52-16,0-25 0,0-1 0,0 0 16,0 1-16,0-1 0,0 0 0,0 1 15,0-1-15,0 0 0,-27 1 16,1-27-1,0 0 1,-1 0-16,1-27 16,0 27-16,-1 0 0,27-26 15,-26 0-15,26-27 16</inkml:trace>
  <inkml:trace contextRef="#ctx0" brushRef="#br0" timeOffset="34650.16">22999 5473 0,'0'26'0,"0"1"31,0-1 1,26-26-32,-26 26 15,0 1 1,0-1-16,0 0 16,26-26-16,-26 27 15,0-1-15,0 0 0,0 1 16,27-1-16,-27 0 0,0 1 15,0-1-15,0 0 16,0 0-16,26-26 0</inkml:trace>
  <inkml:trace contextRef="#ctx0" brushRef="#br0" timeOffset="34765.19">23104 5473 0,'0'-26'0,"0"0"0,0-1 0,-26 1 0,26 0 16,0-1-16</inkml:trace>
  <inkml:trace contextRef="#ctx0" brushRef="#br0" timeOffset="35684.14">23420 5447 0,'0'-26'15,"-27"26"1,27 26 31,-26-26-47,0 26 15,-1-26 1,27 26-16,-26-26 0,26 27 0,0-1 16,-26 0-16,26 1 15,0-1-15,0 0 0,0 1 16,0-1-16,0 0 0,26 1 15,-26-1-15,26-26 0,-26 26 0,53-26 16,-27 27-16,1-27 0,-1 0 0,0 26 16,1-26-16,-1 0 0,0 0 0,1 0 15,-1 0-15,26-53 0,-25 53 0,-1-52 16,0 25-16,1 1 0,-27 0 16,26-27-16,-26 27 0,0-1 0,0 1 15,0 0-15,0-1 0,0 1 0,0 0 16,0 0-16,0-1 0,0 1 0,-26 0 15,26-1 1,-27 27 0,27 27 46,0 25-62,0-25 16,0-1-16,0 0 0,0 0 15,27 1-15,-27-1 0,0 0 0,0 1 16,26-1-16,-26 0 0,0 1 0,0-1 16,0 0-16,0 1 0,0-1 0,0 0 15,26-26-15,-26 27 16,0-80 15,27 27-15,-27-1-16,26 1 15,-26 0-15,26-1 0,1 1 0,-27 0 0,26-1 16,-26 1-16,26 0 0,-26-1 16,27 1-16,-27 0 15,26 26-15,-52 26 47,26 0-31,-27-26-16,27 27 15,-26-1-15,26 0 0,0 1 16,-26-27-16,26 26 0,0 0 0,0 1 16,0-1-16,0 0 0,0 1 0,0-1 15,52-26-15,-52 26 0,0 1 0,27-27 16,-27 26-16,26-26 0,-26 26 0,52-26 16,-25 0-16,-1 0 0,0 0 15,-26-52-15</inkml:trace>
  <inkml:trace contextRef="#ctx0" brushRef="#br0" timeOffset="36448.79">25893 5578 0,'27'0'16,"-1"-52"0,0 25-16,-26 1 0,26 0 15,1 0-15,-27-27 0,26 27 0,-26-1 16,26 1-16,-26 0 0,0-1 0,0 1 16,0 0-16,0-1 0,0 1 15,-52 26-15,52-26 0,-27 26 0,27-27 0,-52 27 16,-1 0-16,27 0 0,0 0 15,-1 0-15,1 53 0,0-53 16,26 26-16,-27-26 0,27 27 16,-26-27-1,26 26-15,0 0 0,0 1 16,0-1 0,0 0-16,0 1 15,0-1-15,0 0 0,26 1 0,-26-1 16,0 0-16,27 0 0,-27 1 0,26-1 15,-26 0-15,26 1 0,-26-1 0,27 0 16,-1 27-16,-26-27 0,26 1 0,-26-1 16,27 0-16,-27 27 0,26-27 0,-26 0 15,0 1-15,26-1 0,-26 0 0,0 1 16,0-1-16,0 0 16,-52 1-16,25-27 15,-25 0-15</inkml:trace>
  <inkml:trace contextRef="#ctx0" brushRef="#br0" timeOffset="36617.58">25683 5973 0,'-27'0'16,"27"-26"-16,-26 26 0,26-27 0,0 1 16,-26 26-16,78 0 47,-25 0-47,25 0 15,-25 0-15,-1 0 0,27 0 0,-27 0 16,27 0-16,-27 0 0,26 0 0,-25-26 15,-1 26-15,0 0 0,1-26 0,-1 26 0,0-27 16,1 1-16</inkml:trace>
  <inkml:trace contextRef="#ctx0" brushRef="#br0" timeOffset="36964.33">26262 5868 0,'26'0'16,"-26"26"-16,26-26 0,1 0 16,-1 0-16,0-52 0,0 52 15,1-27-15,-1 27 0,-26-26 16,26 26-16,-26-26 0,0-1 16,0 1-1,0 0 1,-26 26-16,0 0 15,-1 0-15,-25 0 16,26 52-16,-1-25 16,27-1-1,0 0-15,0 1 16,0-1-16,0 0 16,27-26-16,-27 26 0,52-26 15,-26 27-15,1-27 16,-1 0-16,0 0 0,1 0 0,-1 0 15</inkml:trace>
  <inkml:trace contextRef="#ctx0" brushRef="#br0" timeOffset="37633.1">26841 5789 0,'26'-26'15,"-26"-1"1,26 1-16,-26 0 16,0-1-16,26 27 0,-26-26 15,0 0 1,-26 26 15,0 26-31,0-26 16,26 53-16,-27-53 0,27 26 15,-26-26-15,26 26 0,0 1 16,-26-27-16,26 26 0,0 0 0,0 1 16,0-1-16,0 0 0,0 0 15,0 1-15,26-27 0,-26 26 16,53 0-16,-1-26 16,-26 0-16,1 0 0,-1 0 15,0 0-15,1 0 0,-1 0 0,0-26 16,1 26-16,-27-53 0,26 27 15,-26 0-15,0 0 16,0-1-16,26 27 0,-26-26 0,0 0 16,0 52 46,0 0-62,0 1 16,0-1-16,0 0 0,27-26 0,-27 26 15,0 1-15,0-1 0,26-26 0,0 26 16,1 1-16,-1-27 0,-26 26 0,26-26 16,0 26-16,1-26 15,-1 0-15,0 0 0,1 0 16,-1-26-16,0-27 16,-26 27-16,27 0 0,-27-1 0,26 1 15,-26-26-15,26 25 0,-26-25 0,0 25 16,0-25-16,0 25 0,0-25 0,0 25 15,0-25-15,0 25 0,0 1 0,0 0 16,0 0-16,-26-1 0,26 1 16</inkml:trace>
  <inkml:trace contextRef="#ctx0" brushRef="#br0" timeOffset="38274.76">28235 5315 0,'0'27'0,"0"-1"32,-26-26-32,0 26 15,26 1-15,-27-1 16,1 0-16,26 0 16,0 1-16,-26-1 0,26 0 0,0 1 15,0-1-15,0 0 0,0 1 16,0-1-16,0 0 0,26 1 15,-26-1-15,26-26 0,-26 26 0,53-26 16,-1 27-16,-25-27 16,-1 0-16,0 0 0,1 0 0,-1 0 15,0-27-15,1 27 0,-1-26 0,0 26 16,1-53-16,-27 27 0,26 0 0,-26-1 16,0 1-16,0 0 0,0-1 15,0 1-15,0 0 16,-26 26-16,-27 0 15,27 0-15,-1 0 16,1 26-16,0-26 16,26 26-16,0 1 15,-27-27-15,27 26 0,0 0 16,0 1-16,0-1 16,0 0-16,0 1 0,53-27 15,-53 26-15,26 0 0,-26 1 16,53-1-16,-27 0 0,1-26 15,-1 26-15,0-26 16,1 0-16,-1 0 0,0 0 0,1 0 16,-1 0-16,0 0 0,0-26 0,1 26 15,-1-52-15,0-1 16,-26 27-16</inkml:trace>
  <inkml:trace contextRef="#ctx0" brushRef="#br0" timeOffset="39682.83">28867 5394 0,'-27'0'32,"27"27"-17,0-1 1,0 0-16,0 0 16,0 1-16,0-1 0,0 0 0,0 1 15,0-1-15,0 0 0,0 1 0,0-1 16,0 0-16,0 1 0,0-1 0,0 0 15,0 1-15,0-1 16,27-26 0,-1 0-16,0-53 15,1 53-15,-1-26 0,0 26 0,1-53 0,-1 27 16,0 0-16,1-1 0,-1 1 0,-26 0 16,26-1-16,0 1 15,-26 0-15,27 26 16,-27 52-1,26-52-15,-26 27 16,26 25-16,1-25 16,-27-1-16,26 0 0,0 1 15,-26-1-15,27-26 0,-1 0 0,0 26 16,1-26-16,-1 0 16,0 0-16,1-52 0,-1 52 0,-26-27 15,26 27-15,1-52 0,-27 25 0,0 1 16,26-27-16,-26 27 0,0-27 0,0 27 15,0-26-15,0-1 0,0 0 0,0 1 16,0-1-16,0 0 0,-53 1 16,53-1-16,0 1 0,-26-1 0,26 0 15,-26 1-15,26 25 0,-27-25 0,27 25 16,0 1-16,-26 26 0,26-26 16,-26 26-1,26 26 1,0 0-1,0 1 1,0-1-16,0 0 16,0 1-16,0-1 15,0 0-15,52 1 0,-52-1 0,0 0 16,0 1-16,0-1 0,0 0 16,27 0-16,-27 27 0,26-27 0,-26 1 15,0-1-15,26 27 0,-26-27 0,0 0 16,27 1-16,-27-1 0,0 0 0,0 1 15,26 25-15,-26-26 0,0 1 0,0-1 16,0 0-16,0 1 0,0-1 0,-53 0 16,53 1-16,-26-1 15,0-26 1,26-53 0,0 27-16,-27-27 15,27 27-15,0 0 0,0-1 16,0 1-16,27 26 15,-27-26-15,52 26 0,-25-26 16,25-1-16,-26 27 16,1-26-16,-1 26 0,0-26 0,1-1 15,-27 1-15,26 0 16,-26-1-16,0 1 0,0 0 16,0-1-16,0 1 15,0 0-15,-26 26 16,-1 0 15,27 26-31,0 27 0,0-27 16,0 0-16,0 1 0,0-1 15,0 0-15,0 1 0,27-1 16,-27 0-16,0 1 0,26-27 0,-26 26 16,26 0-16,-26 0 0,27 1 0,-1-1 15,-26 0-15,26 1 0,-26-1 16,0 0-16,27-26 0,-27 27 0,26-27 15,-26 26-15,26-26 0,1 26 16,-1-26-16,0 0 16,1-52-16,-1 25 15,0-25-15,0 25 16,-26 1-16,0-27 16,0 27-16,27 0 0,-27 0 0,0-1 15,0 1-15,0 0 0,-53-1 16,53 1-16,0 52 78,0 1-62,0-1-16,0 0 15,0 1-15,0-1 16,0 0-16,0 0 0,0 1 15,0-1-15,0 0 16,0 1-16,26-1 16,1 0-16,-1 1 15,0-1 1,1-26 0</inkml:trace>
  <inkml:trace contextRef="#ctx0" brushRef="#br0" timeOffset="39807.25">30288 5263 0,'-27'-27'0,"27"1"16,0-27-16,-26 27 0,26 0 0,0-1 15,-26 1-15,26 0 0,0 0 16,0 78 0,0 1-16,0-27 15</inkml:trace>
  <inkml:trace contextRef="#ctx0" brushRef="#br0" timeOffset="40247.22">30393 5315 0,'-26'0'0,"26"-26"0,-27 0 16,27 52 30,0 0-30,0 1-16,0-1 16,0 0-16,0 1 0,0-1 15,0 0-15,0 0 0,27 1 16,-27-1-16,0 0 0,0 1 0,26-27 0,-26 26 16,0 0-16,0 1 0,26-1 15,1 0-15,-27 1 0,26-27 16,-26 26-16,26-26 0,1 0 15,-1 0-15,0 0 0,0 0 16,1-26-16,-1-27 0,0 53 16,1-26-16,-27-1 0,26 1 0,0 0 15,-26-1-15,0 1 0,0-27 0,0 27 16,0 0-16,0 0 0,0-1 0,-26 1 16,26 0-16,-53-1 0,53 1 0,-52 0 15,25-1-15,1 1 0,0 0 0,0-1 16,-1 27-16,1-26 0,0 26 0,-1 0 15,1 0-15,0 53 16,26-27-16</inkml:trace>
  <inkml:trace contextRef="#ctx0" brushRef="#br0" timeOffset="41283.37">31209 5552 0,'26'26'0,"0"-26"16,1 0-16,-1 0 0,0 0 16,1 0-16,-1-52 0,0 52 0,1 0 15,-27-27-15,26 27 0,-26-26 0,26 26 16,-26-26-16,26 0 0,-26-1 15,0 1-15,0 0 0,-52 26 16,52-27-16,-53 1 0,27 0 16,0 26-16,-1-27 0,1 27 15,0 0-15,-1-26 0,1 26 0,0 0 0,-1 0 16,1 0-16,0 0 0,-1 0 16,1 53-16,0-53 15,26 26-15,-26-26 0,26 26 0,-27-26 16,27 27-16,0-1 0,0 0 15,-26-26-15,26 27 0,0-1 0,0 0 16,0 0-16,0 1 0,0-1 16,0 0-16,0 1 0,53-27 15,-53 26-15,0 0 0,26-26 0,-26 27 16,26-27-16,-26 26 0,26-26 0,1 0 16,-1 0-16,0 0 0,1 0 15,-1 0-15,0-26 0,1 26 16,-1-53-16,0 27 0,1-1 15,-1 1-15,-26 0 0,26-1 0,-26-25 0,27 26 16,-27-27-16,26 0 0,-26 27 16,0-27-16,0 1 0,0-1 0,0 0 15,0 1-15,0 26 0,-53-27 0,53 27 16,0-27-16,-26 27 0,0-1 16,-1 27-16,27-26 0,-26 26 15,26 26 32,0 1-31,0-1-16,0 0 15,0 1-15,0-1 0,26 0 16,-26 1-16,0-1 0,0 0 0,0 0 16,0 1-16,0-1 0,27 0 15,-27 1-15,0-1 0,0 0 16,0 1-16,0-1 0,26 0 0,-26 1 15,26-1-15,-26 0 0,0 1 16,0-1-16,27 0 0,-27 0 16,26-26-16,-26 27 0,0-1 0,26-26 0,0 26 15,1-26 1,-1 0-16,0 0 0,1 0 16,-1-52-16,0 25 15,1 1-15,-27 0 0,0-27 16,26 27-16,-26 0 0,0-1 0,0 1 15,26 0-15,-26-27 0,0 27 0,0-1 16,0 1-16,0 0 0,0-1 0,0 1 16,0 79 15,0-1-31,0-25 16,0-1-16,0 27 0,27-1 0,-27-25 15,0 25-15,26 1 0,-26-1 16,0-25-16,0 25 0,0 1 0,0-27 0,0 1 15,0 25-15,0-25 0,-26-1 16,26 0-16,-53-26 16,27 0-16,-1 0 0,-25-26 15,25 26-15,-25-53 0,-1 1 0,-26 25 16</inkml:trace>
  <inkml:trace contextRef="#ctx0" brushRef="#br0" timeOffset="42166.13">20630 7420 0,'27'-26'15,"-27"0"1,0-1 15,0 1-31,-27 26 16,27-26-16,-26 26 15,0 0 1,-1 0 0,27 26-1,-26-26-15,26 26 16,0 1 0,0-1-1,-26-26-15,26 26 16,0 1-16,0-1 15,0 0 1,0 0-16,0 1 16,0-1-16,0 0 15,0 1-15,0-1 16,0 0-16,0 1 0,0-1 16,26 0-16,-26 1 0,0-1 15,0 0-15,26-26 0,-26 27 0,0-1 16,27 0-16,-27 0 15,0 1-15,26-1 16,-26 0 0,-26-26 15</inkml:trace>
  <inkml:trace contextRef="#ctx0" brushRef="#br0" timeOffset="42547.18">20236 7841 0,'0'-26'31,"26"26"-15,0-26-16,1 26 15,-1 0-15,0-27 0,0 27 0,1 0 16,25 0-16,-25-26 0,-1 26 15,0 0-15,1 0 0,-1 0 0,0 0 16,1 0-16,-1 0 0,0 0 16,1 0-16,-1 26 0,0-26 15,-26 27-15,27-27 0,-27 52 16,26-25-16,0-1 16,-26 0-16,0 0 15,0 1-15,26-27 0,-26 26 0,0 0 16,0-78 31,0-1-47,0 27 0,0 0 15,0-27-15,27 27 0,-27-27 16,26 27-16,0-27 0,1 27 0,-1-1 16,0 1-16</inkml:trace>
  <inkml:trace contextRef="#ctx0" brushRef="#br0" timeOffset="42997.31">21446 7683 0,'0'-26'0,"-53"26"16,53 26 30,0 1-30,0-1 0,0 0-16,0 1 15,0-1-15,0 0 16,0 1-16,0-1 0,0 0 16,53 0-16,-27 1 15,1-27-15,-1 0 0,0 26 16,1-26-16,-1 0 0,0 0 0,1 0 15,-1 0-15,0 0 0,1 0 16,-1-26-16,0 26 0,-26-27 16,26 27-16,-26-26 0,0-26 15,0 25-15,0 1 16,0 0-16,-26-1 0,26 1 16,-52 0-16,52-1 0,-53 27 0,53-26 15,-26 26-15,-1-26 0,1 26 0,0 0 16,26-27-16,-27 27 0,1 0 15,0 0-15,26 53 16,-27-53-16,27 26 0</inkml:trace>
  <inkml:trace contextRef="#ctx0" brushRef="#br0" timeOffset="43866.08">22025 7578 0,'0'26'0,"0"1"15,0-1 1,0 0-16,0 1 16,26-1-16,-26 0 0,27 1 0,-27-1 15,26 0-15,-26 1 0,26-27 0,-26 26 16,0 0-16,27-26 0,-27 26 0,0 1 15,0-1 1,0-52 31,-53-27-47,53 27 16,-26 0-16,26-1 0,0 1 0,0 0 15,0-1-15,0 1 0,-27 0 0,27-1 16,0 1-16,0 0 15,53-1 1,-27 27-16,1-26 16,-1 26-16,0 0 15,0 0 1,-26 53 0,27-53-16,-27 26 15,0 0-15,0 1 0,26-27 16,-26 26-16,0 0 0,0 1 15,26-1-15,-26 0 0,0 1 16,0-1-16,0 0 16,0 0-1,-26-26 1,26-52 0,-26 26-16,26-1 15,-27 1-15,27 0 0,0-1 16,0 1-16,0 0 0,0-1 0,0 1 15,0 0-15,53-1 16,-27 1-16,1 26 16,25 0-16,-25 0 15,-1 0-15,0 0 0,1 0 16,-1 0-16,0 0 0,1 0 0,-1 26 16,0-26-16,1 0 0,-1 27 15,0-27-15,0 26 0,-26 0 0,27 1 0,-1-1 16,0 0-16,1 1 15,-27-1-15,26-26 0,-26 26 0,26 1 16,1-1-16,-1-26 16,0 0-1,1 0-15,-27-26 16,26 26-16,-26-53 0,26 53 0,1-26 16,-27-1-16,26 1 0,-26 0 0,26-1 15,-26 1-15,26 0 0,-26-1 0,0 1 16,27 0-16,-27-1 0,0 1 0,0 0 15,0 0-15,0-1 0,0 1 16</inkml:trace>
  <inkml:trace contextRef="#ctx0" brushRef="#br0" timeOffset="49081.33">25393 7710 0,'0'26'0,"27"-26"15,-27-26 48,0-1-48,0 1-15,-27 0 16,-25-1-16,25 27 16,1 0-16,0 0 15,-1 0-15,1 0 0,0 0 16,-1 0-16,1 0 0,0 0 15,26 27-15,-27-27 0,1 26 16,26 0-16,-26-26 16,-1 27-16,27-1 15,-26-26-15,26 26 0,0 1 16,0-1-16,-26-26 16,26 26-16,0 1 0,0-1 15,52-26 1,-25 0-16,-1 0 15,27 0-15,-27 0 16,0 0-16,1-26 0,-1-1 16,0 27-16,1-52 0,-1 52 15,-26-27-15,26-25 0,-26 25 0,27 1 16,-27-27-16,26 27 0,-26-27 0,0 27 16,0-26-16,0 25 0,0-25 0,0-1 15,0 27-15,0-1 0,0 1 0,-26 0 16,26-1-16,0 1 0,0 0 15,-27 26-15,27 52 32,-26-52-32,26 27 0,0 25 15,0-25-15,0-1 0,0 0 0,0 1 16,0-1-16,0 0 0,0 1 0,0-1 16,26 0-16,-26 0 0,0 1 0,53-1 15,-53 0-15,26 1 0,1-1 0,-27 0 16,26 1-16,0-1 0,0 0 0,1 1 15,-27-1-15,26-26 0,0 26 0,1-26 16,-1 27-16,0-27 0,-26 26 16,27-26-16,-1 0 0,0 0 15,1 0-15,-1 0 0,0 0 16,-26-26-16,27 26 0,-1-27 0,0-25 16,1 25-16,-27 1 15,26 26-15,-26-26 0,0-1 0,26 27 16,-26-26-16,0 0 0,0-1 15,0 1-15,0 0 16,-26 26-16,0 0 16,-1 0-1,1 0-15,0 0 16,26 26-16,-27-26 16,1 0-16,26 26 0,-26-26 0,-1 27 15,1-1-15,26 0 0,-26 1 0,26-1 16,-27 0-16,27 1 0,-26-27 0,26 26 15,0 0-15,0 1 0,0-1 16,0 0-16,53-26 0,-27 0 16,27 0-16,-27 0 15,0 0-15,1-26 0,-1 26 0,0-26 16,1 26-16,-1-53 0,0 53 16,0-26-16,1-1 0,-27 1 0,26 26 15,-26-26-15,0-1 0,0 1 0,0 0 16,26-1-16,-26 1 15,0 0 1,0 78 15,0 1-15,27-27 0,-27 1-16,26-27 0,-26 26 0,0 0 15,26 1-15,1-27 16,-27 26-16,26 0 0,0 1 15,1-27-15,-1 0 16,0 0 0,1 0-1,-27-27-15,26 1 0,-26-27 16,26 27-16,-26 0 0,0-1 16,0 1-16,26 0 0,-26-27 0,0 27 15,0-27-15,0 1 0,0-1 0,0 0 16,0 1-16,0-1 0,0 0 0,-52 1 15,52-1-15,0 27 0,-26-27 0,26 27 16,-27 0-16,27-1 16,-26 27-1,26 27 17,0-1-17,0 27-15,0-27 16,0 0-16,0 0 0,0 1 0,0-1 15,0 0-15,0 1 0,0 25 0,0-25 16,0 25-16,0 1 0,0-27 16,0 27-16,0-27 0,0 27 0,0-27 15,0 0-15,0 1 0,0-1 0,0 0 0,0 1 16,53-54 31,-27 1-47,26 26 0,-25-53 15,25 53-15,1-26 0,0 0 0,-1 26 16,1-27-16,-27 27 0,27-26 0,-27 26 16,1 0-16,-1 0 0,0-26 0,0 26 15,-52 0 32,0 0-31,0 0-1,-1 0-15,1 0 0,0 26 0,-1-26 16,1 26-16,0-26 16,26 27-16,-27-27 0,27 26 15,-26-26-15,26 26 0,-26 1 0,26-1 16,0 0-16,0 1 16,0-1-16,0 0 0,0 1 0,0-1 15,26-26-15,-26 26 0,26-26 16,1 0-16,25 0 15,-25 0-15,-1 0 0,0 0 0,1-26 16,-1 0-16,0 26 0,0-27 16,1-25-16,-27 25 0,0 1 15,26 0-15,-26-1 16,0 1-16,0 0 0,0-1 0,0 1 16,0 0-16,-53 26 0,53-26 15,0 52 48,0 0-48,0 0-15,0 1 0,27-27 16,-27 26-16,26 0 16,-26 1-16,26-1 0,1-26 0,-27 26 15,26 1-15,0-27 0,1 26 0,25 0 16</inkml:trace>
  <inkml:trace contextRef="#ctx0" brushRef="#br0" timeOffset="49364.32">28025 7183 0,'0'53'47,"0"-27"-47,0 1 0,0-1 16,0 27-16,26-27 0,-26 27 0,0-27 16,0 26-16,26 1 0,-26-27 0,0 27 15,27-27-15,-27 1 0,0 25 0,0-25 16,0-1-16,0 0 0,0 1 0,0-1 15,0 0-15,0 0 0,0 1 0,0-1 16,26-26-16</inkml:trace>
  <inkml:trace contextRef="#ctx0" brushRef="#br0" timeOffset="49666.07">28183 7815 0,'0'-26'0,"0"-1"0,0 1 15,0 0-15,0-1 0,0 1 0,-53 0 16,53-1-16,0-25 0,0 25 0,0 1 15,0-26-15,0 25 0,0-25 0,0 25 16,0 1-16,0 0 0,0-1 0,26 1 16,-26 0-16,27 26 0,-1 0 15,0 52 1,-26-25 0,0-1-16,0 27 15,0-27-15,0 0 0,0 1 16,0-1-16,0 0 0,0 0 15,0 1-15,0-1 0,-26 0 16,0-26 0,-1 0-16,1 0 15,26-26 1</inkml:trace>
  <inkml:trace contextRef="#ctx0" brushRef="#br0" timeOffset="50098.46">28709 7420 0,'0'-26'15,"-26"26"1,26-26-16,-27 26 16,1 0 15,26 26-31,-26 0 15,26 1 1,0-1-16,0 0 0,-27-26 16,27 26-16,0 1 0,0-1 15,0 0-15,0 1 16,0-1-16,27-26 0,-27 26 16,52 1-16,-25-27 15,-1 0-15,0 0 16,0 0-16,1 0 0,-1 0 15,0-27-15,1 27 0,-27-26 0,26 26 16,0-53-16,-26 27 0,0 0 16,27-1-16,-27 1 0,0 0 0,0 0 0,0-1 15,0 1-15,0 0 0,0-1 16,-53 1-16,53 0 0,-26 26 0,26-27 0,-53 27 16,27-26-16,-1 26 0,-25 0 15,26 0-15,-1 0 0,1 0 0,26 53 16,-26-53-16,-1 0 0,27 26 0,-26-26 15,26 26-15,0 1 0</inkml:trace>
  <inkml:trace contextRef="#ctx0" brushRef="#br0" timeOffset="50431.05">29104 7262 0,'-27'0'0,"1"0"16,26 27 47,0-1-63,0 0 15,0 1-15,0-1 0,0 0 16,0 1-16,0-1 15,0 0-15,0 0 16,0 1-16,53-1 16,-53 0-16,0 1 15,26-27 1,-26 26-16,26-26 0,0 0 16</inkml:trace>
  <inkml:trace contextRef="#ctx0" brushRef="#br0" timeOffset="50580.4">29235 7131 0,'-26'-27'0,"26"1"0,-53 0 16,53 0 0,-26 26-16</inkml:trace>
  <inkml:trace contextRef="#ctx0" brushRef="#br0" timeOffset="51685.97">29419 7262 0,'0'27'31,"0"-1"-31,0 0 16,0 1-16,0-1 0,0 27 16,0-27-16,0 0 0,0 0 0,0 1 15,0-1-15,0 0 0,0 1 16,0-1-16,0-52 47,0-1-32,0-25-15,0 25 16,0 1-16,0-26 0,0 25 0,0 1 16,27 0-16,-27-1 0,0 1 0,52 0 15,-52-1-15,27 1 0,-27 0 16,26 26-16,0 0 16,1 0-1,-27 26-15,26-26 0,-26 53 0,26-53 16,0 52-16,-26-25 0,27-1 0,-27 0 15,26 1-15,0-1 0,-26 0 16,0 0-16,27 1 0,-27-1 16,26-26-16,-26 26 0,26-26 15,1 0-15,-1 0 16,0-52-16,1 52 16,-1-27-16,-26 1 0,26 0 15,1 0-15,-27-1 0,26 1 0,0-27 16,-26 27-16,27-27 0,-27 1 0,0-1 15,0 0-15,0 1 0,0-1 0,0 1 16,0-1-16,0-26 0,0 26 0,-27 1 16,27-1-16,0 1 0,-26 25 0,26 1 15,-26 0-15,26-1 0,-27 1 0,1 26 16,26-26-16,-26 26 0,26 26 62,0 0-46,0 1-16,0-1 16,0 0-16,0 1 15,26-27-15,-26 26 0,0 0 16,26 0-16,-26 1 0,0-1 16,27-26-16,-27 26 0,0 1 0,0-1 15,26 0-15,-26 1 0,26-1 0,-26 0 16,0 1-16,0-1 0,27-26 0,-27 26 15,0 1-15,0-1 0,0 0 0,26 27 16,-26-27-16,0 0 0,0 1 0,0-1 16,26 0-16,-26 1 0,0-1 0,0 0 15,26 1-15,-26-1 16,0 0-16,0 1 0,0-1 16,0 0-1,-26-26-15,26-52 47,0 25-47,0 1 16,0 0-16,0-1 0,26 1 0,-26 0 15,0-1-15,53 1 0,-53 0 16,53-1-16,-53 1 0,26 0 0,0 26 16,1-27-16,-1 1 0,-26 0 0,0 0 15,26-1-15,-26 1 0,0 0 16,0-1-16,0 1 0,0 0 15,-26 26-15,0 0 16,26 26 0,-27-26-16,1 53 0,26-27 0,-26 0 15,26 1-15,-27 25 0,27-26 0,0 1 16,0-1-16,0 0 0,0 1 0,0-1 16,0 0-16,0 1 15</inkml:trace>
  <inkml:trace contextRef="#ctx0" brushRef="#br0" timeOffset="53047.3">14078 9709 0,'-26'0'15,"26"27"1,52-27 93,-25 0-93,-1 0-1,0 0-15,1 0 16,-1 0-16,0 0 16,1 0-16,-1 0 0,0 0 15,0 0-15,1 0 0,-1 0 16,0 0-16,1 0 0,-1 0 16,0 0-16,1 0 0,-1 0 0,0 0 15,1 0-15,-1 0 0,0 0 0,1 0 16,-1-27-16,0 27 0,1 0 15,-1 0-15,0 0 16,-26-26 31,0 0-31,0-1-16,0 1 15,0 0-15,-26 26 16,26-26-16,-26 26 15,26 26 32,0 0-31,0 0-16,0 1 16,26-1-16,-26 0 15,26 1-15,0-1 0,1-26 16,-27 26-16,0 1 15,-27-27 32,-25 0-47,26 0 16,-27 0-16,27 0 0,-27 0 0,0 0 16</inkml:trace>
  <inkml:trace contextRef="#ctx0" brushRef="#br0" timeOffset="54332.13">16657 9709 0,'-53'0'94,"27"0"-94,-27 0 15,27 0-15,0 0 0,-1 0 0,1 0 16,0 27-16,-1-27 0,1 0 0,0 26 16,-1-26-16,1 26 0,26 1 15,-26-27-15,26 26 16,-27-26-16,27 26 15,0 1-15,0-1 16,0 0-16,0 1 16,0-1-16,27 0 15,-27 0-15,52-26 0,-25 27 16,-1-27-16,0 26 16,1-26-16,-1 0 0,0 0 0,1 0 15,-1 0-15,27 0 0,-27 0 0,0 0 16,27 0-16,-27 0 0,0-26 0</inkml:trace>
  <inkml:trace contextRef="#ctx0" brushRef="#br0" timeOffset="54803.06">16709 9815 0,'53'0'16,"-27"0"-16,1 0 15,-1 0-15,-26-27 16,26 27-16,1 0 0,-1 0 16,0 0-1,1 0-15,-1 0 16,0 27-16,1-27 0,-1 26 15,-26 0-15,26-26 0,-26 27 16,26-27-16,1 26 0,-27 0 16,26-26-16,-26 27 15,0-1-15,0 0 16,0 0-16,0 1 16,-26-1-16,26 0 15,-27-26-15,1 0 31,26-52-31,0 25 16,-26-25-16,26 26 16,0-1-16,0 1 0,0 0 0,0-1 15,0 1-15,52 0 0,-52-1 0,53 1 16,0 0-16,-27 26 16,0-27-16,1 27 0,-1 0 0,0 0 0</inkml:trace>
  <inkml:trace contextRef="#ctx0" brushRef="#br0" timeOffset="55129.71">17630 10025 0,'27'0'16,"-27"-26"-16,26 26 0,0-26 16,1-27-16,-1 53 0,-26-26 15,26-1-15,1 27 0,-1-26 0,0 0 16,-26-1-16,27 27 15,-27-26-15,-27 26 32,1 0-17,-27 0 1,27 26-16,0-26 0,-1 27 16,1-27-1,26 26-15,0 0 0,0 1 16,0-1-16,53 0 0,-27 1 15,-26-1-15,53-26 0,-1 26 16,-25-26-16,-1 26 0,27-26 0,-1 0 16,-26 0-16</inkml:trace>
  <inkml:trace contextRef="#ctx0" brushRef="#br0" timeOffset="56172.17">18525 9894 0,'0'-27'47,"0"1"-31,0 0 0,0-1-1,0 1-15,-26 26 16,0 0-1,-27 0-15,27 0 16,-1 0-16,1 0 0,0 0 16,26 26-16,-27-26 0,1 0 0,26 27 15,-26-27-15,26 26 0,-27 0 16,27 1-16,0-1 0,0 0 16,0 1-1,0-1-15,0 0 0,0 0 16,0 1-16,27-27 15,-27 26-15,26-26 0,27 0 16,-27 0-16,0 0 0,1 0 16,-27-26-16,26 26 0,0-27 0,1 27 15,-27-52-15,26 52 0,-26-26 0,26-1 16,-26 1-16,0 0 0,0-1 0,26 1 16,-26 0-16,0-1 15,0 1-15,-52 26 16,52-26-16,0 78 47,0-25-47,0-1 15,26 0-15,-26 1 16,53-1-16,-27 0 16,-26 1-16,26-27 0,1 26 15,-1 0-15,0 0 16,1-26-1,-1 0 1,0-52-16,1 52 16,-27-26-16,26-1 0,0 1 15,1-27-15,-27 27 0,26 0 0,-26-1 16,0 1-16,26 0 0,-26-1 16,0-25-16,0 25 0,0-25 0,0 26 15,0-27-15,0 0 0,0 27 0,0-27 16,-52 1-16,52 25 0,0 1 0,-27-27 15,27 27-15,-26 26 0,26-26 0,-26 0 16,-1 26 0,1 0-16,0 0 0,-1 26 15,1-26-15,26 26 16,-26-26-16,26 26 16,0 1-1,0-1-15,0 0 16,0 1-16,0-1 15,0 0-15,26-26 0,-26 27 0,0-1 16,26 0-16,-26 1 0,0-1 16,27-26-16,-27 26 0,26 1 0,-26-1 15,26 0-15,-26 0 0,0 1 16,27-1-16,-27 0 0,0 1 16,26-27-16,-26 26 0,0 0 15,26 1-15,-26-1 0,27 0 16,-27 1-16,26-27 0,-26 26 0,0 0 15,26-26-15,-26 27 0,26-1 0,1-26 16,-27 26-16,26-26 0,0 26 16,1-26-1,-1 0-15,0-52 16,-26 26-16,27 26 16,-27-53-16,0 27 0</inkml:trace>
  <inkml:trace contextRef="#ctx0" brushRef="#br0" timeOffset="56346.36">18867 9709 0,'-26'-26'0,"0"26"16,26-26 0,0-1-16,0 1 15,0 0-15,52 26 16,1-26-16,-27 26 0,0 0 16,1 0-16,-1 0 0,0 0 0,1 0 15,25 0-15,-25 0 0,-1 0 0,-26 26 16,26-26-16,1 0 0</inkml:trace>
  <inkml:trace contextRef="#ctx0" brushRef="#br0" timeOffset="56613.42">19551 9841 0,'27'0'0,"-27"-26"15,26 26-15,-26-53 0,26 27 16,-26-1-16,0 1 0,0 0 15,0-1-15,0 1 0,0 0 16,-26 26-16,0 0 16,-1 0-16,-25 0 15,25 26-15,1 0 16,0-26-16,26 27 0,-26-27 0,-1 52 16,27-25-16,-26-1 15,26 0-15,0 1 0,0-1 16,0 0-16,0 1 0,53-1 15,-53 0-15,52-26 0,1 0 0,-27 27 16,27-27-16,-1 0 0,27 0 0</inkml:trace>
  <inkml:trace contextRef="#ctx0" brushRef="#br0" timeOffset="57229.82">20867 9762 0,'0'-26'31,"53"26"-31,-53-27 16,26 27-16,-26-26 0,26 0 15,-26-1-15,0 1 16,0 0-16,-52 26 16,52-26-16,-27 26 0,-25 0 15,26 0-15,-1 0 16,1 0-16,0 0 16,-1 0-16,1 26 15,0-26-15,-1 26 0,1-26 16,26 26-16,-26 1 0,26-1 0,-27 0 15,27 1-15,0-1 0,0 0 16,0 1-16,0-1 16,0 0-16,0 1 0,27-27 15,-1 26-15,27-26 16,-27 0-16,0 0 16,1 0-16,-1 0 0,0 0 0,1-26 15,-1 26-15,0-27 0,0 27 0,1-26 16,-1 26-16,-26-53 0,26 53 0,-26-26 15,27 0-15,-27-1 0,0 1 16,0 0-16,0-1 0,0 1 16,-27 26 31,27 26-47,0 27 15,0-27-15,0 1 16,27-1-16,-27 0 0,52-26 15,-52 27-15,53-1 0,0-26 0,-27 26 16</inkml:trace>
  <inkml:trace contextRef="#ctx0" brushRef="#br0" timeOffset="59579.96">22393 9867 0,'27'27'16,"-27"-54"62,0 1-78,0 0 16,0-1-16,0 1 0,0 0 15,0-1-15,0 1 0,0 0 16,0-1-16,0 1 0,0 0 16,0 0-16,0-1 0,26 1 15,0 26 1,1 0-16,25 0 16,-25 0-16,-1 0 15,-26 26-15,26-26 0,-26 27 0,27-27 16,-27 52-16,26 1 0,-26-27 15,0 0-15,0 1 0,0-1 16,0 0 0,0 1-16,0-54 47,-26 27-47,26-26 0,0-27 15,0 27-15,0 0 16,0-1-16,0 1 0,0 0 0,0 0 15,0-1-15,0 1 0,26 0 16,-26-1-16,26 27 0,-26-26 16,26 26-16,1 0 15,-1 0-15,0 0 0,1 0 0,-1 0 0,0 53 16,1-53-16,-27 26 0,26-26 16,-26 26-16,26 1 0,-26-1 0,27 0 15,-27 0-15,0 1 0,26-27 16,-26 26-16,0 0 0,26-26 0,-26 27 15,27-27-15,-27 26 0,26-26 0,-26 26 16,26 1-16,0-1 16,1-26-16,-27 26 15,26-26-15,0 0 0,1 0 0,-1 0 0,0 27 16,1-27-16,-1 0 16,0 0-16,1 0 0,-1 0 0,0-53 15,1 27-15,-1-1 16,-26 1-16,26 26 0,-26-26 15,0-1-15,0 1 0,0 0 16,0-1-16,0 1 0,0 0 0,0 0 16,-26-1-16,26 1 15,-53 26-15,27 0 0,0 0 16,-1 0-16,1 0 0,0 0 16,-1 0-16,1 26 0,0-26 15,-1 27-15,1-1 0,0-26 16,26 26-16,-27 0 0,27 1 15,-26-1-15,26 0 0,-26 1 0,26-1 16,0 0-16,0 1 0,0-1 16,52-26-16,-52 26 15,53-26-15,-27 0 0,1 0 0,-1 0 16,27 0-16,-27 0 0,0 0 16,1 0-16,25-26 0,-25 26 0,-1-53 0,0 27 15,-26 0-15,27-1 0,-27 1 16,26 26-16,-26-26 0,0-1 0,0 1 15,0 0-15,0 0 0,0-1 16,0 1-16,0 0 16,-26 26-16,26 26 31,-27-26-31,27 53 16,0-27-16,0 0 0,0 0 15,0 1-15,0-1 0,0 0 0,27 1 16,-27-1-16,52 0 15,-26 1-15,1-27 16,-1 0-16,0 0 0,1 0 0,-1 0 16,0 0-16,1 0 0,-1-27 15,0 27-15,1-26 16,-1-27-16,0 27 0,-26 0 16,0-1-16,27 1 0,-27-26 0,0 25 15,0-25-15,0-1 0,0 27 0,0-27 16,0 0-16,0 1 0,0-1 0,-27 1 15,27-1-15,0 0 0,-26 1 0,26 25 16,0-25-16,-26 25 0,26 1 0,-27 0 16,27-1-16,-26 27 15,0 53 1,-1-27 0,27 1-1,0-1-15,0 0 16,0 1-1,0-1-15,0 0 0,0 1 0,27-27 16,-27 26-16,0 0 0,26 1 16,-26-1-16,26 0 0,-26 0 0,27 1 15,-1-1-15,0 0 0,-26 1 0,27-1 16,-27 27-16,0-27 0,26 0 0,-26 1 16,26-1-16,-26 27 0,0-27 0,0 0 15,26 0-15,-26 1 0,0-1 0,0 0 16,0 1-16,0-1 0,0 0 0,-52 1 15,52-1-15,-26-26 16,-1-53 0,27 27-1,-26 26-15,26-26 0,-26-27 16,26 27-16,0-1 16,0 1-16,0 0 15,26 26 1,0 0-1,1 0-15,-1 0 0,0 0 0,0 0 16,1-26-16,25 26 0,-25 0 0,-27-27 16,26 27-16,0 0 0,1-26 0,-1 0 15,-26-1-15,26 27 0,-26-26 16,0 0-16,0-1 16,0 1-16,0 0 15,-26 26-15,26-27 0,-53 27 16,27-26-16,0 26 15,-1 0-15,1 0 16,26 53-16,0-27 16,0 0-16,0 1 15,53-27-15,-53 26 0,26 0 16,-26 1-16,53-27 0,-53 26 16,26 0-16,0 1 0,1-1 15,-1 0-15,-26 0 0,26-26 16,-26 27-16,27-1 0,-27 0 15,26-26-15,-26 27 0,26-1 16,1-26-16,-27 26 16,26-26-16,0 0 15,0 0-15,1-52 16,-1 52-16,-26-27 0,26 27 0,1-26 16,-27 0-16,26-1 0,-26 1 0,0 0 15,0 0-15,0-1 0,0 1 0,0 0 16,0-1-16,0 1 0,0 0 0,0-1 15,0 1-15,-26 26 0,26-26 16,0 52 47,0 0-48,0 1-15,0-1 16,0 0-16,0 1 15,0-1-15,0 0 16,0 1-16,0-1 16,26-26-16,-26 26 0,0 0 15,26 1-15,1-1 16,-1 0 0,0-26-1,1-26 1</inkml:trace>
  <inkml:trace contextRef="#ctx0" brushRef="#br0" timeOffset="59729.96">24893 9209 0,'0'-26'0,"-26"-26"0,26 25 0,0 1 16,-26 0-16,26-1 0,0 54 31,26 25-16,0 1-15,-26-27 0,53 0 16</inkml:trace>
  <inkml:trace contextRef="#ctx0" brushRef="#br0" timeOffset="60263.26">25314 9262 0,'0'-26'16,"0"52"47,0 0-48,0 1-15,0-1 16,-52 0-16,52 1 0,0-1 15,-27 0-15,27 1 0,0-1 0,-26 0 16,26 1-16,-26-1 0,26 0 0,-27 0 16,1 1-16,26-1 0,-26 0 0,-1 1 15,27-1-15,-26-26 0,0 0 16,26 26-16,-27-26 16,1 0-16,26-26 15,-26-27-15,26 27 16,0 0-16,0-1 0,0 1 15,0-26-15,0 25 0,0 1 0,0 0 16,-26-1-16,26 1 0,0 0 0,0-1 16,0 1-1,0 79 1,52-1 0,-52-25-16,26-1 0,-26 27 15,53-27-15,-27 26 0,27-25 0,-27 25 16,1-25-16,25 25 0,-25-25 15,-1-1-15,0 0 0,1 1 0,-1-1 0,0-26 16,1 26-16,-1-26 16</inkml:trace>
  <inkml:trace contextRef="#ctx0" brushRef="#br0" timeOffset="61215.28">18367 10999 0,'0'26'16,"0"0"62,27-26-78,-1 0 15,0 0-15,1 0 0,-1 0 0,0 0 16,0 27-16,1-27 0,-1 0 0,0 0 16,1 0-16,-1 0 0,27 0 15,-27 0-15,0 0 0,1 0 0,25 0 16,-25 0-16,-1 0 0,0 0 0,27 0 15,-27-27-15,0 27 0,1 0 0,-1 0 16,0-26-16,1 26 0,-1-26 16,0 26-16,-26-27 0,0 1 15,0 0 1,0-1-16,-52 27 16,52-26-16,0 0 0,-27 26 0,27-26 15,-26 26-15,26-27 0,-26 27 16,26 27 15,52 25-31,-52-26 16,27 1-16,-27-1 0,26 0 15,-26 1-15,26-1 0,1 0 16,-27 1-16,0-1 0,-27-52 47</inkml:trace>
  <inkml:trace contextRef="#ctx0" brushRef="#br0" timeOffset="63446.21">21051 11499 0,'27'0'0,"-1"0"31,-26-53-31,26 27 16,1-1-16,-27 1 15,26 26-15,-26-26 0,0-1 0,0 1 16,0 0-16,0-1 0,-26 1 16,-1 0-16,-25 0 15,25 26-15,1 0 0,-27-27 16,27 27-16,0 0 0,-1 0 0,1 0 16,0 0-16,0 0 0,-1 0 0,1 0 15,0 0-15,26 27 16,-27-27-16,27 26 15,0 0-15,0 0 16,-26 1-16,26-1 0,0 0 16,0 1-16,0-1 0,0 0 15,-26 1-15,26-1 0,0 0 16,0 1-16,52-27 0,-52 26 16,27-26-16,25 0 15,-25 0-15,-1 0 0,0 0 0,0-26 16,1 26-16,-1-53 0,0 53 0,1-26 15,-1-1-15,0 1 0,1 0 0,-27-27 16,26 27-16,0-1 0,-26-25 0,27-1 16,-27 27-16,0-27 0,26 1 0,-26-1 15,0 27-15,0-27 0,0 27 0,0 0 16,0-1-16,0 1 0,-26 26 16,-1 0-1,1 26 1,26 1-16,-26-1 15,26 26-15,0-25 16,0-1-16,52 0 0,-52 1 16,27-1-16,-27 0 0,52 1 15,-52-1-15,27 0 0,-27 1 0,26-1 16,0 0-16,-26 0 0,26 1 16,1-1-16,-1 0 0,0-26 0,-26 27 15,27-1-15,-1-26 0,0 26 0,1-26 16,-1 0-16,0 27 0,1-27 0,25 0 15,-25 0-15,-1 0 0,0 0 0,27 0 16,-27 0-16,0 0 0,1 0 0,-1 0 16,0 0-16,1-27 0,-1 27 15,0-26-15,1 26 16,-1-26-16,0-1 16,-26 1-16,0 0 0,27 26 15,-27-27-15,0 1 0,0 0 16,0 0-16,0-1 15,-27 1-15,27 0 16,-26 26-16,26-27 0,-26 27 16,-1 0-16,1 0 15,0 0-15,-1 0 0,1 0 0,0 27 16,-1-27-16,-25 26 0,26-26 0,-1 53 16,-25-53-16,25 26 0,1 0 0,0 0 15,-1 1-15,27-1 0,-26 0 16,26 1-16,0-1 0,0 0 15,53-26-15,-53 27 0,52-27 16,-25 0-16,25 26 0,-25-26 0,25 0 16,1 0-16,-27 0 0,27 0 0,-27-53 15,27 53-15,-27-26 0,0 26 16,-26-26-16,27 26 0,-1-27 0,-26 1 16,0 0-16,0-1 0,26 27 15,-26-26-15,0 0 0,0 0 16,-52-1-1,52 54 32,0-1-47,0 0 16,0 0-16,0 1 0,0-1 16,0 0-16,52-26 15,-52 27-15,27-1 0,-1 0 16,0-26-16,0 0 15,1 0-15,-1 0 0,0 0 16,1 0-16,-1 0 0,-26-26 16,26 26-16,-26-26 0,27 26 0,-27-27 15,0 1-15,26 0 0,-26-1 0,0 1 16,26 0-16,-26 0 0,0-1 0,0-25 16,0 25-16,0 1 0,0-27 0,0 27 15,-52-27-15,52 1 0,0 26 0,-27-27 16,27 27-16,-26-27 0,26 27 0,-26-1 15,26 1-15,-27 0 0,27-1 0,-26 27 16,26-26-16,0 52 63,0 1-48,0-1 1,0 0-16,0 1 0,0-1 0,0 0 15,0 1-15,0-1 0,0 27 0,0-27 16,0 0-16,0 27 0,0-27 0,0 27 16,26-27-16,-26 27 0,0-27 0,0 0 15,0 1-15,0-1 0,0 0 0,0 0 16,0-52 15,53-26-15,-53 25-16,53 1 0,-27 0 0,0-27 15,1 27-15,25-1 0,-25 27 0,25-26 16,-25 0-16,25 26 0,-26 0 0,1 0 16,-1 0-16,0 0 0,1 0 0,-1 0 15,-52 0 48,-27 0-48,27 0-15,-1 0 16,1 0-16,0 0 0,0 26 16,-1-26-16,27 53 0,-26-53 15,26 26-15,-26 0 0,26 1 0,-27-27 16,27 26-16,0 0 0,0 1 0,0-1 16,0 0-16,0 0 15,0 1-15,53-27 0,-27 26 16,27-26-16,-27 0 0,0 0 15,1 0-15,25 0 0,-25 0 0,-1-26 16,0 26-16,1-27 0,-1 27 16,-26-52-16,26 52 0,-26-26 0,27-1 15,-27 1-15,0 0 0,0-1 0,0 1 16,0 0-16,0-1 0,-53 1 16,53 0-16,0-1 0,-26 1 0,-1 0 15,27 52 32,0 0-47,0 27 16,0-27-16,0 1 0,0-1 15,0 0-15,0 1 16,53-1-16,-53 0 0,0 1 0,26-1 16,-26 0-16,0 0 0,27 1 0,-27-1 0,26-26 15,0 26-15,1 1 16</inkml:trace>
  <inkml:trace contextRef="#ctx0" brushRef="#br0" timeOffset="64021.23">23604 10815 0,'0'26'46,"0"0"-30,0 0-16,26 1 0,-26-1 16,0 27-16,53-27 0,-53 27 0,0-27 15,0 27-15,0-27 0,26 26 0,-26 1 16,0-27-16,0 27 0,0-27 0,0 27 16,0 0-16,0-27 0,0 0 0,0 1 15,0-1-15,0 0 0,0 0 0,0-52 31,0 0-15,0-53-16,0 53 16,0-1-16,0 1 0,0-27 0,0 27 15,-53 0-15,53-27 0,0 27 0,0-27 16,-26 27-16,26-27 0,0 1 16,-26 25-16,26-25 0,0 25 0,0 1 0,0-27 15,0 27-15,0 0 0,0 0 0,0-1 16,0 1-16,52 0 0,-25 26 15,-1 0 1,0 0-16,1 0 0,-1 26 16,0 27-16,1-27 15,-27 0-15,0 0 0,0 1 0,26-27 16,-26 26-16,0 0 0,0 1 16,0-1-16,26-26 0,-26 26 0,0 1 0,0-1 15,0 0 1,-52-26-16,52 27 0,-27-27 15,-25 0-15,25 26 0,1-26 16,0 0-16,-1 0 0,1 0 16,26 26-16,53-26 31</inkml:trace>
  <inkml:trace contextRef="#ctx0" brushRef="#br0" timeOffset="64479.95">24235 10972 0,'0'-26'0,"0"0"16,0 52 46,0 0-46,0 1-16,0-1 0,-52 0 15,52 1-15,0-1 0,0 0 16,0 1-16,0-1 0,0 0 0,0 0 16,0 1-16,0-1 15,0 0-15,0 1 0,52-1 16,-25-26 0,-1 0-16,0 0 0,1-26 15,-1 26-15,0-53 0,1 53 16,-1-53-16,0 27 0,-26 0 0,27 0 0,-27-1 15,0 1-15,0 0 0,0-1 0,0 1 16,0 0-16,-27-1 0,27 1 0,-52 0 16,52-1-16,-27 27 0,1-26 0,-27 0 15,27 26-15,0 0 0,-1-26 16,1 26-16,0 0 0,-1 0 0,1 0 16,0 52-16,-1-52 15,27 26-15,-26-26 0,26 27 0,0 25 16,0-25-16,0-1 15,53-26-15,-53 26 0</inkml:trace>
  <inkml:trace contextRef="#ctx0" brushRef="#br0" timeOffset="64796.27">24683 10815 0,'0'26'32,"0"0"-1,0 0-15,0 1-16,0-1 15,0 0-15,0 1 0,0-1 16,0 0-16,0 1 0,0-1 15,0 0-15,0 1 0,26-1 0,-26 0 16,0 0-16,26 1 0,-26-1 16,0 0-16,27-26 15,-27 27-15,26-1 0,0-26 16,1 0 0</inkml:trace>
  <inkml:trace contextRef="#ctx0" brushRef="#br0" timeOffset="64933.14">24893 10762 0,'-26'-53'0,"26"27"0,-26 0 0,26-1 15,-27 1-15,27 0 0,-26 26 0,26-27 16,0 54 15,53-27-31</inkml:trace>
  <inkml:trace contextRef="#ctx0" brushRef="#br0" timeOffset="66139.49">25025 10841 0,'0'26'15,"-27"-26"-15,27 26 16,0 1-1,0-1-15,0 27 0,0-27 16,0 0-16,0 1 0,27-1 0,-27 0 16,0 27-16,0-27 0,0 0 0,0 1 15,0-1-15,0 0 0,0 1 0,0-1 16,0 0-16,26-26 31,-26-52-31,26 52 16,-26-27-16,27 1 0,-27 0 15,26-1-15,-26-25 0,26 26 0,1-1 0,-27 1 16,26-27-16,-26 27 0,26 0 0,-26-1 16,27 1-16,-27 0 0,0-1 15,26 27-15,-26-26 0,0 79 32,26-53-32,-26 52 15,0-25-15,27-1 0,-27 0 0,0 1 16,26-1-16,-26 27 0,0-27 0,26 0 15,-26 0-15,27-26 0,-27 27 0,26-1 16,0-26-16,-26 26 0,26-26 0,1 0 16,-1 0-16,0 0 15,1 0-15,-27-26 0,26 26 16,0-26-16,1-27 0,-27 27 16,26 0-16,-26-27 0,26 27 15,-26-27-15,0 27 0,0-27 0,27 0 16,-27 1-16,0-27 0,0 26 0,0-26 15,0 27-15,0-27 0,0 26 0,0-26 16,-53 27-16,53-1 0,0 27 0,-26-1 16,26 1-16,-27 0 0,27-1 0,-26 1 15,26 52 48,0 1-48,26-27-15,-26 26 0,27 0 16,-27 1-16,26-1 0,-26 0 16,26-26-16,-26 27 0,0 25 0,0-25 15,27-1-15,-27 0 0,0 27 0,0-27 16,0 27-16,26-27 0,-26 27 0,0-27 16,0 27-16,0-1 0,26-25 0,-26 25 15,0 1-15,0-1 0,0 1 0,0-27 16,0 27-16,-52 0 0,52-27 15,0 0-15,-27 0 0,27 1 0,0-1 16,-26-26-16,26 26 0,0-78 16,0-1-1,26 27-15,-26-27 0,0 27 16,27 0-16,-27-27 0,26 27 0,-26-1 16,53-25-16,-53 25 0,26 1 0,0 0 15,1 0-15,-27-1 0,26 27 0,0-26 16,0 0-16,1-1 0,-1 1 15,-26 0-15,26 26 0,-26-27 16,0 1-16,0 0 0,0-1 16,0 1-16,-26 0 15,26-1-15,-53 27 0,53-26 16,-26 26-16,0 0 16,26 26-1,0 27 1,0-27-16,0 1 0,0-1 15,0 27-15,0-27 0,26 0 0,-26 27 16,26-27-16,-26 27 0,27-27 0,-27 27 16,26-27-16,-26 27 0,26-27 0,1 0 15,-27 1-15,26 25 0,-26-25 0,26-1 16,-26 0-16,0 0 0,27 1 0,-27-1 16,0 0-16,26-26 15,-79 0 16,27 0-15,26-26-16,-26 26 0,26-26 0,0-27 16,0 27-16,0 0 0,0-1 15</inkml:trace>
  <inkml:trace contextRef="#ctx0" brushRef="#br0" timeOffset="66752.94">27104 11025 0,'52'0'62,"-25"0"-46,-1 0-16,27 0 0,-27 0 15,0 0-15,27 0 0,-1 0 16,-25 0-16,25 0 0,-25 0 0,-1-26 16,0 26-16,1-27 0,-1 27 0,0-26 15,1 0-15,-27-1 16,0 1-16,-27 0 15,-25 0-15,25 26 16,1 0 0,26 26-1,-26-26-15,26 52 0,0-25 16,0-1-16,0 0 0,-27 1 0,27-1 16,0 0-16,0 1 0,0-1 0,0 0 15,0 1-15,0-1 0,0 0 16,-26-26-1,26-26 1,0-27 0,0 27-16,0 0 0</inkml:trace>
  <inkml:trace contextRef="#ctx0" brushRef="#br0" timeOffset="67133.23">27946 10630 0,'26'0'16,"27"0"0,-27 0-16,0 0 15,1 0-15,-1 27 0,0-27 0,1 26 16,-1 27-16,0-27 0,0-26 0,-26 26 15,27 1-15,-27-1 0,26 0 16,-26 0-16,26 1 0,-26-1 0,0 0 16,0 1-16,27-1 0,-27 0 15,0 1-15,0-1 16,-53 0-16,27-26 0,26 27 16,-27-27-16,1 0 15,26-53-15,-26 53 0,26-26 16,0-1-16,0 1 0,-26-27 0,26 27 15,0 0-15,0-27 0,52 1 0,-52 25 16,53-25-16,-27 25 0,0-25 0,27 25 16,-27 1-16</inkml:trace>
  <inkml:trace contextRef="#ctx0" brushRef="#br0" timeOffset="67563.22">28683 10709 0,'0'-52'15,"-27"52"1,27-27-16,-26 1 16,26 79 31,0-27-47,-26 0 0,26 1 15,0-1-15,-27 0 0,27 1 0,0-1 16,0 0-16,0 0 0,0 1 15,0-1-15,0 0 0,0 1 16,27-1-16,-1 0 16,27-26-16,-27 0 0,0 0 15,0 0-15,27 0 0,-27 0 0,1-26 16,-1 26-16,0-26 0,1 26 0,-1-53 16,0 53-16,-26-26 0,27-1 15,-1 1-15,-26 0 0,0 0 16,0-1-16,0 1 0,0 0 15,-26-1-15,-1 1 16,27 0-16,-52-1 0,-1 27 0,27-26 16,-1 26-16,1 0 0,0-26 0,-1 26 15,1 0-15,0 0 0,0 0 0,-1 52 16,27 1 0,-26-53-16,26 26 0,0 1 15</inkml:trace>
  <inkml:trace contextRef="#ctx0" brushRef="#br0" timeOffset="68212.21">29340 10551 0,'0'-26'15,"-52"79"63,52-27-78,-27-26 0,27 26 16,0 1-16,-26-1 16,26 0-16,-26-26 0,26 27 0,0-1 0,-27 0 15,27 1-15,0-1 0,0 0 16,0 0-16,0 1 0,0-1 15,27 0-15,25 1 16,-25-27-16,-1 0 0,0 0 16,1 0-16,-1 0 0,0 0 0,1 0 15,-1-27-15,0 27 0,-26-26 0,27 26 16,-1-26-16,0-27 16,-26 27-16,27 26 0,-27-26 0,0-1 15,0 1-15,26 0 0,-26-1 0,0 1 16,0 0-16,-26 52 47,26 0-32,-27-26-15,27 53 0,0-27 0,-26 1 16,26-1-16,0 0 16,0 0-16,0 1 0,53-27 0,-53 26 15,26 0-15,26 1 0,-25-27 16,-1 0-16,0 0 0,1 0 15,-1 0-15,0 0 0,1-27 16,-1 1-16,-26-27 16,0 27-16,0 0 0,0 0 0,0-1 15,0 1-15,0 0 0,0-1 0,0 1 16,-26-27-16,26 27 0,0 0 0,-27-27 16,27 27-16,0-27 0,0 1 0,0 25 15,0 1-15,0-27 0,0 27 0,0 0 16,-52-1-1</inkml:trace>
  <inkml:trace contextRef="#ctx0" brushRef="#br0" timeOffset="69712.41">18867 12498 0,'-26'0'0,"26"27"0,-26-1 16,-1 0-1,1-26 1,0 0 124,-1 0-124,1 0-16,0 0 0,26 27 0,-27-27 16,1 26-1,52-26 235,1 0-250,25 26 16,-25-26-16,-1 0 0,27 0 0,-27 0 16,27 0-16,-1 0 0,-26 0 0,1 0 15,25 0-15,-25 0 0,-1 0 0,0 0 16,1 0-16,-1 0 0,0 0 15,1 0-15,-1 0 32,0 0-17,-26-26-15,27 26 0,-1 0 16,0 0-16,1 0 16,-1 0-16,-26-26 15,26 26-15,-26-27 31,0 1-15,0 0-16,-52 26 0,52-27 16,-27 1-16,27 0 15,-26 0-15,0-1 16,-1 27 0,27 27 15,53-27-16,-53 26-15,26-26 0,-26 52 0,27-25 16,-27-1-16,26 0 0,-26 1 0,26-27 16,-26 26-16,0 0 0,26 1 0,-26-1 15,0 0-15,0 1 0,0-1 16,-26-26 15,-26 0-31,25 0 16,1-26-16,0 26 0,-27-27 0</inkml:trace>
  <inkml:trace contextRef="#ctx0" brushRef="#br0" timeOffset="70678.99">21288 12683 0,'-26'0'31,"0"0"-15,-1 0-16,1 0 16,26 26-16,-26-26 15,-1 26-15,1 1 0,0-27 16,-1 26-16,1 0 16,0-26-16,26 27 15,-27-1-15,27 0 16,-26-26-16,26 26 0,0 1 15,0-1 1,26-26 0,-26 26-16,27-26 0,25 0 15,-25 0-15,25 0 0,-25 0 0,25 0 16,-25 0-16,25 0 0,-26 0 0,27-26 16,-27 26-16,1 0 0,25-26 0</inkml:trace>
  <inkml:trace contextRef="#ctx0" brushRef="#br0" timeOffset="71087.25">21630 12919 0,'27'0'16,"-1"0"-16,0 0 16,1 0-16,-1-52 0,0 52 15,0-26-15,1-1 16,-1 27-16,-26-26 15,0 0-15,0-1 16,0 1 0,-26 26-16,-1 0 15,1 0 1,0 0 0,26 26-1,-26-26-15,26 27 0,-27-1 16,27 0-16,0 1 15,-26-27-15,26 26 0,0 0 16,0 0-16,0 1 16,0-1-16,0 0 0,0 1 15,26-1-15,-26 0 16,27-26-16,-27 27 0,26-27 16,0 0-16,0 0 15,1 0-15,-1 0 0,0 0 0,1-27 16,-1 27-16,0-26 0,1 26 15,-27-53-15</inkml:trace>
  <inkml:trace contextRef="#ctx0" brushRef="#br0" timeOffset="71879.36">22025 12709 0,'0'-26'16,"26"78"15,-26-25-15,27-27-16,-27 52 0,26-52 15,-26 27-15,26-1 0,-26 0 0,0 0 16,27 1-16,-27-1 0,0 0 0,0 1 16,0-1-16,0 0 0,26-26 15,-26-26 16,26 26-15,-26-53-16,26 1 0,-26 25 16,27 1-16,-27 0 0,26 0 0,-26-1 15,26 1-15,-26 0 16,27 26 0,-1 26-1,0-26-15,1 53 16,-1-27-16,0-26 0,27 26 15,-53 0-15,26 1 0,1-1 0,-1-26 16,-26 26-16,26-26 0,-26 27 0,27-27 16,-1 0-16,0 0 31,0-27-31,1 27 0,-27-52 16,26 52-16,-26-53 0,26 27 15,-26 0-15,0-1 0,0 1 0,0 0 0,27-1 16,-27-25-16,0 25 0,0-25 15,0-1-15,0 0 0,0 1 0,0-1 16,-53 1-16,53-1 0,0 0 0,-26 1 16,26-1-16,-27 27 0,27-27 0,-26 53 15,26-26-15,0 0 0,-26 26 16,26 26 31,0 0-47,0 0 15,0 1 1,0-1-16,0 0 0,0 1 16,0-1-16,26 0 15,-26 1-15,0-1 0,26 0 0,-26 1 16,0-1-16,0 0 0,0 1 0,27-1 16,-27 0-16,0 27 0,26-27 0,-26 0 15,0 1-15,26 25 0,-26-25 0,0-1 16,27 27-16,-27-27 0,0 0 0,26 1 15,-26-1-15,0 0 0,0 0 16,0 1-16</inkml:trace>
  <inkml:trace contextRef="#ctx0" brushRef="#br0" timeOffset="72633.96">22867 12630 0,'0'-26'0,"-26"26"0,52 0 78,0 0-78,1 0 16,-1 0-16,0 0 0,1 0 15,-1 0-15,0 0 16,-26 52-16,27-52 0,-1 27 15,0-1-15,0 0 0,1 1 16,-27-1-16,26-26 0,-26 26 16,26 1-16,-26-1 0,0 0 15,0 0-15,0 1 0,0-1 16,0 0-16,0 1 16,-26-27-16,26-53 31,0 27-31,0-1 0,0-25 15,0 26-15,0-27 0,0 27 0,0-27 16,0 27-16,26-1 0,-26-25 16,0 25-16,53 27 0,-53-26 0,26 0 15,1 26-15,-1 0 16,0 0-16,-26 52 16,27-52-16,-1 27 15,-26-1 1,0 0 31,0 1-47,0-1 15,-26-26-15,26 26 0,0 1 16,0-1-16,0 0 16,0 1-16,0-1 0,0 0 15,26 0-15,27 1 16,-53-1-16,26-26 0,-26 26 0,26-26 15,1 27-15,-1-27 0,0 0 16,0-27 0,-26-25-1,27 52-15,-27-53 0,26 27 0,-26 0 16,26-27-16,-26 27 0,0-1 16,0 1-16,0-27 0,0 27 0,0 0 15,0-1-15,0 1 0,-26 0 0,-27-1 16,27 27-16,-26 0 15,25 0-15,27 27 16,-26-1-16,26 0 16,0 1-16</inkml:trace>
  <inkml:trace contextRef="#ctx0" brushRef="#br0" timeOffset="72929.74">23972 12630 0,'0'26'78,"0"1"-63,0-1-15,0 0 0,0 1 16,27-1-16,-27 0 0,0 1 16,26-1-16,-26 0 0,0 0 15,26 1-15,-26-1 16,0 0-16,26-26 0</inkml:trace>
  <inkml:trace contextRef="#ctx0" brushRef="#br0" timeOffset="73062.37">24104 12472 0,'0'-52'0,"0"25"15,-27 1-15,27 0 0,0-1 0,0 1 0,-26 26 16,26-26-16,0 78 31</inkml:trace>
  <inkml:trace contextRef="#ctx0" brushRef="#br0" timeOffset="74029.17">24472 12762 0,'0'-27'0,"27"27"0,-27-26 16,0 0-16,0-1 15,0 1-15,26 26 0,-26-26 16,0-1 0,-53 27-1,27 0-15,-27 0 16,27 0-16,0 0 0,-1 0 16,1 0-16,26 53 0,-26-53 0,-1 26 15,27 1-15,0-1 16,-26-26-16,26 26 15,0 1-15,0-1 0,0 0 16,0 1-16,0-1 0,0 0 16,0 0-16,26-26 0,-26 27 15,27-1-15,-1-26 16,27 0-16,-27 0 16,0 0-16,1-26 15,-1 26-15,-26-27 0,26 27 0,1-52 16,-27 26-16,26-1 0,0 1 0,-26-27 15,26 27-15,-26-27 0,0 27 0,0-27 16,0 27-16,0-27 0,0 27 0,0-26 16,0 25-16,0-25 0,-26 25 0,26 1 15,-52 0-15,52-1 16,-27 27-16,27 27 47,-26-27-47,26 26 15,0 0-15,0 1 16,0-1-16,0 0 16,-26 1-16,26-1 0,0 0 15,0 0-15,0 1 0,0-1 16,0 0-16,0 1 0,52-27 0,-52 26 16,0 0-16,0 1 0,27-1 0,-1 0 15,-26 1-15,26-1 0,0 0 16,-26 1-16,27-27 15,-27 26-15,26-26 0,0 26 16,1-26-16,-1 0 16,0 0-16,1-52 15,-1 52-15,0-27 0,1-25 16,-27 25-16,26 1 0,-26 0 0,0-1 16,0 1-16,0 0 0,0-1 0,0 1 15,0 0-15,0-1 0,0 1 0,0 0 16,0 0-16,0-1 15,-26 27-15,26 27 32,0 25-32,0-26 15,52 1-15,-52-1 0,0 0 0,27 27 16,-27-27-16,26 1 0,-26-1 16,26 0-16,-26 1 0,26-1 0,1 0 15,-27 1-15,0-1 0,26 0 0,-26 0 16,0 1-1,0-80 32,0 27-31</inkml:trace>
  <inkml:trace contextRef="#ctx0" brushRef="#br0" timeOffset="74446.06">25630 12762 0,'26'0'31,"27"0"-31,-27 0 0,1 0 16,25 0-16,-25 0 0,25 0 15,-25 0-15,25 0 0,-26 0 0,1 0 16,25 0-16,-25 0 0,25 0 0,-25 0 16,-1 0-16,0 0 0,-26-27 15,27 27-15,-27-26 0,0 0 16,0-1 0,0 1-16,-53 26 0,53-26 15,-26 26-15,-1 0 16,27-27-16,-26 27 0,0 0 0,26 27 31,0 25-31,-27 1 16,27-27-16,0 1 0,0-1 0,0 0 15,0 1-15,0-1 16,53-26-16</inkml:trace>
  <inkml:trace contextRef="#ctx0" brushRef="#br0" timeOffset="74881.39">27577 12498 0,'0'-26'0,"0"0"15,-26 0 1,0-1-16,-1 1 15,-25 26-15,25 0 16,1 0-16,0 0 16,-1 0-16,27 53 0,-26-53 0,26 26 15,-26-26-15,26 26 0,-26 0 0,26 1 16,-27-1-16,27 0 0,0 1 0,0-1 16,0 0-16,0 1 0,0-1 0,0 0 15,0 1-15,0-1 0,27-26 16,-27 26-16,52-26 0,1 0 0,-27 27 15,0-27-15,27 0 0,0 0 0,-27 0 16,27 0-16,-27-53 0,27 53 0,-27-26 16</inkml:trace>
  <inkml:trace contextRef="#ctx0" brushRef="#br0" timeOffset="75262.25">27867 12551 0,'0'-26'0,"-27"26"0,27-27 16,-26 27-16,26-26 15,0 79 32,0-1-47,-26-52 16,26 27-16,0-1 0,0 0 16,0 1-16,0-1 0,0 0 15,0 1-15,52-1 16,-25 0-16,-27 1 0,26-27 15,0 0-15,1 0 0,-1 26 0,0-26 16,1 0-16,-1 0 0,0 0 0,1-53 16,-1 53-16,-26-26 0,26 26 15,-26-53-15,27 27 0,-27 0 0,0-1 16,0 1-16,0 0 0,0-1 16,0 1-16,-27 0 0,27-1 15,-52 27-15,25-26 0,-25 0 0,25 26 16,-25 0-16,25-26 0,-25 26 0,25 0 15,1 0-15,0 0 0,0 0 0,-1 0 16,27 26 0,0 26-16,27-52 15,-27 27-15</inkml:trace>
  <inkml:trace contextRef="#ctx0" brushRef="#br0" timeOffset="76135.98">28340 12735 0,'27'27'0,"-1"-27"16,0 0 0,-26-53-16,27 53 0,-27-26 15,26 26-15,-26-53 0,26 27 0,-26-1 16,27 1-16,-1 0 0,-26-27 16,0 27-16,26-27 0,-26 27 0,0-27 15,0 1-15,0 25 0,0-25 0,0-1 16,0 27-16,-26-1 0,26 1 0,0 0 15,-53 0-15,53-1 0,-26 27 0,0-26 16,-1 26-16,1 0 16,0 0-1,-1 26 1,27 27 0,0-27-16,0 0 15,0 1-15,0-1 0,0 27 16,0-27-16,0 0 0,0 1 0,0-1 15,0 27-15,27-27 0,-27 0 0,0 1 16,26-1-16,-26 0 0,26 0 0,1 27 16,-1-27-16,0 1 0,1-27 0,-27 26 15,26 0-15,0-26 0,1 27 0,25-27 16,-25 0-16,-1 0 0,0 0 0,0 0 16,1 0-16,-1-27 0,0 27 15,-26-26-15,27 26 0,-27-53 0,26 53 16,-26-26-16,0 0 0,0-1 0,0 1 15,0 0-15,0-27 0,0 1 16,-26 25-16,26 1 16,0 0-16,-27 26 15,27 26 17,0 27-32,0-27 15,0 27-15,0-27 0,0 0 0,0 0 16,0 1-16,0-1 0,0 0 15,0 1-15,0-1 0,0 0 0,27 1 0,-1-1 16,0 0-16,1-26 16,-1 0-16,0 0 0,1 0 0,-1 0 15,0 0-15,1 0 0,-1-26 0,0 26 16,0-26-16,1 26 0,-27-53 16,26 53-16,-26-26 0,26-1 0,-26 1 15,0 0-15,0-27 0,0 27 0,0 0 16,0-1-16,0 1 0,0 0 0,0-1 15,-26 1-15,26 0 0,-26-1 16,-1 27 15,27 27-31,-26-1 16,26 27 0,-26-27-16,26 0 0,0 1 15,0-1-15,0 0 0,0 0 0,0 1 16,0-1-16,0 0 15,0 1-15,26-1 0,-26 0 16,26-26-16,-26 27 16,27-27-16,-1 0 15,0 0-15</inkml:trace>
  <inkml:trace contextRef="#ctx0" brushRef="#br0" timeOffset="76895.96">29498 12262 0,'-26'0'0,"26"52"15,0-25 1,26-1 0,-26 0-16,27-26 0,-27 27 15,26-1-15,-26 0 0,26-26 0,-26 26 16,27 1-16,-27-1 0,0 0 0,0 1 0,0-1 15,0 0-15,0 1 16,-27-27-16,1 0 31,26-27-31,-26 1 16,26-27-16,0 27 16,0 0-16,0-1 0,0 1 15,0 0-15,0 0 0,0-1 0,26 1 16,-26 0-16,0-1 0,26 27 15,-26-26-15,27 26 16,-27-26-16,26 26 16,0 0-1,0 0-15,1 0 0,-27 52 16,26-52-16,-26 27 0,26-27 0,1 52 16,-27-25-16,0-1 0,26 0 15,-26 0-15,0 1 0,0-1 0,0 0 16,0 1-16,0-1 15,0 0-15,0-78 47,-26 52-47,26-27 0,0 1 16,-27 0-16,27-1 0,0 1 0,0 0 16,0 0-16,0-1 0,0 1 0,0 0 15,0-1-15,27 27 0,-27-26 0,0 0 16,26 26-16,-26-27 0,26 27 15,-26-26-15,27 26 0,-1 0 16,0 0 0,1 0-16,-1 0 15,0 0-15,1 26 16,-1 1-16,-26 25 16,0-25-16,0-1 0,0 0 15,0 1-15,0-1 0,0 0 0,0 0 16,0 1-16,0-1 0,0 0 0,-26-26 15,26 27-15,0-1 0,0-52 47</inkml:trace>
  <inkml:trace contextRef="#ctx0" brushRef="#br0" timeOffset="77478.45">30209 12183 0,'0'26'47,"0"27"-15,26-53-32,-26 26 0,0 0 0,0 1 15,0-1-15,0 0 0,0 1 16,0-1-16,0 0 0,0 0 15,0 1-15,0-1 0,0 0 16,-26-26 0,26-52 15,0 25-31,0 1 0,0 0 16,0 0-16,0-1 0,0-25 15,0 25-15,0 1 0,0 0 0,0-1 16,0 1-16,0 0 15,0-1-15,52 27 0,-52-26 0,0 0 16,0-1 0,27 27-16,-1 0 15,0 0-15,1 0 16,-1 27-16,-26 25 16,26-52-16,-26 53 0,27-27 15,-27 1-15,26-1 0,-26 0 0,26 27 0,-26-27 16,27 1-16,-27 25 0,26-26 0,-26 1 15,0-1-15,26 0 0,0 1 16,1-1-16,-1-26 16,0 0-16,1 0 0,-1-53 15,0 53-15,-26-26 0,27 26 16,-1-53-16,-26 27 0,26 0 0,-26 0 16,0-1-16,0-25 0,27 25 0,-27 1 15,0 0-15,0-1 0,0-25 0,0 25 16,0 1-16,0 0 0,0-1 0,-53 1 15,53 0-15,0-27 0,-26 27 0</inkml:trace>
  <inkml:trace contextRef="#ctx0" brushRef="#br0" timeOffset="83446.06">16999 13709 0,'0'-26'31,"-26"26"0,-1 0-15,1 0-16,0 0 0,-1 0 16,1 0-16,0 0 0,-1 0 0,1 0 15,0 26-15,-1-26 0,1 0 0,0 26 16,0-26-16,-1 26 0,1 1 16,0-1-16,-1-26 0,27 26 15,-26-26-15,26 27 0,0-1 16,0 0-1,0 1-15,0-1 16,0 0-16,0 1 16,0-1-16,0 0 0,0 1 15,26-27-15,-26 26 0,0 0 16,27 0-16,-27 1 0,26-1 0,0 0 16,-26 1-16,27-1 0,-1 0 15,0 1-15,-26-1 0,26 0 16,-26 1-16,0-1 0,0 0 15,0 1-15,0-1 0,0 0 16,0 0-16,-26-26 0,26 27 0,-26-1 16,-27 0-16,1-26 15,25 27-15,1-27 0,0 0 16,-1 0-16,1 0 0,0 0 0,-1 0 16,1 0-16,0-27 15,-1 27-15,1-52 0,0 52 16,26-27-16,0 1 15,0 0-15,26 26 32,-26-26-32,53 26 0,-27 0 15,27 0-15,-27 0 16,0 0-16,1 0 16,-1 0-16,0 0 0,1 26 15,-1-26-15,-26 52 0,26-25 16,-26-1-16,0 0 0,27 1 15,-27-1-15,0 0 16,0 1-16,0-1 0,0 0 16,0 1-16,0-1 15,0 0-15,0 1 0,26-27 16,-26 26-16,0 0 0,52-26 0,-52 26 16,27-26-16,-1 0 0,0 27 0,1-27 15,-1 26-15,27-26 0,-27 0 0,27 0 16,-1 0-16,-25 0 0,25 0 0,1 0 15,-1 0-15,1 0 0,-27 0 0,1 0 16,25-26-16,-25 26 0,-1 0 16,-26-27 31,0 1-32,-26 0-15</inkml:trace>
  <inkml:trace contextRef="#ctx0" brushRef="#br0" timeOffset="86995.08">18762 14393 0,'26'0'78,"-26"26"-31,0 1-47,0-1 16,0 0-16,0 1 0,0-1 15,0 0-15,0 0 0,0 1 16,0-1-16,27 0 0,-27 1 16,0-1-16,0 0 0,0 1 0,0-1 15,26 0-15,-26 1 0,26-27 16,-26 26-16,27 0 0,-1-26 15,0 0-15,0 0 16,1 0-16,-27-52 0,26 52 0,0-27 16,1-25-16,-27 25 15,26 1-15,-26 0 0,0-1 0,0 1 16,0 0-16,0-1 16,-53 27-16,53-26 0,-26 26 15,26-26-15,0 0 16,0 52 46,0 26-62,0-25 16,0-1-16,0 0 16,0 1-16,0-1 0,0 0 15,26 1-15,-26-1 0,27 0 16,-1 1-16,0-27 15,1 0-15,-1 0 16,0 0-16,1 0 16,-1-27-16,0 27 0,1-52 15,-1 52-15,0-27 0,1 1 16,-1 26-16,-26-26 0,26 26 16,-26-27-16,26 27 0,-26-26 0,27 0 15,-27-1 1,0 1-16,0 0 0,0 0 0,0-1 15,-27 1 1,27 0-16,-26 26 0,0 0 16,-27 0-1,27 0-15,0 26 0,-1-26 16,27 53-16,-26-53 0,0 0 16,26 26-16,0 0 15,26 0 16,0-26-15,-26 27-16,53-27 16,-27 0-16,1 26 0,-1-26 15,0 0-15,0 26 0,1 1 16,-1-27-16,0 0 0,-26 26 16,27-26-16,-1 26 15,0-26-15,-26 27 0,27-27 16,-27 26-16,0 0 15,0 1-15,0-1 16,-27 0-16,27 1 16,-52-27-16,25 26 15,1-26-15,26-26 32,0-27-17,26 27-15,1-27 16,25 27-16,-25-1 15,-1 27-15,0-26 16,1 26-16,-1 0 0,0-26 0,1 26 0,-1 0 16,0 0-16,1-27 15,-27 1-15,26 26 16,-26-26-16,0-1 0,0 1 16,0 0-16,0 0 15,-26-1-15,-1 27 16,1 0-1,-27 0-15,27 0 0,0 0 0,-1 27 16,1-27-16,26 26 0,-26-26 16,26 26-16,-27-26 0,27 53 0,-26-27 15,26 0-15,0 1 0,0-1 16,0 0-16,0 1 0,0-1 16,0 0-16,53-26 0,-53 27 0,26-1 0,-26 0 15,53-26-15,-27 27 0,0-27 16,1 26-16,-1-26 0,27 0 0,-27 0 15,0 26-15,0-26 0,1 0 0,-1 0 16,0 0-16,1 0 0,-1 0 0</inkml:trace>
  <inkml:trace contextRef="#ctx0" brushRef="#br0" timeOffset="88662.91">20893 14840 0,'27'0'0,"-1"-52"15,-26 25-15,26 1 16,-26 0-16,27-1 15,-27 1 1,0 0-16,0-1 16,0 1-16,0 0 15,-27 26-15,27-26 0,-26 26 16,-27 0-16,27 0 0,0 0 16,0 0-16,-1 0 0,1 26 15,0-26-15,-1 0 0,27 26 16,-26-26-16,0 26 0,-1 1 0,27-1 15,-26 0-15,26 1 16,-26-27-16,26 26 0,0 0 0,0 1 16,0-1-1,52 0-15,-25 1 0,-1-1 16,0-26-16,27 0 0,-27 0 16,1 0-16,-1 0 0,0 0 0,0 0 15,1 0-15,-1 0 0,-26-26 0,26 26 16,-26-27-16,27 27 0,-27-52 0,0 25 15,26 1-15,-26 0 0,0-1 16,0 1-16,0 0 16,0-1-16,-26 27 15,26 27 32,-27-27-47,27 26 0,0 27 16,0-27-16,0 0 15,0 1-15,0-1 0,27 0 16,-27 1-16,52-27 16,-52 26-16,27-26 0,-1 0 15,0 0-15,1 0 0,-1 0 16,0 0-16,-26-26 0,27 26 16,-1-27-16,0-25 0,0 25 15,-26 1-15,0 0 0,0-1 16,27 27-16,-27-26 0,0 0 0,0-1 15,26 27-15,-26-26 16,26 26 15,1 53-15,-27-27-16,26-26 0,-26 26 16,26-26-16,-26 27 0,0-1 15,0 0-15,27 1 0,-27-1 16,0 0-16,0 1 15,0-1 1,-27-26 0,27-53-1,-26 53-15,26-26 0,0-27 16,0 27-16,0 0 16,0-1-16,0 1 0,0 0 0,26-1 15,-26 1-15,0 0 0,53 26 16,-53-26-16,26 26 0,1 0 0,-1 0 15,0 0-15,1 0 16,-1 0-16,-26 26 16,0 0-16,26-26 15,-26 26-15,0 1 0,0-1 16,27-26-16,-27 26 16,0 1-16,0-1 15,26-26-15,-26 26 0,26 1 16,0-27-16,-26 26 15,27-26-15,-1 0 0,0 0 16,1 0-16,-1 0 0,0 0 16,1-53-16,-1 27 0,-26-27 15,26 53-15,-26-26 0,0 0 16,0-1-16,0 1 0,0 0 0,0 0 16,0-1-16,0 1 15,-26 26 1,26-26-16,-26 26 31,26 52-31,0-25 16,-27-1-16,27 0 15,0 0-15,0 1 0,-26-27 0,26 26 0,0 0 16,0 1-16,0-1 16,53 0-16,-53 1 15,52-27-15,-25 0 16,-1 0-16,0 0 0,1 0 0,-1 0 15,0 0-15,0-27 0,1 1 16,-1-27-16,0 53 0,-26-26 16,27 0-16,-27-1 0,26 1 0,-26 0 15,26 0-15,-26-1 0,0 1 16,0 0 0,0 52 15,0 27-16,0-27-15,0 0 0,0 0 0,0 1 16,0-1-16,0 0 0,0 27 0,0-27 16,0 1-16,0 25 0,0-25 0,27-1 15,-27 27-15,0-27 0,26 0 0,-26 0 16,0 1-16,26-1 0,-26 0 16,0 1-16,0-1 0,0 0 15,-26-26 1,0 0-1,-27 0-15,27 0 16,-1 0-16,1 0 0,0 0 0,-1 0 16,27-26-16,-26 26 0,26-26 15,0-1-15,-26 27 0,26-26 16,0 0-16,0-1 0,0 1 0</inkml:trace>
  <inkml:trace contextRef="#ctx0" brushRef="#br0" timeOffset="89668.65">23551 14788 0,'27'0'0,"-1"0"0,0 0 16,0 0-16,1-53 16,-1 27-16,-26-1 15,0 1-15,0 0 16,-53-1-16,53 1 16,-26 26-16,26-26 0,-52 26 0,25-26 15,1 26-15,-27 0 0,27 0 0,0-27 16,-1 27-16,1 0 0,-27 0 0,27 0 15,0 0-15,-1 0 0,1 0 0,0 53 16,-1-53-16,1 26 0,0-26 16,26 26-16,-26-26 0,26 27 0,-27-1 15,27 0-15,0 1 0,0-1 16,0 0-16,27 1 16,25-27-1,-52 26-15,53-26 0,-27 0 0,0 0 16,27 0-16,-27 0 0,27 0 0,-27 0 15,27 0-15,-27 0 0,27-26 0,-27 26 16,1-27-16,-1 27 0,0-52 0,0 25 16,1 1-16,-27 0 0,26-1 0,0-25 15,-26 26-15,0-1 0,27-25 0,-27 25 16,0-25-16,0 25 0,0-25 0,0-1 16,0 27-16,-53-1 0,53-25 0,-26 26 15,26-1-15,-27 1 0,1 0 16,0 26-16,0 0 15,-1 0-15,1 52 16,0-25-16,26 25 0,0-26 16,0 1-16,0-1 15,0 0-15,0 1 0,0-1 0,26 0 16,-26 1-16,0-1 0,26 0 0,-26 1 16,27-1-16,-27 0 0,52 1 0,-52-1 15,26 0-15,1 0 0,-1 1 16,0-1-16,1-26 0,-27 26 0,26 1 15,0-27-15,1 0 0,-1 26 0,27-26 16,-27 0-16,0 0 0,1 0 16,-1 0-16,0 0 0,0 0 0,1 0 15,-1-26-15,0-1 16,-26-25-16,27 52 0,-27-27 16,0 1-16,26 0 0,-26 0 0,0-1 15,0 1-15,0 0 16,0-1-1,-26 27 1,26 53 47,0 0-48,0-27 1,0 0-16,0 0 0,0 1 15,0-1-15,0 0 0,0 1 16,0-1-16,26-26 0,-26 26 16,0 1-16,26-27 15,1 26-15,-1-26 16,0-53 0</inkml:trace>
  <inkml:trace contextRef="#ctx0" brushRef="#br0" timeOffset="89794.66">24341 14367 0,'0'-27'0,"-27"1"0,27 0 0,0-1 16,-26-25-16,26 25 0,-26 1 15,26 0-15,0 78 16,0-25 0,52-27-16</inkml:trace>
  <inkml:trace contextRef="#ctx0" brushRef="#br0" timeOffset="90277.77">24525 14761 0,'26'0'0,"0"0"16,-26-52-16,27 52 16,-27-27-16,26 27 0,0-26 0,1 26 15,-1-53-15,0 53 0,-26-26 0,27 0 16,-1 0-16,-26-1 0,26 1 0,-26 0 15,0-1-15,27 1 0,-27 0 0,0-1 16,0 1-16,0 0 0,0-1 0,-53 27 16,53-26-16,-53 26 0,27 0 15,-27 0-15,27 0 0,0 26 16,-1-26-16,27 27 0,0-1 16,0 27-1,0-27-15,27 0 0,25 1 16,-52-1-16,53-26 0,-53 26 15,26 1-15,27-1 0,-53 0 16,26 0-16,1-26 0,-1 27 0,-26-1 16,26-26-16,1 26 0,-1 1 15,0-1-15,0-26 0,-26 26 16,27-26-16,-27 27 0,26-27 16,-26 26-1,-53-26 1,27 0-1,0 0-15,-27 0 0,27 0 0,0 0 16,-1 0-16,1 0 0,0 0 16,-1 0-1,27-26-15,0-27 16</inkml:trace>
  <inkml:trace contextRef="#ctx0" brushRef="#br0" timeOffset="91278.5">25235 14682 0,'27'0'16,"-1"0"0,0 0-16,-26-52 0,27 52 0,-1 0 15,0-27-15,1 27 0,-1-26 0,0 26 16,0-26-16,-26 0 0,27 26 0,-1-27 15,-26 1-15,0 0 0,26-27 0,-26 27 16,0-1-16,0-25 0,0-1 0,0 0 16,-52 1-16,52-1 0,-27 1 0,27-1 15,-52 27-15,-1-27 0,27 27 0,0-27 16,-1 27-16,1-1 0,26 1 0,-26 26 16,-1-26-16,1 26 0,0-26 15,-1 26 1,27 52-1,0-26-15,0 1 16,0-1-16,0 0 0,0 1 16,27-1-16,-27 0 0,0 1 15,52-1-15,-52 0 0,27 27 0,-27-27 16,26 27-16,-26-27 0,26 27 0,-26-27 16,27 27-16,-27-1 0,0-25 0,0 25 15,0-25-15,0 25 0,0-25 0,0 25 16,-27-26-16,27 1 0,0-1 0,-52 0 15,52 1-15,-27-27 16,27 26-16,0-79 16,53 53-16,-53-52 0,26 52 15,1-27-15,25 1 0,-25 0 16,25 26-16,1-26 0,-27 26 0,27-27 16,-1 27-16,1-26 0,-27 26 0,27 0 15,-27 0-15,1-26 0,-1 26 0,0 0 16,-52-27 31,0 27-47,26-26 15,-27 26-15,1 0 0,0-26 16,-1 26-16,1 0 16,0 0-16,-1 52 15,1-25-15,0 25 16,26-25-16,-27-1 0,27 0 0,0 0 15,0 1-15,0-1 0,0 0 0,0 1 16,27-1-16,25 0 16,1-26-16,-27 27 0,1-27 15,25 0-15,-25 0 0,-1 0 0,0 0 16,1-53-16,-1 53 0,0-26 16,0-1-16,1 27 0,-27-52 15,0 25-15,0 1 0,0 0 0,0 0 16,0-1-16,0 1 0,0 0 0,0-1 15,0 1-15,-27 0 0,27-1 0,-26 1 16,26 0-16,-26 26 16,0 0-1,26 52-15,-27-52 16,27 27-16,-26-1 0,26 0 16,0 1-16,0-1 0,0 0 15,0 1-15,0-1 0,26 0 16,-26 0-16,0 1 15,27-27-15,-27 26 0,26-26 0,-26 26 0,26-26 16,-26 27-16,26-27 0,1 0 0,-27 26 16,26-26-16,0 0 15,1 0-15,-1-26 16</inkml:trace>
  <inkml:trace contextRef="#ctx0" brushRef="#br0" timeOffset="91777.92">26235 14367 0,'27'0'31,"-1"0"-15,0 0-16,1 26 16,-1-26-16,-26 26 0,26-26 0,-26 53 15,26-27-15,-26 1 0,0-1 0,0 0 16,0 0-16,0 1 0,0-1 15,0 0-15,0 1 16,-26-27-16,26-27 31,-26 1-15,26 0-16,0-1 0,0 1 16,-26 0-16,26 0 0,0-1 15,0 1-15,0 0 0,0-1 0,0 1 16,52-27-16,-52 27 0,0 0 0,26-1 15,-26 1-15,27 0 0,-1 26 16,-26-27-16,26 27 0,1 0 16,-1 0-16,0 0 15,1 0-15,-1 27 0,0-27 0,1 26 16,-1 27-16,0-53 0,1 26 16,-1 0-16,-26 1 0,26-1 0,-26 0 15,0 1-15,0-1 0,27 0 0,-27 1 16,0-1-16,0 0 0,0 0 15,0 1-15,0-1 16,-53-26 0,53 26-16</inkml:trace>
  <inkml:trace contextRef="#ctx0" brushRef="#br0" timeOffset="92311.08">27130 14235 0,'-26'-26'0,"26"52"78,-27-26-62,27 53-16,0-27 16,0 0-16,0 1 0,0-1 15,0 0-15,-26 1 0,26-1 0,0 0 16,0 1-16,0-1 0,53 0 16,-53 0-16,26-26 15,-26 27-15,53-27 0,-27 26 0,0-26 16,1 0-16,-1 0 0,26 0 0,-25 0 15,-1 0-15,0 0 0,1-26 0,-1 26 16,0-27-16,1 27 0,-1-26 0,0 26 16,1-52-16,-27 25 0,26 27 0,-26-26 15,0 0-15,0-1 0,0 1 0,0 0 16,0-1-16,0 1 0,0 0 16,-26-1-16,26 1 0,-53 26 15,0 0 1,53 26-16,-26-26 15,0 53-15,-1-27 0,1 1 0,0-1 16,26 0-16,-27 1 0,27-1 0,0 0 16,0 1-16,0-1 0,0 0 15,0 0-15,0 1 0,53-1 16,-27 0-16,1-26 0,25 27 16,-25-27-16,25 0 0,-25 0 0,25 0 15,1 0-15</inkml:trace>
  <inkml:trace contextRef="#ctx0" brushRef="#br0" timeOffset="94294.39">28577 14525 0,'0'26'16,"-26"-26"15,0 0 0,-1-26-31,27-1 16,-26 27-16,26-26 15,0 0-15,-26-1 0,26 1 0,0 0 16,0-1-16,-27 1 0,27 0 0,0-1 16,0 1-16,0 0 0,0-1 0,0 1 15,0 0-15,0 0 0,0-1 16,27 27-16,-27-26 0,26 26 16,0 0-16,1 0 15,-1 0-15,0 26 0,1 1 16,-1-27-16,-26 52 0,26-26 15,-26 1-15,27-1 0,-27 0 16,0 1-16,26-1 0,-26 0 0,0 1 16,0-1-16,0 0 0,0 1 0,0-1 15,0 0-15,0 1 16,-26-27-16,26-27 31,0-25-15,0-1-16,0 27 15,0-1-15,0 1 0,0 0 0,0-1 0,0 1 16,0 0-16,0-1 0,26 1 0,-26 0 16,0 0-16,26-1 0,-26 1 0,26 26 15,-26-26-15,27 26 0,-1 0 16,0 0 0,1 26-16,-27 0 15,26-26-15,-26 53 0,0-27 16,0 0-16,26 1 0,-26-1 0,0 0 15,0 1-15,0 25 0,0-25 16,0-1-16,0 0 0,0 1 0,0-1 16,27-26-16,-27 26 0,0 1 15,26-27 1,0 0-16,1 0 0,-1 0 16,0 0-16,1-27 0,-1 27 15,0-26-15,0 26 0,1-53 0,-1 53 16,0-26-16,-26 0 0,0-1 0,27 1 15,-27 0-15,0-1 0,0 1 0,0 0 16,0-1-16,0 1 0,-53 0 0,53 0 16,-26-1-16,26 1 15,-53 26-15,27 0 0,0 0 16,-1 53 0,27-27-16,-26-26 0,26 26 15,0 0-15,0 1 0,0-1 0,0 0 16,0 1-16,0-1 0,26 0 15,-26 1-15,0-1 0,53 0 0,-53 1 16,26-27-16,-26 26 0,26 0 16,1-26-16,-1 27 0,0-27 0,1 26 15,-1-26-15,0 0 0,27 0 0,-27 0 16,1 0-16,-1 0 0,0 0 0,1 0 16,-1-53-16,0 53 0,1-26 15,-1 26-15,-26-26 0,26-1 0,-26 1 0,26 0 16,-26-1-16,27 1 0,-27-27 15,0 27-15,26-27 0,-26 27 0,0-26 0,0-1 16,0 0-16,0 1 0,0-1 16,0 0-16,-53 1 0,53 25 0,0-25 0,-52-1 15,52 27-15,-26-27 0,26 27 16,-27 0-16,1-1 0,26 1 16,-26 26-1,26 53 32,0-27-47,0 0 16,0 1-16,0-1 0,26 0 15,-26 1-15,26-1 0,-26 26 16,27-25-16,-27-1 0,26 0 0,-26 1 16,0-1-16,26 27 0,-26-27 0,0 27 15,26-27-15,-26 27 0,27-1 16,-27-26-16,0 1 0,0 25 0,26-25 15,-26-1-15,0 0 0,0 1 0,0-1 16,0 0-16,0 1 0,0-1 0,-53 0 16,53 1-16,-26-27 0,26 26 15,-26-26-15,0 0 16,26-26-16,0-27 16,0 27-16,0-1 15,52 1-15,-52 0 0,53-1 16,-27 1-16,0 0 0,1 26 0,25-27 15,-25 1-15,-1 0 0,0-1 0,1 1 16,-1 26-16,0-26 0,-26 0 0,27-27 16,-27 27-16,0-1 0,0 1 15,0 0-15,0-1 0,0 1 0,-27 0 16,27-1-16,-52 27 0,52-26 16,-27 26-16,1 0 15,0 26 1,26 1-1,0-1 1,0 0-16,0 1 0,52-1 16,-52 0-16,0 1 0,27-1 0,-27 0 0,0 1 15,26-1-15,-26 0 0,0 0 0,26 1 16,-26-1-16,27 0 0,-27 1 16,26-1-16,-26 0 0,26 1 0,1-27 15,-27 26-15,26 0 0,0 1 0,0-1 16,1-26-16,-1 0 15,0 0-15,1 0 0,-1 0 16,0-26-16,1 26 0,-1-27 16,0 27-16,-26-52 0,27 25 0,-1 1 15,-26 0-15,26-1 0,-26-25 16,0 25-16,0 1 0,0 0 0,0 0 0,0-1 16,0-25-16,0 25 0,0 1 15,0 0-15,-26 26 16,26 26 31,0 0-32,0 1-15,0-1 16,0 0-16,0 1 16,0-1-16,0 0 15,0 0-15,0 1 0,0-1 16,0 0-16,26-26 15,-26 27-15,0-1 0,0 0 16,27 1-16,-27-1 0,26-26 0,-26 26 16,26-26-16,-26 27 0,26-27 15,1 0-15,-27 26 16,26-26-16,0 0 16,-26-53-16</inkml:trace>
  <inkml:trace contextRef="#ctx0" brushRef="#br0" timeOffset="94444.51">30761 14077 0,'0'-52'0,"0"25"0,0-25 16,0 25-16,-26-25 0,26-1 0,0 0 16,-26 27-16,26 0 0,0 0 0,0-1 15,0 1-15,0 79 32,26-27-17,0 26-15</inkml:trace>
  <inkml:trace contextRef="#ctx0" brushRef="#br0" timeOffset="94894.04">31077 13840 0,'0'-26'15,"0"0"-15,0-1 16,0 54 31,-26-27-47,26 26 15,-26-26-15,26 26 0,0 27 16,-27-27-16,27 1 16,0-1-16,0 0 0,-26 1 0,26-1 15,0 0-15,-26 1 0,26-1 0,-27 0 16,27 27-16,-26-53 0,26 26 15,-26 0-15,26 1 0,-27-27 0,27 26 16,-26-26-16,26 26 0,-26-26 16,26-52-1,0-1-15,0 27 16,0-1-16,0-25 0,0 26 0,26-27 16,-26 27-16,0-1 0,0-25 0,0 25 15,0 1-15,0 52 16,0 27-1,0 0-15,0-1 0,0 1 16,0-1-16,53 1 0,-53 0 0,26-1 16,-26 1-16,0 0 0,0-1 0,0-25 15,0 25-15,-53 1 0</inkml:trace>
  <inkml:trace contextRef="#ctx0" brushRef="#br0" timeOffset="96610.39">19420 15814 0,'26'26'16,"-26"0"-16,-26-26 94,26-26-94,-26 26 15,-1-26-15,1 0 16,0 26-16,-1 0 0,1 0 16,0 0-16,-1 0 15,1 52-15,0-52 0,26 26 16,-27-26-16,1 27 0,26-1 0,-26 0 15,26 1-15,-27-1 0,27 0 16,0 1-16,0-1 0,0 0 0,0 1 16,0-1-16,0 0 0,0 0 0,0 1 15,0-1-15,27 0 0,-27 1 0,0-1 16,26-26-16,-26 26 0,26-26 16,-26 27-16,53-27 0,-27 0 15,1 0-15,-1 0 0,-26-27 16,26 27-16,-26-52 0,27 52 0,-1-53 15,-26 27-15,0-1 0,26 1 0,-26 0 16,0 0-16,0-1 0,0-25 0,0 25 16,0 1-16,0 0 0,0-1 15,0 1-15,0 0 16,0 52 31,0 0-47,0 27 15,0-27-15,0 1 16,0-1-16,0 0 0,0 1 16,27-1-16,-27 0 0,26-26 15,-26 26-15,0 1 0,26-1 0,-26 0 16,0 1-16,26-27 0,-26 26 0,0 0 16,27-26-16,-27 27 0,26-27 15,0 0 1,-26-53-16,27 53 0,-27-26 15,26-1-15,-26 1 0,26-27 0,-26 27 16,27 0-16,-27 0 0,0-1 0,0-25 16,0 25-16,26 1 0,-26 0 0,0-1 15,0 1-15,0 52 47,0 27-31,0-27-16,0 1 0,0-1 0,0 0 15,0 1-15,0-1 0,0 0 0,0 0 16,0 27-16,0-27 0,0 1 0,0-1 16,26-26-16,-26 26 0,27 1 0,-1-1 15,0-26-15,1 0 16,-1 0-16,0 0 0,1-53 16,-1 1-16,0 52 15,0-53-15,1 27 0,-27-1 0,26 1 16,-26 0-16,26 0 0,-26-1 0,0 1 15,27 26-15,-27-26 0,0-1 16,26 80 15,-26-27-31,26 27 16,-26-27-16,27-26 0,-27 26 16,26 1-16,-26-1 0,26 0 0,1 1 15,-27-1-15,26-26 0,-26 26 16,26-26-16,-26 27 0,27-27 0,-1 0 15,0 0-15,0 26 0,1-26 16,-1 0-16,0 0 0,1 0 0,-1-53 16,0 53-16,1-26 0,-1 0 15,-26-1-15,26 1 16,-26 0-16,0-1 0,0 1 16,0 0-16,0 0 0,0-1 0,0 1 15,-26 0-15,26-1 16,-53 1-16,53 0 0,-26 26 0,26-27 0,-26 27 15,-1 0-15,1 0 0,0 0 16,-1 0-16,1 0 0,0 0 0,0 0 16,-1 0-16,1 27 0,0-27 0,26 26 15,-27 0-15,27 1 16,0-1-16,0 0 0,0 1 0,0-1 16,0 0-16,0 0 0,0 1 0,0-1 15,0 0-15,0 1 0,0-1 0,0 0 16,53 1-16,-53-1 0,26-26 0,-26 26 15,53-26-15,-27 0 0,0 0 0,1 0 16,25 0-16,-25 0 0,-1-26 0,0-27 16,1 27-16,-1 0 0,-26-27 15,0 27-15,26-27 0,-26 27 0,0-27 16,0 1-16,0 25 0,0-25 16,0-1-16,-26 0 0,26 1 0,0-1 0,-53 1 15,53 25-15,-26-25 0,26 25 16,-26 27-16,26-26 0,-27 26 0</inkml:trace>
  <inkml:trace contextRef="#ctx0" brushRef="#br0" timeOffset="97327.6">21683 15919 0,'26'0'0,"-26"-26"16,0-1-16,27 27 0,-27-26 0,0 0 15,0 0-15,0-1 0,0 1 0,0 0 16,0-1-16,0 1 0,0 0 15,-53 26-15,27-27 0,-27 27 16,0 0-16,27 0 16,0 0-16,-1 0 15,1 0-15,26 27 0,-26-27 0,26 26 16,0 27 0,-27-27-16,27 0 0,0 1 15,0 25-15,0-26 0,0 1 0,0-1 16,53 0-16,-53 27 0,0-27 0,26 1 15,-26 25-15,27-25 0,-27 25 0,26-26 16,0 27-16,-26-27 0,27 27 0,-1-27 16,-26 27-16,26-27 0,-26 1 0,27-1 15,-27 0-15,0 1 0,0-1 0,0 0 16,0-52 15,-27 26-31,27-53 0,-26 1 16,26 25-16,0 1 0,-26 0 15,26-27-15,0 27 0,0-1 0,0 1 16,0 0-16,52-1 0,-52 1 0,27 26 16,-27-26-16,52 26 0,-25 0 0,-1-26 15,0 26-15,0 0 0,1 0 0,-1 0 16,0 0-16,1 0 16,-27 26-16,0 0 31,0 0-16,0 1 1,0-1-16,0 0 0,0 1 16,0-1-16,0 0 15,26 1-15,-26-1 0,26 0 16,1 1-16,-1-1 16,0 0-16</inkml:trace>
  <inkml:trace contextRef="#ctx0" brushRef="#br0" timeOffset="98160.83">22157 15945 0,'0'-26'0,"0"79"31,0-27-15,0 0-16,0 27 15,0-27-15,0 1 0,26-1 0,-26 26 0,0-25 16,26-1-16,-26 0 0,0 27 0,26-27 16,-26 1-16,0-1 0,0 0 15,0-52 17,53-27-17,-53 27-15,0 0 0,26-1 16,-26-25-16,27 25 0,-27 1 0,26 0 15,-26-27-15,26 27 0,-26 0 0,0-1 16,27 1-16,-27 0 16,26 26-1,-26 52 1,26-25-16,1 25 16,-1-25-16,0-1 0,1 0 15,-27 0-15,26 1 0,0-1 0,-26 0 16,27 1-16,-1-1 0,0-26 15,0 26-15,1 1 0,-1-27 0,0 26 16,1 0-16,-1-26 0,0 0 0,1 0 16,-1 0-16,0 0 15,1 0-15,-1-26 16,0 26-16,1-26 0,-1-1 16,0 27-16,-26-52 0,26 25 0,1 1 15,-27 0-15,0-1 0,26 1 0,-26 0 16,0 0-16,0-1 0,0 1 15,0 0-15,0-1 0,-26 1 0,26 0 16,-53-1-16,27 1 0,-27 26 16,27 0-16,0 0 15,-1 0-15,1 0 0,0 0 0,-1 0 0,1 0 16,0 26-16,-1-26 0,1 0 16,0 27-16,-1-27 0,27 52 0,-26-52 15,26 27-15,-26-1 0,26 0 0,0 1 16,0-1-16,0 0 0,0 0 0,0 1 15,52 25-15,-52-25 0,53-1 0,-53 0 16,53 1-16,-27-27 0,-26 26 0,53-26 16,-27 26-16,0-26 0,1 0 0,-1 0 15,0 0-15,1-26 0,-1 26 16,0-53-16,0 1 0,1 25 16,-27 1-16,0-27 0,26 27 0,-26-26 15,0-1-15,0 0 0,0 1 16,0-1-16,0 0 0,-53 1 0,53-1 15,-26 1-15,26-1 0,-26 0 0,26 27 16,-53 0-16,53-1 0,-26 1 0,26 0 16,0-1-16,0 80 15,0 0 1</inkml:trace>
  <inkml:trace contextRef="#ctx0" brushRef="#br0" timeOffset="98644.05">23735 16024 0,'-26'0'62,"26"27"-46,-26-1-16,26 27 15,0-27-15,0 0 0,0 0 16,0 1-16,0-1 16,0 0-16,0 1 0,26-1 0,-26 0 15,26-26-15,-26 27 0,27-1 0,-27 0 16,52-26-16,-52 27 0,27-27 0,-1 0 15,0 0-15,1 0 0,-1 0 16,0 0-16,1-27 0,-1 27 16,0-26-16,0-27 0,1 27 15,-27 0-15,26-1 0,-26-25 0,0 25 16,0 1-16,0 0 0,0 0 16,0-1-16,0-25 0,0 25 0,-26 1 0,26 0 15,-53 26-15,53-27 0,-52 1 16,25 26-16,1-26 0,0 26 0,-27 0 15,27 0-15,-1 0 0,1 0 0,0 0 16,-1 26-16,1-26 0,0 53 0,-1-27 16,27 0-16,0 1 15</inkml:trace>
  <inkml:trace contextRef="#ctx0" brushRef="#br0" timeOffset="99627.67">24262 15893 0,'26'-27'0,"0"27"16,1 0-16,-1 0 15,-26 27 16,0-1-15,-26-26 0,26 53-16,0-27 0,-27 0 0,27 1 15,0-1-15,-26 0 16,26 1-16,0-1 0,0 0 16,0 0-16,0 1 0,0-1 15,53-26-15,-53 26 0,26 1 0,0-1 16,1-26-16,25 26 15,-25-26-15,-1 0 16,0 0-16,0 0 0,1-52 16,-1 52-16,0-27 0,-26-25 15,27 25-15,-27 1 16,26 0-16,-26 0 0,0-1 0,0-25 16,0 25-16,0 1 0,0 0 15,0-1-15,0 1 0,0 0 16,-26 26-1,26 52 1,0-25-16,0 25 16,-27-25-16,27-1 0,0 0 15,0 1-15,0-1 0,0 0 0,0 0 16,0 1-16,0-1 0,27 0 0,-27 1 16,52-27-16,-52 26 0,27-26 15,-1 0-15,0 0 0,1 0 16,-1 0-16,0 0 0,1 0 15,-1-26-15,0 26 0,0-53 0,1 53 16,-1-26-16,0-1 0,1 1 0,-1 0 16,0-27-16,-26 27 0,27 0 15,-27-1-15,0-25 0,0 25 0,0-25 16,0-1-16,0 27 0,0-27 0,-27 1 16,27-1-16,-52 0 0,52 1 0,-27 25 15,27-25-15,-26 25 0,0 1 0,-1-26 16,1 25-16,0 1 15,0 26-15,26-26 0,-27 26 16,1 0-16,26 26 78,0 0-62,0 1-16,26-27 0,-26 26 15,0 0-15,0 0 0,27 1 16,-27-1-16,0 0 0,0 1 16,26-1-16,-26 0 0,0 1 0,0-1 15,26 0-15,-26 1 0,0-1 0,0 0 16,26 27-16,-26-27 0,0 27 0,0-27 16,27 0-16,-27 27 0,26-27 15,-26 1-15,0 25 0,26-25 0,-26-1 16,27 0-16,-27 0 0,26 1 0,-26-1 15,26 0-15,1-26 0,-27 27 16,26-27-16,0-27 16</inkml:trace>
  <inkml:trace contextRef="#ctx0" brushRef="#br0" timeOffset="99778.02">25156 16024 0,'0'-26'0,"-52"26"0,52-26 15,-53-1-15,27 1 0,-1 0 16,27-1 15,53 27-31,0-26 0,-27 0 16,27 0-16,26 26 0,0-27 0,0 1 15,-1 0-15,1-1 0,0 27 0,0-26 16</inkml:trace>
  <inkml:trace contextRef="#ctx0" brushRef="#br0" timeOffset="100944.53">27156 16156 0,'27'0'15,"-27"-26"1,0-1 0,0-25-16,0 25 15,0 1-15,0 0 16,-53-1-16,53 1 0,-26 0 16,-1-1-16,1 1 0,0 0 15,-1 26-15,1 0 0,0-26 16,-1 26-16,1 0 0,0 0 0,0 0 15,-1 0-15,-25 0 0,25 0 16,1 52-16,0-52 0,-1 0 16,27 26-16,-26-26 0,0 53 0,26-27 15,-27-26-15,1 27 0,26-1 0,0 0 16,-26 1-16,26-1 0,0 0 0,0 1 16,0-1-16,0 0 0,0 0 15,0 1-15,26-27 0,-26 26 0,53-26 16,-1 26-16,-25-26 0,-1 0 15,0 0-15,27 0 0,-27 0 0,1 0 16,-1-26-16,0 26 0,0-53 16,1 53-16,-1-26 0,-26 0 0,26 0 0,1-27 15,-1 27-15,-26-1 0,0-25 0,26 25 16,-26-25-16,0-1 0,0 27 16,0-27-16,0 1 0,0 25 0,-26-25 15,26 25-15,0 1 0,-53 0 0,53-1 16,-26 1-16,26 0 0,-26 26 0,26-27 15,0 1-15,-27 26 32,27 53-17,0-1-15,-26-52 0,26 27 16,0-1-16,0 0 0,0 1 0,0-1 16,0 0-16,0 27 0,0-27 15,0 1-15,0-1 0,0 26 0,0-25 16,0-1-16,26 0 0,-26 1 0,0-1 15,27 0-15,-27 1 0,52-1 0,-25 0 16,-1 1-16,-26-1 0,26-26 0,1 26 16,-1-26-16,0 0 0,1 0 0,-1 0 15,27 0-15,-27 0 0,0 0 0,0 0 16,1-26-16,-1 0 0,0 26 16,-26-53-16,27 27 0,-27-1 0,0 1 15,26 0-15,-26-1 0,0 1 0,0-27 16,0 27-16,0 0 0,0 0 0,0-1 15,0 1-15,-26 0 0,26-1 16,-27 27-16,27 27 47,0-1-31,0 27-1,0-27-15,0 0 0,0 0 16,0 1-16,0-1 15,0 0-15,0 1 0,27-27 0,-27 26 16,0 0-16,26 1 0,-26-1 16,0 0-16,26 1 0,1-1 0,-1 0 15,0 0 1,1-26 0,-1-26-1</inkml:trace>
  <inkml:trace contextRef="#ctx0" brushRef="#br0" timeOffset="101066.09">27683 15840 0,'0'-52'0,"0"25"0,0-25 16,-27-1-16,27 27 0,0-27 0,-52 27 15,52-1-15,0 1 0,0 0 0,-27 26 16,27-27-16,-26 27 16,26 53-16,0-27 15,0 27-15</inkml:trace>
  <inkml:trace contextRef="#ctx0" brushRef="#br0" timeOffset="101511.18">27867 16156 0,'26'0'16,"0"0"-16,1 0 16,-27-53-16,26 53 0,0-26 0,1-27 15,-1 27-15,-26 0 0,26-1 16,-26 1-16,0 0 0,0-1 0,0 1 15,27 0-15,-27 0 0,0-1 0,0 1 16,0 0-16,-53-1 0,53 1 16,-26 26-16,26-26 0,-53 26 0,27 0 15,-1 0-15,-25 0 0,25 0 0,1 0 16,0 0-16,0 0 0,-1 26 16,27 27-16,0-27 15,0 0-15,27 1 16,-27-1-16,52 0 0,-52 0 0,53 1 0,-27-1 15,0 0-15,1 1 0,-1-1 0,0 0 16,1 1-16,-1-1 0,0 0 0,1 1 16,-1-1-16,-26 0 0,26-26 0,-26 26 15,27 1-15,-27-1 0,0 0 16,0 1-16,0-1 16,-27-26-1,27 26-15,-26-26 16,0 0-1,-1-52-15,1 52 16,0-27-16,-1 27 0,27-26 0,-26 26 16,26-26-16</inkml:trace>
  <inkml:trace contextRef="#ctx0" brushRef="#br0" timeOffset="102450.43">28367 16182 0,'26'-26'0,"0"0"0,1-1 16,-1 1-16,-26 0 0,0-1 16,26 1-16,-26 0 0,0-27 15,27 27-15,-27-1 0,0 1 0,0 0 16,0-27-16,0 27 0,0-27 0,0 27 16,0-27-16,0 1 0,-27 25 0,27-25 15,-26-1-15,26 27 0,-53-27 0,53 1 16,-26-1-16,26 27 0,-26-27 0,26 27 15,-27-1-15,1 1 16,26 0-16,-26 26 16,-1 52-16,27-25 15,-26-27-15,26 52 0,0-25 16,0-1-16,0 0 0,0 1 16,0-1-16,0 0 0,0 27 0,0-27 15,0 0-15,53 27 0,-53-27 0,26 1 16,-26 25-16,53-25 0,-53 25 15,26-25-15,-26 25 0,53-25 0,-53 25 16,0 1-16,0-27 0,26 27 0,-26-1 0,0-25 16,26-1-16,-26 0 0,0 1 15,0-1-15,0-52 32,0-27-32,0 27 15,0-1-15,27 1 0,-27-27 0,52 27 16,1 0-16,-27-1 0,27 1 0,-1 26 15,1-26-15,0 0 0,-1 26 0,1 0 16,0-27-16,-1 27 0,1 0 0,-27-26 16,27 26-16,-27 0 0,0 0 0,1 0 15,-1-26-15,-26-1 16,-53 1 0,27 26-16,26-26 15,-26 26-15,-27 0 16,27 0-16,0 0 0,-1 0 15,1 0-15,0 0 0,-1 52 0,1-52 16,26 53-16,-26-53 0,-1 53 0,1-27 16,26 0-16,0 0 0,-26 1 0,26-1 15,0 0-15,0 1 0,0-1 0,0 0 16,0 1-16,26-1 0,-26 0 0,53-26 16,-53 27-16,26-27 0,0 26 0,1-26 15,25 0-15,-25 0 0,-1 0 0,0 0 16,27 0-16,-27 0 0,0-26 15,1 26-15,-1-27 0,0 27 0,-26-52 16,27 25-16,-27 1 0,0 0 0,26-27 0,-26 27 16,0-1-16,0-25 0,0 26 15,0-1-15,0 1 0,0 0 0,-26-1 16,26 1-16,-27 0 16,1 26-1,0 52 1,-1-52-16,27 27 0,-26-1 15,26 27-15,0-27 16,0 0-16,0 0 0,0 1 0,53-1 16,-53 0-16,0 1 0,26-27 0,-26 26 15,26 0-15,-26 1 0,27-1 16,-1 0-16,0-26 0,-26 27 0,0-1 16,27-26-16,-27 26 0,26-26 15,0 0-15,1-52 16</inkml:trace>
  <inkml:trace contextRef="#ctx0" brushRef="#br0" timeOffset="102910.16">29656 15682 0,'0'-26'0,"0"0"16,0 78 15,0 1-31,53-27 0,-53 1 16,0-1-16,0 26 0,0-25 15,0-1-15,26 0 0,-26 27 0,0-27 16,0 1-16,0-1 0,0 0 16,0 1-16,0-1 15,0-52 17,-26 26-32,26-53 0,0 27 15,0-1-15,-53 1 0,53 0 0,0-1 16,0-25-16,-26 25 0,26-25 0,0 26 15,0-27-15,0 27 0,0-1 0,0 1 16,0 0-16,0-1 0,52 27 16,-52-26-16,27 26 0,-27-26 15,26 26-15,0 0 0,1 0 16,-1 0-16,-26 26 0,26-26 16,1 26-16,-1-26 0,-26 53 0,26-27 15,-26 1-15,27-1 0,-27 27 0,26-27 16,-26 26-16,0-25 0,0-1 15,0 0-15,0 1 0,26-1 0,-26 0 16,0 1-16,0-1 16</inkml:trace>
  <inkml:trace contextRef="#ctx0" brushRef="#br0" timeOffset="103593.27">30235 15472 0,'-26'-27'0,"-1"27"16,27 27 15,0 25-15,0-25-16,0-1 15,0 0-15,0 1 0,0-1 16,0 0-16,0 1 0,0-1 16,0 0-16,27 1 0,-27-1 0,0 0 15,26-26-15,-26 26 0,0 1 0,26-27 16,-26 26-16,27 0 0,-1-26 0,-26 27 16,26-27-16,1 0 0,-1 0 0,0 0 15,1 0-15,-1 0 0,0 0 0,1-27 16,-1 27-16,-26-26 0,26 26 0,0-53 15,1 27-15,-27 0 0,26 0 0,-26-1 16,26 1-16,-26 0 0,0-1 16,0 1-16,0 0 0,0-1 0,0 1 15,-52 0-15,52-1 0,-27 1 16,27 0-16,-52 26 0,52-27 16,-26 27-16,26-26 15,-27 26-15,1 0 47,26 53-47,-26-27 16,26 0-16,0 1 0,0-1 15,0 0-15,0 1 0,0-1 16,0 27-16,0-27 0,0 0 0,0 27 16,26-27-16,-26 27 0,0-27 0,26 0 15,-26 1-15,27-27 0,-27 26 0,26-26 16,0 0-16,0 0 0,1 0 0,-1-53 15,0 53-15,1-26 0,-1 26 0,0-53 16,1 27-16,-1-26 0,-26 25 0,26 1 16,1 0-16,-1-1 0,-26 1 0,26 26 15,-26-26-15,27 26 0,-1 0 16,-26 26 0,0 27-1,0-27-15,0 27 0,0-27 16,-26 0-16,26 27 0,-79-27 0,26 0 15,0 27-15</inkml:trace>
  <inkml:trace contextRef="#ctx0" brushRef="#br0" timeOffset="104477.73">19341 17050 0,'26'27'16,"-26"-1"-1,0 0 1,0 1-16,0-1 0,0 0 15,27 1-15,-27-1 0,0 27 0,26-27 16,-26 27-16,26-27 0,-26 26 0,26 1 16,-26 0-16,27-1 0,-1 1 0,-26 0 15,26-1-15,-26 1 0,0-1 0,27-25 16,-27-1-16,0 27 0,0-27 16,26-26-16,-26 26 0,0-78 31,0-1-31,0 27 15,0-1-15,0 1 0,0-26 0,0 25 16,-26 1-16,26 0 0,0-1 16,0 1-16,0 0 0,0-1 0,0 1 15,0 0 1,26 26-16,27 0 16,-53-27-16,52 27 0,-25 0 15,-1 0-15,0 0 0,1 53 0,-1 0 16,0-27-16,-26 0 15,27 1-15,-1 25 0,-26-25 0,0-1 16,26 26-16,-26-25 0,0-1 0,0 0 0,0 1 16,0-1-16,0 0 0,-26 1 15,-27-1-15,1 0 16,25-26-16,1 0 0,-27 0 0,27 0 0,-27 0 16,1 0-16,25 0 0,-25 0 15,25-26-15,-25 26 0,26-26 0,-1 26 16,1-53-16,26 27 0,-26 26 0,26-27 15,0 1-15,0 0 0,0-1 0</inkml:trace>
  <inkml:trace contextRef="#ctx0" brushRef="#br0" timeOffset="105944.83">19946 17919 0,'26'0'0,"1"0"15,-1 0-15,0 0 16,-26-27-1,27 27-15,-27-26 0,26 26 0,0-52 16,1 25-16,-27 1 0,26 26 16,-26-26-16,0-1 0,0 1 0,0 0 15,0-1-15,0 1 16,-26 0-16,-1-1 16,-25 27-16,25 0 15,1 0-15,0 0 0,-1 0 0,1 53 16,0-53-16,26 26 0,-26 1 15,26-1-15,0 0 0,0 1 16,0-1-16,0 0 0,0 1 16,0-1-16,0 0 0,26 0 15,-26 1-15,0-1 0,52 0 0,-52 1 16,27-27-16,-27 26 0,0 0 16,52 1-16,-25-1 0,-1-26 0,0 0 15,1 26-15,-1-26 0,0 0 16,1 0-16,-1 0 0,0-52 15,1 25-15,-1 27 0,0-26 0,0 0 16,1-1-16,-27 1 0,26 0 16,0-1-16,1-25 0,-1 26 0,-26-27 15,26 0-15,-26 27 0,27-27 0,-27 1 0,0 25 16,0-25-16,0-1 0,0 1 0,0-1 16,0 27-16,-53-27 0,53 0 15,-26 27-15,26-27 0,-53 27 0,27-27 16,26 27-16,-27 0 0,27 0 0,-26 26 15,0-27-15,0 27 16,-1 0 0,27 27-1,0-1 1,0 0-16,0 0 16,0 1-1,0-1-15,53-26 0,-53 26 16,26 1-16,-26-1 15,26 0-15,-26 1 0,27-1 0,-1 0 16,-26 1-16,26-1 0,-26 0 16,27 1-16,-27 25 0,26-26 0,-26 27 15,26-27-15,-26 27 0,27-27 0,-27 27 16,0 0-16,0-27 0,26 27 0,-26-27 16,0 26-16,0-25 0,26 25 0,-26-25 15,0-1-15,0 0 0,0 1 16,0-80 15,0 0-31,0 27 0,0 0 0,0-27 16,0 27-16,0-27 0,0 27 15,0-27-15,0 27 0,53 0 0,-53-1 16,0 1-16,26 0 0,27-1 16,-27 27-16,1 0 0,-1 0 0,0 0 15,27 0-15,-27 0 0,0 0 0,1 0 16,-1 27-16,0-27 0,1 0 15,-1 26-15,0 0 0,1-26 16,-27 27-16,0-1 16,0 0-16,-53 1 15,53-1-15,-26-26 16,26 26-16,-27 1 0,1-1 16,26 0-16,-26-26 0,26 26 0,0 1 15,0-1-15,0 0 0,0 1 16,0-1-16,0 0 0,26-26 0,-26 27 15,53-1-15,-53 0 0,26-26 0,0 27 16,1-27-16,-1 0 0,0 0 0,1 0 16,-1 0-16,0 0 0,0 0 0,1 0 15,-1-27-15,0 27 0,1-26 0,-1 0 16,0-27-16,-26 27 16,0-1-16,0 1 0,0 0 0,0-27 15,0 27-15,0 0 0,0-1 16,-26 1-16,26 0 15,-26-1 1,-1 54 31,27-1-47,0 27 16,-26-53-16,26 26 0,0 0 0,0 0 15,0 1-15,0-1 0,0 0 16,0 1-16,0-1 0,0 0 15,0 1-15,0-1 0,26 0 0,-26 1 16,27-1-16,-1 0 16,0-26-16,1 0 0,-1 0 15,0 0-15,1 0 16,-1-26-16,0-27 16,1 27-16,-27 0 0,26-1 15,-26 1-15,0 0 0,0-1 0,0 1 16,0 0-16,0-1 0,0 1 15,0-26-15,0 25 0,-26 1 0,26-27 0,-27 27 16,27 0-16,-26-1 0,26 1 0,-53 0 16,53-1-16,-26 27 15,26 27 1,-26 25-16,26 1 16,0-27-16,0 1 0,0 25 0,0-25 15,0-1-15</inkml:trace>
  <inkml:trace contextRef="#ctx0" brushRef="#br0" timeOffset="106543.16">21657 18024 0,'26'26'0,"0"-26"0,1 27 16,-1-27-16,0 0 0,0 0 0,1 0 16,-1 0-16,0 0 0,1 0 0,-1 0 15,0-53-15,1 53 0,-27-26 0,26 26 16,0-27-16,-26 1 0,27 0 0,-27-1 16,26 27-16,-26-26 0,0 0 15,0 0-15,0-1 0,0 1 16,0 0-16,0-1 0,-26 1 15,26 0-15,-53 26 0,27 0 16,-1 0-16,1 0 16,26 26-16,-26-26 0,26 26 15,-27-26-15,27 53 0,0-27 16,0 1-16,0-1 0,0 0 16,0 0-16,0 1 0,0-1 0,27 0 15,-27 1-15,0-1 0,52 0 16,-52 1-16,27-27 0,-27 26 15,26 0-15,0-26 0,1 27 0,-1-27 16,0 26-16,1-26 0,-1 0 0,0 0 16,0 0-16,1 0 0,-1-26 15,0 26-15,1-53 0,-1 53 16,-26-53-16,26 53 0,-26-26 16,0 0-16,27-1 0,-27 1 0,0 0 0,0-27 15,0 27-15,0 0 0,0-1 0,-27 1 16,27 0-16,0-1 0,-52 1 15,25 0-15,1 26 0,0 0 16,-1 0 0,1 0-16,26 26 0,0 27 15,-26-53-15,26 26 0,-26 0 0,26 1 16,0-1-16,0 0 0,0 0 16,0 1-16,0-1 0,0 0 15,0 1-15,0-1 0,26 0 0,-26 1 16,0-1-16,26 0 0,0 1 15,-26-1-15,27-26 0,-1 26 16,0-26-16,1 0 0,-1 0 0,0 27 16,1-27-16,25 0 0,-25 0 0,-1 0 15,27-53-15,-27 53 0,0-26 0,27 26 16,-27-53-16,0 53 0,1-26 0,-27-1 16,26 1-16</inkml:trace>
  <inkml:trace contextRef="#ctx0" brushRef="#br0" timeOffset="107110.47">22841 17682 0,'-27'-26'0,"27"-1"16,-26 27-16,26-26 16,-26 26-16,26 26 47,26-26-47,-26 27 0,0-1 15,26 0-15,-26 27 0,27-27 0,-27 1 16,26-1-16,-26 26 0,26-25 0,-26-1 15,27 27-15,-27-27 0,0 0 16,26 1-16,-26-1 0,26 0 0,-26 1 16,0-1-16,0 0 0,27 1 0,-1-27 47,-26-27-47,0 1 15,0-27-15,26 27 0,-26 0 16,0-1-16,0 1 0,0-27 15,0 27-15,0-27 0,0 27 0,0 0 16,0-27-16,0 27 0,0 0 0,0-1 16,0 1-16,0 0 0,0-1 15,27 27 1,-1 0 0,0 0-16,-26 27 15,26-27-15,1 26 0,-1 0 16,0 1-16,-26-1 0,0 0 15,27 1-15,-27-1 0,26 0 0,-26 0 16,0 1-16,0-1 0,0 0 16,0 1-16,0-1 0,0 0 0,0 1 15,0-1-15,-26-26 0,26 26 16,0 1-16,52-27 31,1-27-15,-27 27-16,27-52 0,0 52 15,-1-27-15,1 1 0,26 0 0,-27-1 16,1 1-16,0 0 0</inkml:trace>
  <inkml:trace contextRef="#ctx0" brushRef="#br0" timeOffset="109291.91">25051 17866 0,'26'0'0,"1"0"0,-1 26 16,0-26-16,1 0 15,-27-52 32,26 26-47,-26-1 16,0 1-16,0 0 0,0-1 16,0 1-16,-53 26 0,53-26 0,-26-1 15,-27 1-15,1 26 0,25 0 16,1 0-16,0 0 0,0 0 15,-1 0-15,1 0 0,0 26 0,-1-26 16,1 27-16,0-27 0,26 26 0,-27-26 16,27 53-16,0-27 0,-26 0 0,26 1 15,0-1-15,-26 0 0,26 0 0,0 1 16,0-1-16,0 0 0,0 1 16,0-1-16,0 0 0,26 1 0,-26-1 15,53 0-15,-27-26 16,0 27-16,1-27 0,25 0 0,-25 0 15,-1 0-15,0 0 0,0 0 0,1-53 16,-1 53-16,0-53 0,1 53 0,-27-52 16,26 25-16,-26 1 0,26-27 15,-26 27-15,0-26 0,0 25 0,27-25 16,-27-1-16,0 0 0,0 27 0,0-27 16,0 1-16,0 25 0,0-25 0,-53 26 15,53-1-15,0 1 0,-26 26 0,26-26 16,-27-1-16,1 54 31,26-1-15,0 27-16,0-27 15,0 0-15,0 27 0,0-27 16,26 0-16,-26 27 0,0-27 0,53 27 16,-53-27-16,26 27 0,-26-27 15,27 27-15,-1-27 0,0 0 0,1 27 16,-27-27-16,26 1 0,0-1 0,27-26 15,-27 26-15,1-26 0,-1 27 0,0-27 16,0 0-16,1 0 0,-1 0 16,0 0-16,1 0 0,-1 0 15,0-27-15,1 27 0,-1-26 16,0 0-16,1 26 0,-27-27 16,26 27-16,-26-26 0,0 0 15,26 26 1,-26-27-1,0 1-15,0 0 16,0 0-16,0-1 16,0 1-16,-26 0 15,0-1-15,-27 27 16,27 0-16,-1 0 0,1 0 0,0 0 16,-1 0-16,1 0 0,0 27 0,-1-27 15,1 26-15,0-26 0,0 26 0,26 1 16,-27-1-16,1 0 0,26 0 15,0 1-15,-26-1 0,26 0 0,-27 1 0,27 25 16,0-25-16,0-1 16,0 0-16,53 1 0,0-1 15,-27-26-15,26 0 0,-25 0 16,-1 0-16,27 0 0,-27 0 0,0-53 16,1 53-16,-1-26 0,0 0 15,-26-27 1,27 27-16,-27-1 0,0 1 15,0 0-15,0-1 0,0 1 16,0 0-16,0 0 0,0-1 16,0 54 15,0-1-15,0 26-16,26-25 0,-26-1 15,26 0-15,-26 1 0,27-1 16,-27 0-16,26 1 0,0-27 15,-26 26-15,27-26 0,-1 0 0,0 0 16,0 0-16,1 0 0,25 0 0,-25 0 16,-1 0-16,0 0 0,1-26 0,-1-1 15,0 1-15,-26 0 16,0-1-16,0 1 0,0 0 0,0-27 16,0 27-16,0-27 0,-52 27 15,52-27-15,-27 1 0,27-1 0,-26 27 0,26-27 16,-53 0-16,27 27 0,26-26 15,-26 25-15,-1 1 0,27 0 0,-26-1 16,0 27-16,26-26 0,-26 26 0,26-26 16,-27 26-16,27-27 15,0 80 17,0-27-32,0 1 15,0-1-15,0 27 0,0-27 0,27 26 16,-27-25-16,0 25 0,0 1 0,0 0 15,0-1-15,26 1 0,-26 0 0,0-1 16,0-26-16,0 27 0,0-27 0,0 27 16,0-27-16,0 1 0,0-1 15,52-79 17,1 27-17,-27 0-15,1-1 0,-1-25 16,0 25-16,1 1 0,-1 0 0,27 0 15,-27-1-15,0 1 0,1 0 0,-1 26 16,0-27-16,0 27 0,1 0 0,-54 0 47,1 0-47,0 0 16,0 0-16,-1 0 15,1 0 1,26 27-1,-26-1-15,-1 0 16,27 1-16,0-1 0,0 0 0,0 0 16,0 1-16,0-1 0,0 0 15,0 1-15,0-1 0,0 0 0,0 1 16,0-1-16,53-26 16,-53 26-16,26-26 0,27 0 15,-27 0-15,0 0 0,1-26 16,-1 26-16,0-53 0,1 27 15,-27 0-15,26-1 0,-26-25 0,0 25 16,26 1-16,-26 0 0,0 0 0,0-1 16,0 1-16,0 0 0,0-1 0,0 1 15,-26 0-15,26-1 0,-53 1 16,27 26-16,0 0 16,-1 0-1,1 26-15,0-26 0,26 53 16,-26-53-16,26 26 15,0 1-15,0-1 16,0 0-16,26 1 0,-26-1 16,52 0-16,-52 0 0,27-26 15,-27 27-15,0-1 0,26-26 16,0 26-16,1 1 16,-1-27-16</inkml:trace>
  <inkml:trace contextRef="#ctx0" brushRef="#br0" timeOffset="109876.69">26972 17550 0,'-26'0'0,"26"27"47,26-27-32,-26 52-15,26-25 0,-26 25 0,27-25 16,-27 25-16,26-25 0,-26 25 0,26-26 16,-26 27-16,27 0 0,-27-27 15,0 0-15,0 27 0,26-27 0,-26 1 0,0-1 16,0 0-16,0 1 0,0-1 16,0-79 15,0 27-16,0 0-15,0-1 0,0 1 0,0 0 16,-26-1-16,26-25 0,-27 25 0,27-25 16,-26 25-16,26-25 0,-26-1 0,-1 1 15,1-1-15,26 0 0,-26 1 0,26-1 16,0 0-16,0 1 0,0 26 0,0-1 16,0-25-16,0 25 0,0 1 15,26 26-15,-26-26 0,26 26 16,1 52-1,-1-52-15,0 27 0,1-27 0,-1 52 16,0-25-16,1-1 0,-1 0 0,-26 0 16,26 1-16,1-1 0,-1 0 0,0 1 15,0 25-15,1-25 0,-27-1 16,0 0-16,0 1 0,0-1 16,-27-26-16,-25 26 15,26-26-15,-27 27 0,27-27 16,-27 0-16,27 26 0,-1-26 0,1 0 15,26-26 1,53 26 0</inkml:trace>
  <inkml:trace contextRef="#ctx0" brushRef="#br0" timeOffset="110326.34">27551 17550 0,'0'-26'16,"0"79"31,0-27-32,0 27-15,0-27 0,0 0 16,0 1-16,0 25 15,0-25-15,0-1 0,0 0 0,0 0 16,0 1-16,0-1 0,0 0 0,53-26 16,-53 27-16,0-1 0,26-26 0,-26 26 15,26-26-15,1 0 0,-1 0 16,0 0-16,1 0 0,-1 0 0,0-52 16,0 52-16,1-27 0,-1 27 0,-26-52 15,26 52-15,1-27 0,-27 1 0,0 0 16,26 0-16,-26-1 0,0 1 15,0 0-15,0-1 0,0 1 0,-53 0 16,53-1-16,-26 1 16,26 0-16,-53 26 0,27-27 0,0 1 15,-27 26-15,27 0 0,0-26 0,-27 26 0,27 0 16,-1 0-16,1 0 0,0 0 16,26 26-16,0 0 15</inkml:trace>
  <inkml:trace contextRef="#ctx0" brushRef="#br0" timeOffset="110643.33">28051 17524 0,'0'-26'31,"0"52"16,26 0-47,-26 27 16,27-53-16,-27 26 0,26 1 16,-26-1-16,26-26 0,-26 26 0,0 1 15,0-1-15,0 0 0,0 1 16,27-27-16,-27 26 0,0 0 0,26 0 15,-26 1-15,0-1 0,26 0 16,-26 1-16,0-1 16,26-79-1</inkml:trace>
  <inkml:trace contextRef="#ctx0" brushRef="#br0" timeOffset="110776.69">28235 17445 0,'0'-52'15,"-26"25"-15,26 1 16,0 0-16,-26-1 0</inkml:trace>
  <inkml:trace contextRef="#ctx0" brushRef="#br0" timeOffset="111843.37">28314 17471 0,'26'27'15,"-26"-1"1,0 0-16,0 27 0,27-27 16,-27 1-16,0 25 0,0-25 0,0 25 0,0-25 15,0 25-15,0-26 0,26 1 16,-26-1-16,0 0 0,26-26 47,-26-26-47,0-27 0,27 27 15,-27 0-15,26 0 0,-26-27 0,26 27 16,1-27-16,-27 27 0,26-27 16,-26 27-16,26-27 0,-26 27 0,27-1 0,-27 1 15,26 26-15,-26 53 31,26-53-31,-26 26 0,0 0 0,27 27 16,-27-27-16,26 1 0,-26 25 0,26-25 16,-26-1-16,26 0 0,-26 1 0,27-1 15,-27 0-15,26-26 0,-26 26 0,26-26 16,1 0 0,-1 0-16,-26-26 0,26 26 15,1-52-15,-1 52 0,-26-27 0,26-25 16,1 25-16,-27 1 0,0-27 0,26 27 15,-26-27-15,0 27 0,0-27 0,0 27 16,0-26-16,0 25 0,0-25 16,0 25-16,-26-25 0,26 25 0,0-25 15,-53-1-15,53 27 0,-26-27 0,26 27 16,-27 0-16,27-1 0,-26 1 0,26 0 16,0 52 30,0 0-46,0 27 16,0-27-16,0 0 16,0 1-16,26-1 0,-26 0 15,0 1-15,27-1 0,-27 0 0,26 1 0,-26 25 16,26-25-16,-26-1 0,27 27 16,-27-27-16,26 26 0,-26-25 0,0 25 15,0 1-15,0-27 0,0 27 0,0-27 16,0 1-16,0 25 0,0-25 0,-53-1 15,53 0-15,-26-26 0,26 26 16,0-78 0,53-1-1,-53 27-15,26 0 0,-26-1 16,53-25-16,-27 25 0,0 1 0,0 0 16,1-27-16,-27 27 0,26 26 15,0-27-15,1 1 0,-27 0 0,26 0 16,-26-1-16,0 1 15,0 0-15,0-1 0,0 1 16,0 0-16,-26-1 0,26 1 16,-53 0-16,27 26 15,-1 0 1,27 26-16,-26-26 0,26 53 16,-26-27-16,26 0 0,0 1 0,0-1 15,0 27-15,0-27 0,0 26 0,0-25 16,0 25-16,0-25 0,26-1 0,-26 27 15,0-27-15,0 0 0,0 1 16,26-1-16,-26 0 0,0 1 0,0-1 16,0 0-16</inkml:trace>
  <inkml:trace contextRef="#ctx0" brushRef="#br0" timeOffset="112576.31">29709 17129 0,'0'27'62,"0"25"-62,52 1 16,-52-27-16,0 1 0,27-1 16,-27 0-16,26 27 0,-26-27 0,26 27 15,-26-27-15,0 27 0,0-1 0,0-25 16,0 25-16,0-25 0,0-1 0,0 0 16,0 1-16,0-1 15,-26-26 1,26-53-16,-26 53 15,26-26-15,0 0 0,0-1 16,-27-25-16,27 25 0,0 1 0,0-27 16,0 27-16,0 0 0,0-1 0,0-25 15,0 26-15,27-1 0,-27 1 16,26 26-16,0 0 16,-26 26 15,27-26-31,-27 27 0,0 25 15,0-26-15,26 1 0,-26-1 0,0 0 16,0 1-16,0-1 0,0 0 16,26 1-16,-26-1 0,0 0 0,0 1 15,27-1-15,-1 0 0,-26 1 16,26-27-16,-26 26 0,27-26 0,-1 0 16,0 0-16,1 0 0,-1 0 15,0-26-15,0 26 0,-26-53 16,27 53-16,-27-26 0,0-1 0,26 1 15,-26 0-15,0-1 0,0 1 0,0 0 16,0-1-16,0 1 0,0-27 0,0 27 16,-26 0-16,26 0 0,-53-1 0,53 1 15,-26 0-15,0-1 0,-27 1 16,27 26-16,-1 0 16,1 0-1,26 26-15</inkml:trace>
  <inkml:trace contextRef="#ctx0" brushRef="#br0" timeOffset="113183.8">30656 17182 0,'-26'-26'0,"-1"26"32,27 26-1,0 0-15,-26-26-16,26 53 0,-26-27 15,26 1-15,-26-27 0,26 26 0,0 0 16,-27 1-16,27-1 0,0 0 15,0 0-15,0 1 0,0 25 0,0-25 16,53-1-16,-53 0 0,26-26 0,-26 27 0,53-1 16,-27-26-16,0 26 0,1-26 15,-1 0-15,0 0 0,27 0 0,-27 0 0,1 0 16,25 0-16,-25-26 0,-1 26 16,27-53-16,-27 53 0,0-26 0,0 0 15,1-1-15,-27 1 0,26 0 0,-26-1 16,0 1-16,0 0 0,0 0 0,0-1 15,-26 1-15,26 0 16,-27 26-16,-25-27 0,26 27 16,-1 0-16,1 0 0,0 0 15,-1 0-15,1 0 16,26 27-16,-26-27 0,26 26 16,0 0-16,-27-26 0,27 53 15,0-27-15,0 0 16,0 1-16,0-1 0,0 0 0,53 1 15,-53-1-15,26 0 0,-26 1 16,27-1-16,-1 0 0,0-26 16,1 27-16,-1-27 0,26 26 0,-25-26 15,-1 0-15,0 0 0,1 0 0,25 0 16,-25 0-16,-1 0 0,-26-53 0,26 53 16,1-26-16,-1 0 0,-26-1 15</inkml:trace>
  <inkml:trace contextRef="#ctx0" brushRef="#br0" timeOffset="114525.97">31340 17208 0,'0'-26'0,"0"0"16,27 26 15,-27 26-15,0 27-1,26-53-15,-26 26 0,0 0 16,0 1-16,0-1 0,0 0 0,0 1 16,0-1-16,0 0 0,0 0 0,0 1 15,0-1-15,0 0 0,0 1 16,26-27-16,1 0 16,25 0-1,-52-27-15,26 27 0,1-26 0,-1 26 16,0-53-16,1 53 0,-1-26 0,0 0 15,1 26-15,-27-26 16,0 78 15,0-26-31,0 1 16,0-1-16,26 0 16,0-26-16,27 0 15,-27 0-15,1-26 16,-1 26-16,-26-26 0,26 26 15,1-53-15,-27 27 0,0 0 16,26-1-16,-26 1 0,0 0 0,0-1 16,0 1-16,0-27 0,0 27 0,0-27 15,0 27-15,-26-27 0,26 27 0,0-26 16,-53-1-16,53 0 0,-26 27 0,26-27 16,-27 27-16,27-27 0,-26 27 0,26 0 15,0-1-15,0 1 0,0 0 16,0 52 46,0 0-62,26 27 16,-26-27-16,0 1 0,0-1 16,0 0-16,27 1 0,-27 25 0,0-25 15,26 25-15,-26-25 0,26 25 0,-26-26 16,0 27-16,27 0 0,-27-27 15,0 0-15,0 27 0,0-27 0,0 1 16,0-1-16,0 0 0,0 1 0,-27-1 16,27 0-16,-52-26 15,25 0-15,27-26 32,0 0-17,0-1-15,27 27 0,-27-52 16,26 25-16,-26 1 0,53 26 0,-27-26 15,0-1-15,0 1 0,1 0 0,-1 26 16,0-27-16,-26 1 0,27 0 0,-27-1 16,26 27-16,-26-26 0,0 0 0,0 0 15,0-1-15,0 1 16,-26 26-16,26-26 0,-53 26 16,0 0-16,27 0 15,0 0-15,0 0 0,26 26 0,-27-26 16,1 0-16,26 53 0,0-27 15,0 0-15,0 0 16,0 1-16,26-27 0,-26 26 0,53 0 16,-1 1-16,-25-27 0,-1 26 15,-26 0-15,26-26 0,1 27 0,-1-1 16,0 0-16,-26 1 0,0-1 16,27 0-16,-27 1 0,26-1 15,-26 0-15,0 0 0,0 1 16,26-27-16,-26 26 15,27-26 1,-27-53-16,26 53 16,0 0-16,1-26 0,-1 26 15,0-26-15,-26 0 0,26-1 0,1 1 16,-1 0-16,-26-1 0,26 1 16,-26 0-16,27-1 0,-27 1 0,0 0 0,0-1 15,0 1-15,0 0 31,-27 26-15,27 52 15,0-25-15,0-1-16,0 0 16,-26 1-16,26-1 15,0 0-15,0 1 0,0-1 16,26 0-16,-26 1 0,0-1 15,27-26-15,-27 26 0,26-26 16,0 26 0,1-26-1</inkml:trace>
  <inkml:trace contextRef="#ctx0" brushRef="#br0" timeOffset="114643.35">32735 17156 0,'0'-27'0,"0"1"0,-26 0 0,26-27 15,0 27-15,0-27 0,-27 27 0,27 0 16,0-1-16,0 1 0,0 0 16,0 78-1,0 1-15</inkml:trace>
  <inkml:trace contextRef="#ctx0" brushRef="#br0" timeOffset="115160.14">32972 17129 0,'-27'0'47,"1"0"-32,0 0 1,26 27-16,-26-27 16,-1 26-16,1-26 0,0 0 15,26 53-15,-27-53 16,27 26-16,-26 0 0,26 1 0,0-1 16,0 0-16,0 1 0,0-1 15,0 0-15,0 0 16,26 1-16,-26-1 0,53 0 15,-27 1-15,1-27 16,-1 0-16,0 0 0,0 0 16,1-53-16,-1 53 0,0-26 0,1 26 15,-1-27-15,0 27 0,-26-52 0,27 26 16,-1-1-16,0 1 0,-26 0 0,27-1 16,-27 1-16,0 0 0,0-1 15,0 1-15,0 0 0,-53-1 0,53 1 16,-53 0-16,27-1 0,0 1 15,-27 26-15,27-26 0,-1 26 0,1 0 16,0 0-16,0 0 16,26 26-16,-27-26 0,27 26 0,0 27 15,0-27-15,0 1 0,0-1 16</inkml:trace>
  <inkml:trace contextRef="#ctx0" brushRef="#br0" timeOffset="115725.98">33340 17445 0,'26'0'0,"1"0"0,-1-26 15,0 26-15,1-53 16,-1 53-16,0 0 0,-26-26 0,27 26 16,-1 0-16,-26-26 0,26 26 15,-26-27-15,0 1 16,-52 0-1,25 26 1,27-27-16,-26 27 0,-27-26 16,27 26-16,0 0 15,-1 0-15,27-26 0,-26 26 0,0 0 16,0 0 0,-1 26-1,1 0 1,0 1-16,26 25 15,-27-25-15,27-1 0,-26 0 16,26 1-16,0-1 0,0 0 16,0 0-16,0 1 0,0-1 0,0 0 15,0 1-15,0-1 0,0 0 0,26 1 16,-26-1-16,53-26 0,-27 0 16,1 0-16,-1 0 15,0 0-15,0-26 0,1-1 0,-1 27 16,0-52-16,1 25 0,-27 1 15,26 0-15,-26-1 0,26 1 0,-26 0 16,27 0-16,-27-1 0,0 1 0,0 0 16,0-27-16,0 27 0,0-27 0,0 27 15,0-27-15,0 27 0,-27-1 0,27 1 16,0 0-16,-52 0 0,52-1 0,-27 27 16,27-26-16,-26 26 15,0 0-15,26 53 0,-27-53 16,1 52-16,-26 1 0,25-1 0,1 1 15,-27 0-15,27-1 0,0 1 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944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85.5814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6-01-23T03:12:48.22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12999 4210 0,'-26'0'0,"-27"0"0,27 0 16,0-26-16,-1 26 0,-25 0 16,52-26-16,-27 26 0,1 0 0,0-27 15,-1 27-15,1-26 0,0 26 0,-1-26 16,1 26 0,26-27-16,-26 27 0,-1 0 0,27-26 15,-26 26-15,0 0 0,0-26 0,-1 26 16,1 0-16,0 0 0,-27-27 0,27 27 15,-1 0-15,1 0 0,0 0 0,-1 0 16,1 0-16,0 0 0,-1 0 0,1 0 16,0 0-16,-1 0 0,1 0 0,0 0 15,0 0-15,-1 0 0,1 0 16,0 0-16,-1 0 0,1 0 16,0 0-16,-1 27 0,1-27 15,0 0-15,-1 0 0,1 0 16,26 26-16,-26-26 0,-1 0 15,1 0-15,0 26 0,0-26 0,-1 0 16,1 0-16,0 27 0,-1-27 0,1 0 16,0 0-16,-1 0 0,1 0 0,26 26 15,-26-26-15,-1 0 0,1 0 16,0 0-16,-1 0 0,1 26 16,0-26-16,-1 0 15,1 0-15,0 0 16,0 27-16,-1-27 0,1 0 0,0 0 15,-1 26-15,1-26 0,0 0 0,-1 26 16,1-26-16,0 0 0,-1 26 0,1-26 16,26 27-16,-26-27 0,-1 26 0,1-26 15,0 0-15,0 26 0,-1 1 16,1-27-16,0 26 0,-1-26 16,27 26-16,-26-26 0,26 27 15,-26-27-15,-1 26 0,1 0 16,26 1-16,-26-27 0,26 26 15,-27 0-15,27 1 0,-26-27 16,26 26-16,0 0 0,-26 0 0,26 1 16,-27-1-16,27 0 0,-26-26 0,26 27 15,0-1-15,-26 0 0,26 1 16,0-1-16,-27 0 0,27 1 16,0-1-16,0 0 0,0 1 0,0-1 15,0 0-15,0 0 0,0 1 16,0-1-16,0 0 0,0 1 15,0-1-15,0 0 0,0 1 0,0-1 16,0 0-16,0 1 0,0-1 16,0 0-16,0 1 0,0-1 15,0 0-15,0 0 0,27 1 16,-27-1-16,26 0 16,0-26-16,-26 27 15,27-27-15,-1 26 16,0-26-16,-26 26 15,27-26-15,-1 0 0,-26 27 0,26-27 16,1 0-16,-27 26 0,26-26 0,0 0 16,1 0-16,-1 26 0,0-26 0,1 0 15,-1 27-15,0-27 0,0 0 0,1 0 16,-1 0-16,0 26 0,1-26 0,25 0 16,-25 0-16,-1 0 0,0 26 0,1-26 15,25 0-15,-25 0 0,-1 0 16,0 0-16,0 27 0,1-27 0,-1 0 15,0 0-15,1 0 0,-1 0 16,0 0-16,1 0 0,-1 0 0,0 0 16,1 0-16,-1 0 0,0 0 0,1 0 15,-1 0-15,0 0 0,1 0 16,-1 0-16,0 0 0,0 0 0,1 0 16,-1 0-16,0 0 0,1 0 15,-1 0-15,0 0 0,1 0 0,-1 0 16,0 0-16,1 0 0,-1 0 0,0 0 15,1 0-15,-1 0 0,0 0 0,0 0 16,1 0-16,25 0 0,-25 0 0,-1 0 16,0-27-16,1 27 0,-1 0 0,0-26 15,1 26-15,-1 0 0,0-26 16,1 26-16,25-27 0,-25 1 0,-1 0 0,26-1 16,-25 1-16,25 0 0,-25-27 15,-1 0-15,0 27 0,1-26 0,-1-1 16,0 0-16,-26 1 0,27-27 0,-27 26 15,0-26-15,0 27 0,0-27 0,0 26 16,-27-26-16,27 26 0,-52 1 0,52-1 16,-27 27-16,1-27 0,0 1 0,-1 25 15,1 1-15,0 0 0,26-1 0,-27 1 16,27 0-16,-26-1 0,26 1 0,0 0 16,0-1-16,0 1 15</inkml:trace>
  <inkml:trace contextRef="#ctx0" brushRef="#br0" timeOffset="1900.13">20604 4289 0,'-26'0'0,"-1"-26"16,1 26-16,0-27 16,-1 27-16,1 0 0,26-26 0,-26 26 15,-1 0-15,1-26 0,0 26 16,0 0-16,26-26 0,-27 26 0,1 0 15,0-27-15,-1 27 0,1-26 16,0 26-16,-1 0 0,-25-26 0,25 26 16,1 0-16,0 0 0,-27-27 0,27 27 15,0 0-15,-27 0 0,27 0 0,-27-26 16,0 26-16,1 0 0,-1 0 0,0 0 16,1 0-16,-1 0 0,1-26 0,-1 26 15,0 0-15,1 0 0,-1 0 0,0 0 16,1 0-16,-27 0 0,26 0 0,1 0 15,-1 0-15,0 0 0,1 0 0,25 0 16,-25 0-16,-1 0 0,27 0 0,-27 0 16,27 0-16,-27-27 0,27 27 0,-27 0 15,27 0-15,0 0 0,-27 0 16,27 0-16,-1 0 0,1 0 0,0 0 16,-1 0-16,1 0 0,0 0 0,-27 0 15,27 0-15,0 0 0,-1 27 0,1-27 16,-27 0-16,27 26 0,0-26 0,-27 26 15,27-26-15,-27 0 0,27 0 0,-27 27 16,27-27-16,-27 0 0,27 26 0,-27-26 16,1 0-16,25 26 0,-25-26 0,25 27 15,-25-27-15,-1 0 0,27 26 0,-27-26 16,27 26-16,0-26 0,-27 0 0,27 26 16,-1-26-16,1 0 0,0 27 15,-1-27-15,1 0 0,0 26 0,-1-26 16,1 0-16,0 26 0,-1-26 0,1 27 15,0-27-15,0 26 0,-1-26 0,1 0 16,0 26-16,-1-26 0,1 27 0,0-27 16,26 26-16,-27-26 0,27 26 15,-26-26-15,0 27 0,-1-1 16,27 0-16,-26 1 16,26-1-16,-26 0 0,26 0 15,0 1-15,-27-1 0,27 0 16,0 1-16,0-1 0,-26 0 0,26 1 15,0-1-15,0 0 16,-26 1-16,26-1 0,0 0 0,0 1 16,0-1-16,0 0 0,0 0 0,0 1 15,0-1-15,0 0 0,52 1 0,-52-1 16,0 0-16,27 1 0,-1-1 16,0 0-16,-26 1 0,27-27 0,-1 26 15,0 0-15,1 1 0,-1-1 0,0 0 16,1-26-16,25 26 0,-25 1 0,25-27 15,-26 26-15,1 0 0,25-26 0,-25 27 16,-1-27-16,0 26 0,27 0 0,-27-26 16,1 0-16,25 27 0,-25-27 15,-1 26-15,26-26 0,-25 26 0,25-26 0,-25 0 16,-1 27-16,0-27 0,27 0 16,-27 0-16,1 26 0,25-26 0,-25 0 15,25 0-15,-25 0 0,25 26 0,1-26 16,-27 0-16,27 0 0,-27 0 0,27 0 15,-27 0-15,27 0 0,-27 0 0,27 0 16,-27 27-16,26-27 0,-25 0 16,-1 0-16,27 0 0,-27 0 0,27 0 0,-27 26 15,27-26-15,-27 0 0,27 0 0,-1 0 16,1 0-16,-1 0 0,-25 0 0,25 0 16,1 0-16,0 0 0,-27-26 15,27 26-15,-1 0 0,-25 0 0,25-27 16,1 27-16,-27 0 0,27-26 0,-27 26 15,27 0-15,-27 0 0,27 0 0,-27-26 16,27 26-16,-27 0 0,27 0 0,-27 0 16,26 0-16,1 0 0,-27-27 0,27 27 15,-27 0-15,1 0 0,25 0 0,1 0 16,-27 0-16,27 0 0,-27 0 0,27 0 16,-27 0-16,27 0 0,-27 0 0,0 0 15,27 0-15,-27 0 0,1 0 16,-1 0-16,27 0 0,-27 0 0,0 0 15,1 0-15,25 0 0,-26 0 0,27 0 16,0 0-16,-27 0 0,27 0 0,-1-26 16,-25 26-16,25 0 0,-25-26 0,-1 26 15,27 0-15,-27 0 0,0-27 0,27 27 16,-27-26-16,0 0 0,27 26 0,-27-27 16,1 1-16,25 26 0,-25-26 0,-1-1 15,0 1-15,1 0 0,-1-27 0,0 27 16,0 0-16,-26-27 0,27 27 0,-27-27 15,26 0-15,-26 1 0,0-1 0,0 1 16,0 25-16,0-25 0,0-1 0,-53 0 16,53 27-16,-52-27 0,26 1 0,-27 25 15,27-25-15,-53 26 0,26-27 16,0 27-16,-26-27 0,1 27 0,-1-1 0,0-25 16,0 25-16,0 27 0,26-26 15,0 0-15,1-1 0,-1 27 0,27-26 16,0 26-16,-1-26 0,1 26 0</inkml:trace>
  <inkml:trace contextRef="#ctx0" brushRef="#br0" timeOffset="2985.07">24998 4289 0,'0'-26'0,"0"-1"15,0 1 1,-52 0-16,52 0 16,-26 26-16,26-27 0,-53 27 15,27-26-15,-1 0 0,1 26 0,0-27 0,-27 27 16,27-26-16,-27 0 0,0 26 16,27-27-16,-26 27 0,-27 0 0,52-26 15,-25 26-15,-1-26 0,0 26 0,1 0 16,-1-27-16,-26 27 0,27 0 0,-1 0 15,-26 0-15,26-26 0,-26 26 0,27 0 16,-27 0-16,26 0 0,-26 0 16,27 0-16,-27 0 0,26 0 0,0 0 0,-26 0 15,27 0-15,-1 26 0,1-26 0,-1 0 16,0 0-16,27 27 0,-27-27 0,1 26 16,-1-26-16,1 26 0,-1-26 15,0 27-15,1-27 0,-1 26 0,0-26 0,1 26 16,25-26-16,-25 27 0,25-1 15,-25-26-15,26 26 0,-27 1 0,27-27 16,-27 26-16,0 0 0,27 0 0,-27 1 16,27-27-16,0 26 0,-1 0 0,1-26 15,0 27-15,0-27 0,-1 26 0,1 0 16,0 1-16,-1-1 0,1 0 16,26 1-16,-26-1 0,-1 0 15,27 1-15,0-1 0,-26 0 0,26 0 0,0 1 16,0-1-16,0 0 0,0 1 15,0-1-15,0 0 0,0 1 16,0-1-16,0 0 0,0 1 0,26-1 16,-26 0-16,0 1 0,27 25 0,-27-26 15,26 1-15,-26-1 0,26 0 0,1 1 16,-27 25-16,26-25 0,0-1 0,1 0 16,-1 1-16,0-1 0,0 0 0,1 1 15,-1-1-15,0 0 0,1 0 0,25 1 16,-25-1-16,25 0 0,-25 1 0,25-1 15,-25 0-15,25 1 0,27-1 0,-26-26 16,26 26-16,-27 1 0,27-1 0,27 0 16,-28 1-16,28-27 0,-1 26 0,-26 0 15,26-26-15,27 26 0,-27-26 16,0 27-16,1-27 0,-1 0 0,0 0 16,0 0-16,27 0 0,-27 0 0,-26-27 15,26 27-15,1-52 0,-27 26 0,26-1 16,-26 1-16,0-27 0,0 27 0,0-27 15,-1-26-15,-25 27 0,0-27 0,-27 0 16,27 0-16,-27 0 0,-26-26 0,26 26 16,-26-26-16,0 26 0,0 0 0,-52 0 15,52 0-15,-53 26 0,0-26 0,27 27 16,-27-1-16,-25 0 0,25 1 0,-26-1 16</inkml:trace>
  <inkml:trace contextRef="#ctx0" brushRef="#br0" timeOffset="14245.04">10973 8025 0,'26'0'32,"1"0"-17,-27-26 1,26 26-16,0 0 0,0 0 15,1 0 1,-27-26 0,26 26-16,0 0 15,1 0-15,-1 0 16,0 0-16,1 0 16,-1 0-16,0 0 0,1 0 15,-1 0-15,0 0 0,1 0 16,-1 0-16,0 0 15,1 0-15,-1 0 0,0 0 16,0 0-16,1 0 0,-1-27 16,0 27-16,1 0 0,-1 0 15,0 0-15,1 0 16,-1 0-16,0-26 0,1 26 0,-1 0 16,0 0-16,1 0 0,-1 0 15,0 0-15,0 0 16,1 0-16,-1 0 15,0 0-15,1 0 16,-1 26 0,0-26-1,1 0-15,-1 0 16,0 0 0,1 0-16,-1 0 0,0 0 15,1 0-15,-1 0 0,0 0 16,1 0-16,-1 0 0,0 0 0,0 0 15,1 0-15,-1 0 0,0 0 16,1 0-16,-1 0 0,0 0 16,1 0-16,-1 0 15,0 0-15,1 0 0,-1 0 16,0 0-16,1 0 0,-1 0 16,0 0-16,0 0 15,1 0-15,-1 0 0,0 0 16,1 0-16,-1 0 15,0 0-15,1 0 0,-1 0 0,0 0 16,1 0-16,-1 0 0,0 0 16,1 0-16,-1 0 0,0 0 0,1 0 15,-1 0-15,0 0 16,0 0-16,1 0 0,-1 0 0,0 0 0,1 0 16,-1-26-16,0 26 0,27 0 0,-27 0 15,1 0-15,-1 0 0,0 0 0,1 0 16,25 0-16,-26 0 0,1 0 15,-1 0-15,0-26 0,1 26 0,-1 0 16,0 0-16,1 0 0,-1 0 16,0 0-1,-78 0 1,-27 0 0</inkml:trace>
  <inkml:trace contextRef="#ctx0" brushRef="#br0" timeOffset="15009.41">10894 8999 0,'26'0'0,"1"0"16,-1 0-1,0 0-15,1 0 16,-1 0-16,0 0 0,0 0 0,1 0 16,-1 0-16,0 0 0,1 0 0,25 0 15,-25 0-15,-1 0 0,27 0 0,-27 0 16,0 0-16,27 0 0,-27 0 0,27 0 16,-27 0-16,0 0 0,27 0 0,-27 0 15,27 0-15,-27 0 0,1 0 0,25 0 16,-25 0-16,-1 0 0,0 0 0,1 0 15,-1 0-15,0 0 0,0 0 0,1 0 16,-1 0-16,0 0 0,1 0 0,-1 0 16,0 0-16,1-26 0,-1 26 0,27 0 15,-27 0-15,0-27 0,27 27 16,-27 0-16,1 0 0,-1 0 0,0-26 0,27 26 16,-27 0-16,0 0 0,1 0 15,-1 0-15,0 0 0,1 0 0,-1 0 16,27 0-16,-27 0 0,0 0 15,1 0-15,-1 0 0,0 0 16,0 0-16,1 0 16,-27 26 31,-27-26-47,1 0 15,-26-52-15</inkml:trace>
  <inkml:trace contextRef="#ctx0" brushRef="#br0" timeOffset="16960.37">17499 8078 0,'53'0'94,"-1"0"-94,-26 0 0,1 0 16,-1 0-16,27 0 0,-27 0 0,0 0 15,27 0-15,-27 0 0,1 0 0,-1 0 16,27 0-16,-27 0 0,0 0 0,27 0 16,-27 0-16,0 0 0,1 0 0,-1 0 15,0 0-15,1 0 0,-1 0 16,0 0-16,1 0 0,-1-26 0,0 26 15,27 0-15,-27 0 0,1 0 0,25 0 16,-26 0-16,1 0 0,25 0 0,-25-27 16,-1 27-16,27 0 0,-27 0 0,27 0 15,-27 0-15,0 0 0,27 0 0,-27 0 16,27 0-16,-27 0 0,0 0 0,27 0 16,-27 0-16,1 0 0,-1 0 0,0 0 15,1 0-15,-1 0 0,0 0 0,1 0 16,-1 0-16,27 0 0,-27 0 0,0 0 15,0 0-15,27 0 0,-27 0 0,1 0 16,25 0-16,-25 0 0,-1 0 0,0 0 16,1 0-16,-1 0 0,27 0 0,-27 0 15,0 0-15,1 0 0,-1-26 0,0 26 16,0 0-16,1 0 0,-1 0 16,0 0-16,1 0 0,-1 0 15,0 0-15,1 0 0,-1-26 16,0 26-16,1 0 15,-80 0 17,27 0-32,-27 0 15,0 0-15</inkml:trace>
  <inkml:trace contextRef="#ctx0" brushRef="#br0" timeOffset="17592.96">17288 9052 0,'27'0'0,"-1"0"16,0 0-1,1 0-15,-1 0 0,0 0 16,1 0-16,-1 0 0,0 0 0,27 0 15,-27 0-15,27 0 0,-27 0 0,27 0 16,-27 0-16,27 0 0,-1 0 0,-25 0 16,25 0-16,1 0 0,-27 0 15,27 0-15,-1 0 0,-25-27 0,25 27 16,-25 0-16,25 0 0,1 0 0,-27-26 0,27 26 16,0 0-16,-1 0 0,1 0 0,-1-26 15,1 26-15,0 0 0,-27 0 0,0-27 16,1 27-16,-1 0 0,0 0 15,1 0-15,-1 0 16,-26-26-16,-53 26 31,1 0-31</inkml:trace>
  <inkml:trace contextRef="#ctx0" brushRef="#br0" timeOffset="19558.99">22551 8788 0,'27'0'62,"-27"53"-46,52-53-16,-25 0 0,-1 0 0,0 26 16,27-26-16,-27 0 0,27 0 0,-27 0 15,27 0-15,-27 0 0,27 0 0,-1 0 16,-25 0-16,25 0 0,1 0 0,-27 0 16,27 0-16,-1 0 0,-25 0 15,25-26-15,-25 26 0,-1 0 0,27 0 0,-27 0 16,27 0-16,-27 0 0,0 0 15,27 0-15,-27 0 0,0 0 0,27 0 16,-27 0-16,27 0 0,-27 0 0,27 0 16,-27 0-16,27 0 0,-27 0 0,0 0 15,27-26-15,-27 26 0,1 0 0,-1 0 16,0 0-16,1 0 0,-1 0 0,0 0 16,1 0-16,-1-27 0,0 27 0,1 0 15,25 0-15,-52-26 0,27 26 0,25 0 16,-26 0-16,1 0 0,-1-26 0,0 26 15,1 0-15,-1 0 0,0 0 16,1 0-16,25-26 0,-25 26 0,-1 0 0,0 0 16,27 0-16,-27 0 0,0 0 0,1-27 15,-1 27-15,27 0 0,-27 0 0,0 0 16,1 0-16,-1 0 0,27 0 16,-27-26-16,0 26 0,1 0 0,-1 0 15,27 0-15,-27 0 0,26 0 0,-25 0 16,-1 0-16,27 0 0,-27 0 0,27 0 15,-27 0-15,27 0 0,-27 0 0,0 0 16,27 0-16,-27 0 0,1 0 0,-1 0 16,0 0-16,0 0 0,1 0 15,-1 0-15,0 0 0,1 0 0,-1 0 16,0 0-16,1 0 0,-1 0 16,0 26-1,-26-78 32,-52 52-47,52-53 16</inkml:trace>
  <inkml:trace contextRef="#ctx0" brushRef="#br0" timeOffset="23495.23">10920 6815 0,'27'0'62,"-1"0"-62,0 0 16,1 0-16,-1 0 0,0 0 15,0 0-15,1 0 16,-1 0-16,0 0 0,1 0 16,-1 0-16,0 0 0,1 0 0,-1 0 15,0 0-15,1 0 0,-1 0 16,0 0-16,1 0 0,-1 0 15,0 0-15,1 0 16,-1 26-16,0-26 0,0 0 16,1 0-16,-1 0 0,0 0 15,1 0-15,-1 0 16,0 0-16,1 0 16,-1 0-16,0 0 0,1 0 15,-1 0-15,0 0 0,1-26 0,-1 26 16,0 0-16,0 0 0,1 0 0,-1 0 15,0 0-15,1 0 0,-1 0 0,-26-26 16,26 26-16,1 0 0,-1 0 0,0 0 16,1 0-16,-1 0 0,0 0 15,27 0-15,-27 0 0,1 0 0,25 0 16,-26 0-16,27 0 0,-27 0 0,27 0 16,-27 0-16,1 0 0,25 0 0,-25 26 15,-1-26-15,0 0 0,1 0 0,-1 0 16,0 0-16,0 0 0,1 26 15,-1-26-15,0 0 0,1 0 16,-1 0-16,-26 27 16,-26-27 15,26-53-15,-27 0-16</inkml:trace>
  <inkml:trace contextRef="#ctx0" brushRef="#br0" timeOffset="24377.98">17078 6894 0,'26'0'0,"0"0"31,1 0-15,-1 0-16,0 0 0,1 0 15,-1 0-15,0 0 0,1 0 0,25 0 16,-25 0-16,-1 0 0,27 0 0,-27 0 16,27 0-16,-1 0 0,1 0 0,-27 0 15,27 0-15,-1 0 0,1 0 0,0 0 16,26 0-16,-27 0 0,1 0 0,-27 0 16,27 0-16,-1 0 0,-25-26 0,-1 26 15,27 0-15,-27 0 0,0 0 16,1 0-16,-1 0 0,0 0 0,1 0 15,-1 0-15,0 0 0,0 0 16,1 0-16,-27-27 0,26 27 16,0 0-1,1 0 1,-1 0 0,-52 0 93,26-26-93,-27 26-16,-25 0 0,52-26 15,-27 26-15</inkml:trace>
  <inkml:trace contextRef="#ctx0" brushRef="#br0" timeOffset="25092.05">22314 6894 0,'-26'0'0,"0"0"15,26-26-15,26 26 32,53 0-17,-53 0-15,27 0 16,0 0-16,-1 0 0,27 0 0,-26 0 16,26 0-16,-27 0 0,27 0 0,0 0 15,0 0-15,0 0 0,0 0 0,0 26 16,0-26-16,0 0 0,0 0 0,-26 26 15,25-26-15,-25 0 0,0 0 0,-27 0 16,27 0-16,-27 0 0,0 0 0,1 0 16</inkml:trace>
  <inkml:trace contextRef="#ctx0" brushRef="#br0" timeOffset="27081.92">18736 6184 0,'-27'0'0,"1"0"15,26-27-15,-26 27 0,26-26 16,-27 26-16,1-26 0,0 26 15,-1-27-15,1 1 16,0 0-16,0-1 16,-1 1-1,1 26-15,26-26 16,-26 26-16,-1 0 0,1-27 16,0 27-16,-1 0 0,1 0 15,0-26-15,-1 26 0,1 0 16,0 0-16,-1 0 0,1 0 0,-27-26 0,27 26 15,-26 0-15,25 0 0,-25-26 16,25 26-16,-25 0 0,25 0 0,1 0 16,-27 0-16,27 0 0,-27 0 0,27 0 15,0 0-15,0 0 0,-27 0 0,27 26 16,-1-26-16,1 0 0,0 26 0,-27-26 16,27 26-16,-1-26 0,1 0 0,-27 0 15,27 27-15,0-1 0,-1-26 0,-25 26 16,26-26-16,-1 0 0,-25 27 0,25-27 15,1 26-15,-27-26 0,27 26 0,0-26 16,-1 27-16,-25-27 0,25 0 0,1 26 16,26 0-16,-26-26 0,0 27 0,-1-27 15,1 26-15,0-26 0,-1 26 16,1 0-16,0 1 16,-1-1-16,27 0 15,0 1-15,0-1 0,0 0 16,0 1-16,0-1 0,0 0 0,0 1 15,0-1-15,0 0 0,27 1 0,-27-1 16,52 0-16,-52 0 0,53 27 0,-27-27 16,1 27-16,25 0 0,1-1 0,-1-25 15,1 25-15,0 1 0,26-27 16,0 27-16,-1-27 0,28 0 0,-27 1 16,26-1-16,0-26 0,0 26 0,1-26 15,-1 0-15,0 0 0,0-52 0,1-1 16,-1 27-16,0-27 0,-26 1 0,0-1 15,0-26-15,-26 0 0,-27 26 0,0-26 16,1 1-16,-27-1 0,0 0 0,-79-27 16,26 27-16,0 1 0,-25-1 0,-1 26 15,0-26-15</inkml:trace>
  <inkml:trace contextRef="#ctx0" brushRef="#br0" timeOffset="31124.09">5999 10236 0,'27'0'47,"-1"0"-16,-26-27-31,26 27 0,1 0 16,-1 0-16,0 0 15,1 0-15,-1 0 16,0 0-16,1 0 0,-1 0 0,0 0 15,1 0-15,-1 0 0,0 0 0,1 0 16,-1 0-16,0 27 0,0-27 0,1 0 16,-1 0-16,0 26 0,27-26 0,-27 0 15,1 0-15,-1 0 0,0 0 16,1 0-16,-1 0 0,0 0 0,1 0 16,-1 0-16,0 0 0,0 0 0,1 0 15,-1 0-15,0 0 0,1 0 0,-1 0 0,0 0 16,1 0-16,-1 0 0,0 0 15,1 0-15,-1 0 0,0 0 0,1 0 16,-1 0-16,0 0 0,1 0 0,-1 0 16,0 0-16,0 0 0,1 0 15,-1 0-15,0 0 0,1 0 0,-27 26 16,26-26-16,0 0 0,1 0 16,-27 27-16,26-27 0,0 0 15,1 0-15,-1 0 0,-26 26 16,26-26-16,1 0 0,-1 0 15,0 0-15,0 0 16,1 26-16,-1-26 0,0 0 16,1 0-16,-1 0 0,0 0 15,1 0-15,-1 0 0,0 0 16,1 0-16,-1 0 16,0 0-16,-26 27 0,27-27 15,-1 0-15,0 0 16,1 0-1,-1 0-15,0 0 16,0 0-16,1 0 0,-1 0 0,0 0 16,1 0-16,-1 0 0,0 0 15,1 0-15,-27-27 16,26 27-16,0 0 0,1 0 0,-1 0 16,0 0-1,1 0-15,-1 27 16,0-27-16,0 0 15,1 0-15,-1 0 0,0 0 16,1 0-16,-1 0 0,0 0 16,1 0-16,-1 0 0,0 0 15,1 0-15,-1 0 16,0 0-16,1 0 16,-1 0-16,0 0 15,1 0-15,-1 0 16,0 0-1,0 0-15,-26-27 63,0 1-47,53 26-16</inkml:trace>
  <inkml:trace contextRef="#ctx0" brushRef="#br0" timeOffset="31965.03">10657 10341 0,'26'0'47,"1"0"-31,-1 0-16,0 0 15,1 0-15,-1 26 0,0-26 0,1 0 16,25 0-16,-25 0 0,25 0 0,-25 0 16,25 0-16,1 0 0,-27 0 0,27 0 15,-27 0-15,27-26 0,-1 26 0,-25 0 16,25 0-16,1 0 0,-27 0 0,27 0 16,-27-26-16,27 26 0,-27 0 0,27 0 15,-27 0-15,27 0 0,-27 0 0,0 0 16,1 0-16,-1 0 0,27 0 15,-27 0-15,0 26 0,0-26 0,1 0 16,25 0-16,-25 26 0,-1-26 0,27 0 16,-27 0-16,0 0 0,27 0 0,-27 0 15,27 0-15,-27 0 0,27 0 0,-27 0 16,0 0-16,1 0 0,25 0 0,-25 0 16,-1 0-16,0 0 0,1 0 0,-1 0 15,-26-26-15,26 26 0,1 0 0,-1 0 16,0 0-16,1 0 0,-1-26 15,0 26-15,0 0 0,1 0 16,-1 0-16,-26-27 0,26 27 0,1 0 16,-1 0-1,-79 0 95,27 0-95,26-26-15,-53 26 0,27 0 16</inkml:trace>
  <inkml:trace contextRef="#ctx0" brushRef="#br0" timeOffset="34276.78">1552 11472 0,'0'-26'0,"0"-27"15,0 27-15,0 0 16,0-1-16,0 1 0,0 0 15,0-1-15,0 1 0,0 0 0,0 0 16,0-1-16,0 1 0,0-27 0,0 27 16,0-27-16,0 27 0,0-27 0,0 1 15,0 26-15,0-27 0,0 0 16,0 1-16,0-1 0,0 0 0,0 1 16,0-27-16,0 26 0,0 1 0,0-1 0,0 27 15,0-27-15,27 0 0,-27 27 16,0 0-16,52-27 0,-52 27 0,27 0 15,-27-1-15,26 1 0,0 0 0,1-1 16,-27 1-16,26 0 0,0-1 0,-26 1 16,26 26-16,1-26 0,-1 26 15,0-27-15,1 1 0,-1 26 0,27-26 16,-27 26-16,0-27 0,27 27 0,-27-26 16,1 26-16,-1 0 0,27-26 0,-27 26 15,0 0-15,0 0 0,27-26 0,-27 26 16,1 0-16,25 0 0,-25 0 0,-1 0 15,0 0-15,27 0 0,-27 0 0,1 0 16,-1 0-16,0 0 0,0 0 0,1 0 16,-1 0-16,0 26 0,1-26 15,-1 26-15,0-26 0,1 26 16,-27 1-16,26-27 0,0 26 0,-26 0 16,27-26-16,-1 27 0,-26-1 0,26 0 15,1 1-15,-27-1 0,26 0 0,0 1 16,-26-1-16,27 0 0,-1 27 15,0-27-15,-26 0 0,26 1 0,1-1 16,-27 0-16,26 1 0,-26-1 0,26 0 16,-26 1-16,27-1 0,-27 0 15,0 1-15,26-1 0,-26 0 16,-53-26 15,27 27-15,0-27-16,-1 0 0,-25 0 0</inkml:trace>
  <inkml:trace contextRef="#ctx0" brushRef="#br0" timeOffset="34657.18">2579 11051 0,'0'27'16,"0"-1"-16,0 0 16,26 1-16,-26-1 15,53 0-15,-53 0 0,52 1 16,-26-1-16,1 0 0,-1 1 0,27-1 16,-27 0-16,27 1 0,-1-1 0,1 0 15,0 1-15,-1-1 0,1-26 0,26 26 16,-27-26-16,1 0 0,0 0 0,26 0 15,-27 0-15,1 0 0,-1-52 0,1 52 16,26-53-16,-26 27 0,-1-27 0,27 0 16,-26-26-16,0 1 0,-1-1 0,27 0 15,-53 0-15,27-26 0,-27-1 0,1 1 16,-1 26-16,0-26 0,-26 0 0,0 26 16,0-27-16,0 27 0,-52 1 0,52 25 15,-53-26-15,53 26 0,-53 27 0,1-27 16,52 27-16,-27 26 0,1-26 0,-26 26 15,25 0-15</inkml:trace>
  <inkml:trace contextRef="#ctx0" brushRef="#br0" timeOffset="36366.49">17288 10472 0,'0'27'0,"0"-1"47,0 0-47,0 1 16,27-27-1,-27 26-15,52-26 0,-25 0 0,-1 0 16,27 0-16,-27 0 0,0 0 0,27 0 16,-1 0-16,-25 0 0,25-26 15,1 26-15,-27 0 0,27 0 0,0-27 16,-1 27-16,1 0 0,-1-26 0,1 26 16,0 0-16,-1 0 0,-25 0 0,25 0 15,1 0-15,-27-26 0,27 26 0,0 0 16,-1 0-16,1 0 0,-1 0 0,-25 0 15,25 0-15,1 0 0,0 0 0,-27 0 16,27 0-16,-27 0 0,0 0 0,0 0 16,1 0-16,-1 0 0,0 0 0,1 0 15,-1 0-15,0 0 32,-52 0 124</inkml:trace>
  <inkml:trace contextRef="#ctx0" brushRef="#br0" timeOffset="36857.22">22235 10525 0,'53'0'47,"-27"0"-47,27 0 16,26 0-16,0 0 0,26 0 0,27 0 15,-1 0-15,1 0 0,26 0 0,0 0 16,0 0-16,-1 0 0,-25 0 0,26 26 16,-27-26-16,-25 0 0,-1 0 0,-26 0 15,0 0-15,-26 0 0,-1 0 16,-26 0-16,1 0 0</inkml:trace>
  <inkml:trace contextRef="#ctx0" brushRef="#br0" timeOffset="40391.18">5999 11525 0,'0'-26'16,"0"-1"0,27 27-1,-1 0 1,0 0-16,1 53 16,-1-53-16,0 0 0,1 26 0,25-26 15,-25 27-15,25-27 0,1 0 0,26 0 16,0 26-16,0-26 0,0 0 0,0 0 15,26 0-15,-26 0 0,26 0 0,-26 0 16,26 0-16,-26 0 0,0 0 0,0 0 16,0 0-16,-26 0 0,26 0 0,-27 0 15,-25 0-15,25 0 0,-26 0 0,1 0 16,-1 0-16,0 26 0,1-26 16,-27 26-16,-53 1 31</inkml:trace>
  <inkml:trace contextRef="#ctx0" brushRef="#br0" timeOffset="40740.54">6184 12498 0,'0'27'16,"26"-27"31,53 26-47,-53-26 0,27 0 15,26 0-15,0 0 0,0 0 0,26 0 16,-26 0-16,26 0 0,27 0 15,-27 0-15,0-26 0,27 26 0,-1-53 0,1 53 16,-27-26-16,27 26 0,-27-26 16,0-1-16,1 27 0,-27-26 0,-1 26 15,-25 0-15,0-26 0,-27 26 0,0 0 16,1 0-16,-1 0 0</inkml:trace>
  <inkml:trace contextRef="#ctx0" brushRef="#br0" timeOffset="41857.06">13894 11446 0,'-27'0'0,"27"-26"16,-26 26-16,26-27 0,-26 1 0,0 26 16,-1-26-16,1 26 0,0-27 0,-1 27 15,1-26-15,0 0 0,-1 26 0,1-27 16,0 1-16,-1 26 0,1-26 0,0 26 16,-1-26-16,-25-1 0,26 27 0,-27 0 15,27-26-15,-27 26 0,0-26 0,27 26 16,-27-27-16,1 27 0,-1-26 0,0 26 15,1 0-15,-1-26 0,1 26 0,-1 0 16,0-27-16,1 27 0,25 0 0,-25 0 16,-1 0-16,1 0 0,25-26 0,-25 26 15,25 0-15,-25 0 0,-1 0 0,27 0 16,-1 0-16,-25 0 0,25 0 16,-25 0-16,25 0 0,-25 0 0,-1 0 15,1 0-15,25 0 0,-25 0 0,-1 0 16,0 0-16,1 0 0,-1 26 0,1-26 15,25 0-15,-25 0 0,-1 27 0,27-27 16,-27 0-16,27 0 0,-27 26 16,0-26-16,27 26 0,-27-26 0,1 0 0,26 27 15,-27-27-15,27 0 0,-27 26 16,27-26-16,-27 26 0,27-26 0,-1 27 16,1-27-16,0 26 0,-1-26 0,1 26 15,0 0-15,0-26 0,-1 27 0,1-1 16,0 0-16,-1 1 15,27-1-15,-26 0 16,26 1-16,0-1 0,-26-26 16,26 26-16,0 1 0,0-1 15,0 0-15,-27 1 0,27-1 16,0 0-16,0 0 0,0 1 0,0-1 16,0 0-16,53 1 0,-53 25 0,0-25 15,26-1-15,-26 0 0,53 1 0,-53-1 16,26 27-16,1-27 0,25 0 15,-26 0-15,27 27 0,-27-27 0,27 1 16,26-1-16,-26 27 0,-1-27 0,27 0 16,0 1-16,0-1 0,26 0 0,-26 1 15,27-27-15,-1 26 0,0-26 0,27 0 16,-1 0-16,1 0 0,-1 0 0,1 0 16,26 0-16,-27-26 0,27 26 0,0-53 15,0 27-15,-26-1 0,-1 1 0,-26-27 16,1 1-16,-1 25 0,-52-25 0,-1-1 15,-26 27-15,1-27 0,-27 1 0,0-1 16,0 0-16,-53-26 0,1 27 16,-1-27-16,0 0 0,1 26 0,-27-26 15,0 0-15,0 27 0,0-27 0,26 26 0,1 27 16,-1-27-16,27 27 0,-27 0 16</inkml:trace>
  <inkml:trace contextRef="#ctx0" brushRef="#br0" timeOffset="43032.35">20104 11183 0,'-53'-26'16,"1"26"-16,25 0 0,-25-27 16,26 27-16,-1 0 0,-25-26 0,25 26 15,-25 0-15,25-26 0,-25 26 0,25 0 16,-25-27-16,25 27 0,-25-26 0,25 26 15,-25-26-15,26 26 0,-27-27 0,27 27 16,-27-26-16,0 26 0,27 0 0,-27-26 16,-26 26-16,27-27 0,-1 27 0,-26 0 15,27-26-15,-1 26 0,-26 0 0,26-26 16,-26 26-16,27 0 0,-1 0 16,1 0-16,-1 0 0,0-26 0,1 26 15,-1 0-15,0 0 0,1 0 0,-1 0 0,27 0 16,-27 0-16,1 0 0,-1 0 15,27 0-15,-27 0 0,27 0 0,-27 0 16,27 0-16,-27 26 0,1-26 0,25 0 16,-25 26-16,-1-26 0,0 26 0,1-26 15,-1 27-15,0-27 0,1 26 0,-1-26 16,27 26-16,-27 1 0,1-27 0,25 26 16,-25 0-16,25-26 0,1 27 0,-27-1 15,27 0-15,0-26 0,-1 27 0,-25-1 16,26-26-16,-1 26 0,1 0 15,0 1-15,-1-27 0,1 26 16,26 0-16,-26-26 0,26 27 16,-27-1-16,27 0 0,0 1 15,-26-1-15,26 0 0,0 1 16,0-1-16,0 0 0,0 1 0,0-1 16,0 0-16,0 0 0,26 1 0,-26-1 15,0 0-15,53 1 0,-53-1 0,26 0 16,1 1-16,-27-1 0,26 0 0,0 1 15,1-1-15,-1 0 0,26 1 0,-25-1 16,25 0-16,1 0 0,0 1 0,-1-1 16,1 0-16,0 1 0,25-1 0,1 27 15,0-53-15,0 26 0,0 0 16,0 1-16,26-1 0,1-26 0,-1 26 16,0-26-16,0 27 0,1-27 0,-1 0 0,0 0 15,1 0-15,-1 0 0,-26 0 16,26 0-16,0-27 0,-26 27 0,0-52 15,0 52-15,0-27 0,0 1 0,-26-27 16,26 27-16,-27-27 0,1 27 0,-27-27 16,27 1-16,-27-1 0,-26-26 15,26 27-15,-26-27 0,0 0 0,0 0 16,0 0-16,-52 0 0,52-26 0,-53 26 16,27 0-16,-27 0 0,27 26 0,0 1 15,-1-1-15,-25 0 0,25 27 0,1-26 16,0 52-16,-1-27 0,1 27 0,0 0 15,-1 0-15</inkml:trace>
  <inkml:trace contextRef="#ctx0" brushRef="#br0" timeOffset="43657.09">21972 12051 0,'0'26'0,"-26"-26"16,26 27-16,26-1 16,27-26-1,0 26-15,26-26 0,-1 0 0,28 0 16,25 0-16,27 0 0,0 0 0,0 0 15,26 0-15,0 0 0,1 0 0,-1 0 16,-26 0-16,-27 0 0,27 0 0,-53 0 16,1 0-16,-1 0 0,-52 0 0,25 0 15,-51 0-15,25 0 0,-52-26 16,-52 26-16,-1-26 16,-26 26-16,0-27 0,-26 27 15,0 0-15,-27-26 0,1 26 0,-1 0 0,0 0 16,1 0-16,-1-26 0,27 26 0</inkml:trace>
  <inkml:trace contextRef="#ctx0" brushRef="#br0" timeOffset="48707.16">11183 13577 0,'-26'0'15,"26"27"79,53-27-94,-27 0 16,0 0-16,1 26 15,-1-26-15,27 0 0,-27 0 0,0 0 16,1 0-16,25 26 0,-25-26 0,-1 0 16,26 0-16,-25 0 0,25 27 0,1-27 15,-27 0-15,27 0 0,0 0 16,-1 0-16,1 0 0,-1 0 0,1 0 16,0 0-16,-1 0 0,1 0 0,0 0 15,-1 0-15,1 0 0,0 0 0,-1 0 16,1 0-16,-1 0 0,27 0 0,-26 0 15,0 0-15,-1 0 0,1 0 0,-27 0 16,27 0-16,-1 0 0,-25 0 0,25 0 16,-25 0-16,25 0 0,-25 0 15,25 0-15,-25 0 0,25 0 0,-25 0 16,25 0-16,-26 0 0,1 0 0,25 0 0,-25 0 16,-1 0-16,0 0 0,1 0 15,-1 0-15,0 0 0,1 0 0,-1 0 16,0 0-16,1 0 0,-1 0 15,0 0-15,-52 0 141,0 0-141,-1 0 0,1 0 16,-27 0-16,1 0 0,-1 0 0,0 0 15,1 0-15,-1 26 0,-26-26 0,0 0 16,0 0-16,0 26 0,-26-26 0,26 0 16,-26 26-16,0-26 0,-1 0 0,1 0 15,0 27-15,0-27 0,-1 0 0,27 0 16,-26 0-16,26 26 0,0-26 0,0 0 15,0 0-15,27 26 0,-27-26 0,26 0 16,1 0-16,25 0 0,-25 0 0,-1 0 16,27 0-16,-1 0 0,1 0 0,0 0 15,-1 0-15,54 0 63,25 0-63,-25 0 0,-1 0 15,27 0-15,-1 0 0,27 0 0,-26 0 16,26 0-16,0 0 0,0 0 0,0 0 16,0 0-16,-1 0 0,1 0 0,0 0 15,27 0-15,-27 0 0,26 0 0,-26 0 16,26 0-16,-26 0 0,0 0 16,0 0-16,-27 0 0,1 0 0,0 0 15,-1 0-15,1 0 0,-27 0 0,1 0 0,-1 0 16,0 0-16,1 0 0,-1 0 15,-79 0 17,1 0-17,-1 0-15,0 0 0,1 0 0,-27 0 16,0 0-16,0 0 0,26-26 0,-26 26 16,27 0-16,-1 0 0,0 0 0,1 0 15,26 0-15,-27 0 0,27 0 16,-1 26-16,80-26 47,0 0-47,-1 0 15,1 0-15,-1 0 0</inkml:trace>
  <inkml:trace contextRef="#ctx0" brushRef="#br0" timeOffset="49890.03">16736 13761 0,'-27'0'16,"54"0"30,25 0-46,1 0 16,-27 0-16,27 27 0,0-27 0,-1 0 16,1 26-16,-1-26 0,27 0 0,-26 0 15,26 26-15,-26-26 0,26 0 16,0 0-16,-1 0 0,28 0 0,-27 0 0,0 0 16,26 0-16,0 0 0,0 0 15,1 0-15,-1 0 0,0 0 0,27 0 16,-27 0-16,0 0 0,0 0 0,-26 0 15,27 0-15,-27 0 0,0 0 0,0 0 16,-1 0-16,1 0 0,-26 0 0,26 0 16,-26 0-16,26 0 0,-27 0 0,1 0 15,-1 0-15,1 0 0,0 0 0,-27 0 16,0 0-16,1 0 0,-54 0 47,-25 0-47,25 0 0,1 0 15,-27 0-15,1 0 0,26 0 0,-27 0 16,-26 27-16,26-27 0,1 0 0,-27 0 16,0 0-16,26 0 0,-52 0 0,26 0 15,-26 0-15,26 0 0,-27 0 0,-25 0 16,26 0-16,-1 0 0,1 0 0,-26-27 16,25 27-16,27 0 0,-26 0 0,26 0 15,0 0-15,0-26 0,27 26 0,-27 0 16,26 0-16,27 0 0,-27 0 0,27 0 15,0 0-15,78 0 32,1 0-32,-1 0 0,27 0 15,0 0-15,27 0 0,-1 0 0,0 0 16,0 0-16,1 0 0,-1 0 0,0 0 16,0 0-16,1 0 0,-1 0 0,-26 0 15,0 0-15,0 0 0,0-26 0,-27 26 16,1 0-16,-27 0 0,1 0 0,-1 0 15,0 0-15,-78 0 16,52-27-16,-53 27 16,27 0-16,-27 0 0,0 0 0,1 0 15,25 0-15,-25 0 0,25 0 16,1 0-16,-27 0 0,27 0 0,0 0 16,0 0-16,-1 0 15,1 0-15</inkml:trace>
  <inkml:trace contextRef="#ctx0" brushRef="#br0" timeOffset="51774.93">20236 12420 0,'0'26'15,"0"0"63,0 27-78,0-27 0,0 0 16,0 1-16,0-1 0,0 0 0,26 1 16,-26-1-16,0 0 0,0 27 0,0-27 15,0 1-15,0-1 0,0 0 16,0 0-16,0 1 0,-26-27 16,26 26-16,0 0 15,26-26 1,-26-52-16</inkml:trace>
  <inkml:trace contextRef="#ctx0" brushRef="#br0" timeOffset="52094.96">20499 12630 0,'0'-26'0,"0"-1"16,-27 1-1,27 0 1,0 52 31,0 0-31,0 27-16,0-27 15,0 1-15,-26-1 0,26 0 0,0 1 16,0-1-16,0 0 0,0 1 0,0-1 15,0 0-15,0 0 16,0-78 15,0 26-15</inkml:trace>
  <inkml:trace contextRef="#ctx0" brushRef="#br0" timeOffset="52340.52">20578 13393 0,'0'26'0,"0"1"16,0-54 31,0-25-32</inkml:trace>
  <inkml:trace contextRef="#ctx0" brushRef="#br0" timeOffset="52498.41">20867 13498 0,'0'-26'31,"0"0"-15,-26 26-16,26-27 0,0 1 15</inkml:trace>
  <inkml:trace contextRef="#ctx0" brushRef="#br0" timeOffset="55798.08">11026 15156 0,'52'0'110,"-26"0"-95,1 0-15,-1 0 0,0 0 16,1 0-16,-1 0 0,27 0 0,-27 0 16,0 0-16,27 0 0,-27 0 0,27 0 15,-27 0-15,27 0 0,-27 0 0,27 0 16,-27 26-16,27-26 0,-1 0 0,-25 0 15,25 0-15,-25 0 0,-1 0 0,27 0 16,-27 0-16,0 0 0,27 0 0,-27 0 16,0 0-16,1 0 0,-1 0 0,0 0 15,27 0-15,-27 0 16,1 0-16,-1 0 0,0 0 0,1 0 16,-1 0-16,0 0 0,1 0 15,-80 0 79,0 0-78,27 0-16,0 0 0,-27 0 15,27 0-15,-27 0 0,0 0 0,1 0 16,-1 0-16,1 0 0,-1 0 0,0 0 15,1 0-15,-1 0 0,27 0 0,-27 0 16,0 0-16,27 0 0,0 0 0,0 0 16,-1 0-16,1 0 0,52 0 47,27 0-32,-27 0-15,27 0 0,-1 0 16,1 0-16,0 0 0,-1 0 0,27 0 15,-26 0-15,-1 0 0,27 53 16,-26-53-16,0 0 0,-1 0 0,-25 0 16,25 0-16,-25 0 0,-1 0 0,0 0 15,27 0 79</inkml:trace>
  <inkml:trace contextRef="#ctx0" brushRef="#br0" timeOffset="56742.04">17104 15288 0,'-26'0'0,"26"-53"16,0 27 15,52 26-31,-52-27 0,53 27 0,-27 0 16,27 0-16,-27 0 0,53 0 0,-26-26 15,26 26-15,0 0 0,0 0 0,0 0 16,26 0-16,-26 0 0,26 0 0,0 0 15,-26 0-15,27 0 0,-1 0 0,0 0 16,0 0-16,1 0 0,-27 0 0,26 0 16,-26 0-16,-27-26 0,27 26 0,-26 0 15,-27 0-15,1 0 0,-1 0 0,-79 0 32,27 0-32,-27 0 15,1 0-15,-27 0 0,0 0 0,-26 0 16,-27 0-16,27 0 0,-27 0 0,27 0 15,-27 0-15,1 26 0,26-26 0,-27 0 16,53 0-16,-26 0 0,0 0 0,26 0 16,26 26-16,0-26 0,27 0 0,-27 0 15,53 27-15,-26-27 0,105 0 16,-53 0 0,53 26-16,0-26 0,0 0 0,26 0 15,1 0-15,-1 0 0,0 0 0,0 0 16,1 0-16,-1-26 0,0 26 0,-26 0 15,0 0-15,0 0 0,0-27 0,-26 27 16,-1 0-16,1 0 0,-27 0 16,0-26-16,1 26 0,-80 0 15,1 0-15,-1 0 16,0 0-16,-26 0 0,0 0 0,0 0 16,27 0-16,-27 0 0,26 0 0</inkml:trace>
  <inkml:trace contextRef="#ctx0" brushRef="#br0" timeOffset="59089.32">11052 17445 0,'26'0'47,"27"0"-47,-27 0 0,27 0 15,-27 0-15,53 0 0,-26 0 0,26 0 16,0 0-16,-1 26 0,28-26 0,-27 27 15,26-27-15,-26 26 0,26-26 16,0 26-16,27-26 0,-27 27 0,0-27 16,27 0-16,0 0 0,-1 0 0,-26 0 15,27-53-15,0 53 0,-27-26 0,0 26 16,-26-27-16,0 27 0,0 0 0,-53 0 16,27 0-16,-53-26 0,26 26 0,-78 0 15,-1-26-15,-26 26 16,26 0-16,-52 0 0,0 0 0,-27 0 15,1 0-15,-27 0 0,0 52 0,26-52 16,-26 27-16,1-27 0,-1 26 0,26-26 16,-26 26-16,27-26 0,25 53 0,-25-53 15,26 26-15,26-26 0,0 0 0,26 27 16,0-27-16,27 0 0,0 26 16,105-26-1,-27 0-15,27 0 0,0 0 0,53 0 16,-1 0-16,1-53 0,26 53 0,0-26 15,0 26-15,0-26 0,-1-1 0,1 1 16,0 0-16,0 26 0,-26-27 0,-1 1 16,1 0-16,-27 0 0,-26 26 0,0-27 15,-26 27-15,-27 0 0,0-26 0,-78 26 32,-1-26-32,0 26 0,-26 0 0,0 0 15,0 0-15,-26 0 0,0 0 0,0 0 16,26 0-16,-27 0 0,28 0 0,25 26 15,0-26-15,1 0 0,25 0 0,1 0 16,0 0-16,26 26 16</inkml:trace>
  <inkml:trace contextRef="#ctx0" brushRef="#br0" timeOffset="60073.53">17052 17419 0,'0'-26'16,"0"-1"-16,0 1 15,52 26 1,27 0-1,-26 0-15,-1 0 0,54 0 16,-27 0-16,52 0 0,1 0 0,-1 26 16,27-26-16,0 0 0,0 0 0,26 0 15,-26 27-15,26-27 0,0 0 0,-26 0 16,27 0-16,-28 0 0,1 0 0,-26-27 16,26 27-16,-53 0 0,27-26 0,-27 26 15,0 0-15,0-26 0,-26 26 0,0-27 16,-26 27-16,0-26 0,-1 26 0,-26 0 15,-78 0 1,-1 0-16,-26 0 0,-26 0 16,0 0-16,-27 0 0,1 0 0,-27 26 0,-26-26 15,-1 0-15,-25 27 0,-1-27 16,1 26-16,-27-26 0,26 26 0,-25-26 16,25 27-16,27-27 0,-27 26 0,53 0 15,1-26-15,25 0 0,27 26 0,-1-26 16,54 27-16,-1-27 0,1 0 0,52 26 15,-27-26-15,27 26 0,53-26 16,-27 0-16,53 0 0,26 0 0,1 0 16,52 0-16,-1 0 0,28 0 0,25-26 15,1 26-15,-1-26 0,27 26 0,-26-53 16,-27 53-16,26-26 0,-26 26 0,1-26 16,-54 26-16,27 0 0,-53-27 15,1 27-15,-27 0 0,-27-26 0,1 26 16,-27 0-16,0 0 0,1 0 0,-132 0 15,52 0-15,-26 0 16,0 0-16,-26 0 0,-27 0 0,27 26 16,-27-26-16,27 0 0</inkml:trace>
  <inkml:trace contextRef="#ctx0" brushRef="#br0" timeOffset="60672.55">21736 17208 0,'52'0'15,"-52"-26"-15,53 26 0,-1-53 16,27 53-16,27-26 0,25 26 0,27 0 16,26 0-16,0 0 0,53 0 0,0 0 15,0 0-15,0 0 0,0 0 0,-1-53 16,1 53-16,-26 0 0,26 0 0,-27 0 16,1 0-16,-1 0 0,-26 0 0,1 0 15,-1 0-15,-26 0 0,-27 0 0,1 0 16,-27 0-16,0 0 0,1 0 0,-54 0 15,1-26-15,-1 26 0,-25 0 16,-1 0-16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EC6104-C981-41C6-B29E-2AD56604974D}" type="datetimeFigureOut">
              <a:rPr lang="en-IN" smtClean="0"/>
              <a:t>23-01-2026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8884AC-4829-44FC-994E-AC482A0FAD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96136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>
            <a:extLst>
              <a:ext uri="{FF2B5EF4-FFF2-40B4-BE49-F238E27FC236}">
                <a16:creationId xmlns:a16="http://schemas.microsoft.com/office/drawing/2014/main" id="{4426011A-D2AE-DDB8-8702-065649D504F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286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286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286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286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286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286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286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286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EAD7C3E0-4286-4BF7-BBA0-C486E3E1DD0B}" type="slidenum">
              <a:rPr lang="en-US" altLang="en-US" smtClean="0"/>
              <a:pPr>
                <a:spcBef>
                  <a:spcPct val="0"/>
                </a:spcBef>
              </a:pPr>
              <a:t>28</a:t>
            </a:fld>
            <a:endParaRPr lang="en-US" altLang="en-US"/>
          </a:p>
        </p:txBody>
      </p:sp>
      <p:sp>
        <p:nvSpPr>
          <p:cNvPr id="9219" name="Rectangle 2">
            <a:extLst>
              <a:ext uri="{FF2B5EF4-FFF2-40B4-BE49-F238E27FC236}">
                <a16:creationId xmlns:a16="http://schemas.microsoft.com/office/drawing/2014/main" id="{C5A2400F-2B76-9AA1-31F2-23A3FFE3AC8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20" name="Rectangle 3">
            <a:extLst>
              <a:ext uri="{FF2B5EF4-FFF2-40B4-BE49-F238E27FC236}">
                <a16:creationId xmlns:a16="http://schemas.microsoft.com/office/drawing/2014/main" id="{057B4D07-2C58-E5C9-8DAB-4C62438DBE8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B2572-B8E1-B39E-BC0C-6E1E231521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626B6F-EC8C-F40B-2C5F-24A5D7DA5F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42EAEE-2117-2F30-D9AF-A8BDC2FBB1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A2829-0FAC-458E-831E-8967B3FD745C}" type="datetimeFigureOut">
              <a:rPr lang="en-IN" smtClean="0"/>
              <a:t>23-01-2026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33A883-48A9-108C-2742-F4C9EF59C3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068E5F-2BC4-16B5-3696-6C446922FD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C20AF-E477-4601-AD8E-B80CEB6BD7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42240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FA809-BFA4-A94D-456E-DFF2735E6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2D7394-06D3-4F68-6CF6-40EF18B0C8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91971F-B43A-9830-9738-407911F0E6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A2829-0FAC-458E-831E-8967B3FD745C}" type="datetimeFigureOut">
              <a:rPr lang="en-IN" smtClean="0"/>
              <a:t>23-01-2026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5F6011-A33D-F457-A075-B4EC4B2F28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4F34F3-B6FD-A7B7-599D-B71697065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C20AF-E477-4601-AD8E-B80CEB6BD7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10283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C1FB4D-E052-F115-ACF9-2143C03C3F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AF596A-47B1-7F11-5603-38E57F46E4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EA1FB2-C418-E800-0059-697D584DF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A2829-0FAC-458E-831E-8967B3FD745C}" type="datetimeFigureOut">
              <a:rPr lang="en-IN" smtClean="0"/>
              <a:t>23-01-2026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8575BD-4653-5DF1-9556-4E1E231BE9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AB68DD-F49D-A670-A28E-923F1643D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C20AF-E477-4601-AD8E-B80CEB6BD7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60904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B19620-D971-4031-4A35-D51D223639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AC613B-A860-3F6C-04D2-2DC0B23909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ED0583-AA45-1286-9EF5-55D5F85599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05E517-B83B-AC6C-7365-7A8DF4F263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A2829-0FAC-458E-831E-8967B3FD745C}" type="datetimeFigureOut">
              <a:rPr lang="en-IN" smtClean="0"/>
              <a:t>23-01-2026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791C1A-97E0-82F4-8E77-523581D16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FE7207-515D-B096-7D94-A75C975B9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C20AF-E477-4601-AD8E-B80CEB6BD7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2497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44EE19-B87E-868D-F10D-7395B6D563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33C69C-4A73-E489-EC63-1DE81B5463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893345-48D8-8647-4C0E-C474E24B0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02CD98-6ECF-2D88-9092-F0A85D565C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01D562B-EA0E-8E2E-A03C-63C7013361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60FCCFA-059E-D66B-743E-4C5E509950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A2829-0FAC-458E-831E-8967B3FD745C}" type="datetimeFigureOut">
              <a:rPr lang="en-IN" smtClean="0"/>
              <a:t>23-01-2026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27DCBCF-0D03-48D0-56AD-1C361D9920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6DFE94-E3E5-45EA-D588-812FFA570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C20AF-E477-4601-AD8E-B80CEB6BD7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04964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DC772-30C9-D3C3-EA27-B4C65A5266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608BE9-A292-C224-5FB5-397DA8A53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A2829-0FAC-458E-831E-8967B3FD745C}" type="datetimeFigureOut">
              <a:rPr lang="en-IN" smtClean="0"/>
              <a:t>23-01-2026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AD64BA-93D1-D4F4-F96C-0AAA307026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2E5599-64DB-B612-F73C-6F680D1D9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C20AF-E477-4601-AD8E-B80CEB6BD7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09996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C16151A-DB8A-6228-6ED3-4235E35509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A2829-0FAC-458E-831E-8967B3FD745C}" type="datetimeFigureOut">
              <a:rPr lang="en-IN" smtClean="0"/>
              <a:t>23-01-2026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17ADAD-2549-E9B3-EB99-1AF94A952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BDD3AA-7CBF-9BA2-C027-0B7EF8F9F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C20AF-E477-4601-AD8E-B80CEB6BD7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08037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A2026-6454-0ECF-9328-6D4721105A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57688E-A6E8-27BC-C63B-A68694C775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12AD27-E2E6-2831-C0A7-82D3EFEF38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7A104D-255E-9CF0-D712-C42C999DF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A2829-0FAC-458E-831E-8967B3FD745C}" type="datetimeFigureOut">
              <a:rPr lang="en-IN" smtClean="0"/>
              <a:t>23-01-2026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A2F758-7164-606F-0B63-A8C34C582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F3A4DC-2B91-F3D9-D8CE-75F57BC33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C20AF-E477-4601-AD8E-B80CEB6BD7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14011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F5624C-7016-8738-B81E-AF23281FE1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F0DCFC4-5F6C-6A9A-F66B-ED2A7F4A2E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10E2C8-D44B-46A3-AA00-B79313D422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F51B96-2258-0065-14B5-ACA8391301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A2829-0FAC-458E-831E-8967B3FD745C}" type="datetimeFigureOut">
              <a:rPr lang="en-IN" smtClean="0"/>
              <a:t>23-01-2026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BAC354-70DD-F58B-35F0-ED6B24684B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17F8A7-2E7C-BDC0-97D2-BAC3CB77C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C20AF-E477-4601-AD8E-B80CEB6BD7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81265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34BA3B-0A1E-E4A6-F408-057BAE4476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A4B8A2-510D-48AA-1682-BBEA477B7C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D5A087-AFE3-8B6D-716F-B14DB5E97F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A2829-0FAC-458E-831E-8967B3FD745C}" type="datetimeFigureOut">
              <a:rPr lang="en-IN" smtClean="0"/>
              <a:t>23-01-2026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1CB251-DD85-1A77-3E0E-BC4379566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5B3210-471C-39A6-33AB-6BBDC2FD8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C20AF-E477-4601-AD8E-B80CEB6BD7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71916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AF24AFF-1513-681A-E5F7-C5E353CE28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17A81F-9C23-3101-CC48-1CC30BC40F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F666C0-2A93-1130-2D62-ACBF6AE1D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A2829-0FAC-458E-831E-8967B3FD745C}" type="datetimeFigureOut">
              <a:rPr lang="en-IN" smtClean="0"/>
              <a:t>23-01-2026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A1200F-B2A0-95C4-151A-CE310076C3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2233A6-CE51-2152-0563-2DB8BBB0D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C20AF-E477-4601-AD8E-B80CEB6BD7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6685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11854EA-DED0-0D16-29A3-8F98C4EA76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5CEE0D-1DDF-2696-387F-6477C27B34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5251D9-34A2-D476-62B0-61E5A08F29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9A2829-0FAC-458E-831E-8967B3FD745C}" type="datetimeFigureOut">
              <a:rPr lang="en-IN" smtClean="0"/>
              <a:t>23-01-2026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CF29CA-E295-ECA2-A6F0-A1F7CA0741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1BFFF2-E750-A4A3-33B9-98793DB3A6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AC20AF-E477-4601-AD8E-B80CEB6BD7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30668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D394B31-2B92-C150-71F3-B3BAA6ADC986}"/>
              </a:ext>
            </a:extLst>
          </p:cNvPr>
          <p:cNvSpPr txBox="1">
            <a:spLocks/>
          </p:cNvSpPr>
          <p:nvPr/>
        </p:nvSpPr>
        <p:spPr>
          <a:xfrm>
            <a:off x="1271953" y="1897626"/>
            <a:ext cx="9853448" cy="223192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7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br>
              <a:rPr lang="en-IN" sz="4400" b="1" dirty="0">
                <a:solidFill>
                  <a:srgbClr val="FF000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</a:br>
            <a:r>
              <a:rPr lang="en-IN" sz="4700" dirty="0">
                <a:solidFill>
                  <a:srgbClr val="FF000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Topic : Un-Supervised Learning</a:t>
            </a:r>
          </a:p>
          <a:p>
            <a:pPr>
              <a:lnSpc>
                <a:spcPct val="150000"/>
              </a:lnSpc>
            </a:pPr>
            <a:r>
              <a:rPr lang="en-IN" sz="6100" dirty="0">
                <a:solidFill>
                  <a:srgbClr val="00B05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Cluster Analysis</a:t>
            </a:r>
          </a:p>
        </p:txBody>
      </p:sp>
      <p:pic>
        <p:nvPicPr>
          <p:cNvPr id="7" name="Picture 2" descr="Vcube software solutions">
            <a:extLst>
              <a:ext uri="{FF2B5EF4-FFF2-40B4-BE49-F238E27FC236}">
                <a16:creationId xmlns:a16="http://schemas.microsoft.com/office/drawing/2014/main" id="{E2D94919-6B2F-EFA6-332E-350C42795A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0018" y="1276105"/>
            <a:ext cx="1711964" cy="8819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3345D6C-2552-4E99-C9F0-E0D4CE831B70}"/>
              </a:ext>
            </a:extLst>
          </p:cNvPr>
          <p:cNvSpPr txBox="1"/>
          <p:nvPr/>
        </p:nvSpPr>
        <p:spPr>
          <a:xfrm>
            <a:off x="8032956" y="6263434"/>
            <a:ext cx="40748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Dr N V Ganapathi Raju</a:t>
            </a:r>
            <a:endParaRPr lang="en-IN" sz="1600" dirty="0">
              <a:solidFill>
                <a:srgbClr val="00B050"/>
              </a:solidFill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58290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EE1DC12-2E16-4031-B37D-F71A2C965801}"/>
              </a:ext>
            </a:extLst>
          </p:cNvPr>
          <p:cNvSpPr/>
          <p:nvPr/>
        </p:nvSpPr>
        <p:spPr>
          <a:xfrm>
            <a:off x="705678" y="950438"/>
            <a:ext cx="6665843" cy="50962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" marR="28575">
              <a:spcBef>
                <a:spcPts val="0"/>
              </a:spcBef>
              <a:spcAft>
                <a:spcPts val="675"/>
              </a:spcAft>
            </a:pPr>
            <a:r>
              <a:rPr lang="en-US" sz="2000" b="1" kern="150" dirty="0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Machine Learning</a:t>
            </a:r>
          </a:p>
          <a:p>
            <a:pPr marL="828675" marR="28575" lvl="1" indent="-342900">
              <a:spcAft>
                <a:spcPts val="675"/>
              </a:spcAft>
              <a:buFont typeface="Arial" panose="020B0604020202020204" pitchFamily="34" charset="0"/>
              <a:buChar char="•"/>
            </a:pPr>
            <a:r>
              <a:rPr lang="en-US" sz="2000" b="1" kern="150" dirty="0">
                <a:solidFill>
                  <a:schemeClr val="accent1">
                    <a:lumMod val="50000"/>
                  </a:schemeClr>
                </a:solidFill>
                <a:latin typeface="Cambria" panose="020405030504060302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Allows computers to learn and </a:t>
            </a:r>
          </a:p>
          <a:p>
            <a:pPr marL="828675" marR="28575" lvl="1" indent="-342900">
              <a:spcAft>
                <a:spcPts val="675"/>
              </a:spcAft>
              <a:buFont typeface="Arial" panose="020B0604020202020204" pitchFamily="34" charset="0"/>
              <a:buChar char="•"/>
            </a:pPr>
            <a:r>
              <a:rPr lang="en-US" sz="2000" b="1" kern="150" dirty="0">
                <a:solidFill>
                  <a:schemeClr val="accent1">
                    <a:lumMod val="50000"/>
                  </a:schemeClr>
                </a:solidFill>
                <a:latin typeface="Cambria" panose="020405030504060302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infer from data</a:t>
            </a:r>
          </a:p>
          <a:p>
            <a:pPr marL="28575" marR="28575" algn="just">
              <a:spcBef>
                <a:spcPts val="0"/>
              </a:spcBef>
              <a:spcAft>
                <a:spcPts val="675"/>
              </a:spcAft>
            </a:pPr>
            <a:r>
              <a:rPr lang="en-US" sz="2000" b="1" kern="150" dirty="0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Types of Machine Learning</a:t>
            </a:r>
          </a:p>
          <a:p>
            <a:pPr marL="685800" lvl="1" indent="-228600" algn="just">
              <a:lnSpc>
                <a:spcPct val="150000"/>
              </a:lnSpc>
              <a:spcAft>
                <a:spcPts val="675"/>
              </a:spcAft>
              <a:buFont typeface="Arial" panose="020B0604020202020204" pitchFamily="34" charset="0"/>
              <a:buChar char="•"/>
            </a:pPr>
            <a:r>
              <a:rPr lang="en-US" b="1" kern="150" dirty="0">
                <a:solidFill>
                  <a:schemeClr val="accent1">
                    <a:lumMod val="50000"/>
                  </a:schemeClr>
                </a:solidFill>
                <a:latin typeface="Cambria" panose="02040503050406030204" pitchFamily="18" charset="0"/>
                <a:ea typeface="OpenSymbol"/>
                <a:cs typeface="Times New Roman" panose="02020603050405020304" pitchFamily="18" charset="0"/>
              </a:rPr>
              <a:t>Supervised</a:t>
            </a:r>
          </a:p>
          <a:p>
            <a:pPr marL="685800" lvl="1" indent="-228600" algn="just">
              <a:lnSpc>
                <a:spcPct val="150000"/>
              </a:lnSpc>
              <a:spcAft>
                <a:spcPts val="675"/>
              </a:spcAft>
              <a:buFont typeface="Arial" panose="020B0604020202020204" pitchFamily="34" charset="0"/>
              <a:buChar char="•"/>
            </a:pPr>
            <a:r>
              <a:rPr lang="en-US" b="1" kern="150" dirty="0">
                <a:solidFill>
                  <a:schemeClr val="accent1">
                    <a:lumMod val="50000"/>
                  </a:schemeClr>
                </a:solidFill>
                <a:latin typeface="Cambria" panose="02040503050406030204" pitchFamily="18" charset="0"/>
                <a:ea typeface="OpenSymbol"/>
                <a:cs typeface="Times New Roman" panose="02020603050405020304" pitchFamily="18" charset="0"/>
              </a:rPr>
              <a:t>Unsupervised</a:t>
            </a:r>
          </a:p>
          <a:p>
            <a:pPr marL="685800" lvl="1" indent="-228600" algn="just">
              <a:lnSpc>
                <a:spcPct val="150000"/>
              </a:lnSpc>
              <a:spcAft>
                <a:spcPts val="675"/>
              </a:spcAft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Cambria" panose="02040503050406030204" pitchFamily="18" charset="0"/>
                <a:cs typeface="Times New Roman" panose="02020603050405020304" pitchFamily="18" charset="0"/>
              </a:rPr>
              <a:t>Reinforcement Learning</a:t>
            </a:r>
            <a:endParaRPr lang="en-US" b="1" kern="150" dirty="0">
              <a:solidFill>
                <a:schemeClr val="accent1">
                  <a:lumMod val="50000"/>
                </a:schemeClr>
              </a:solidFill>
              <a:latin typeface="Cambria" panose="020405030504060302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R="28575" algn="just">
              <a:spcAft>
                <a:spcPts val="675"/>
              </a:spcAft>
            </a:pPr>
            <a:r>
              <a:rPr lang="en-US" sz="2000" b="1" kern="150" dirty="0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Supervised Learning</a:t>
            </a:r>
          </a:p>
          <a:p>
            <a:pPr marL="800100" lvl="1" indent="-342900" algn="just">
              <a:spcAft>
                <a:spcPts val="675"/>
              </a:spcAft>
              <a:buFont typeface="Arial" panose="020B0604020202020204" pitchFamily="34" charset="0"/>
              <a:buChar char="•"/>
            </a:pPr>
            <a:r>
              <a:rPr lang="en-US" sz="2000" b="1" kern="150" dirty="0">
                <a:solidFill>
                  <a:schemeClr val="accent1">
                    <a:lumMod val="50000"/>
                  </a:schemeClr>
                </a:solidFill>
                <a:latin typeface="Cambria" panose="02040503050406030204" pitchFamily="18" charset="0"/>
                <a:ea typeface="OpenSymbol"/>
                <a:cs typeface="Times New Roman" panose="02020603050405020304" pitchFamily="18" charset="0"/>
              </a:rPr>
              <a:t>Data points have a known outcome</a:t>
            </a:r>
          </a:p>
          <a:p>
            <a:pPr algn="just">
              <a:spcAft>
                <a:spcPts val="675"/>
              </a:spcAft>
            </a:pPr>
            <a:endParaRPr lang="en-US" sz="2000" b="1" kern="150" dirty="0">
              <a:solidFill>
                <a:schemeClr val="accent1">
                  <a:lumMod val="50000"/>
                </a:schemeClr>
              </a:solidFill>
              <a:latin typeface="Cambria" panose="020405030504060302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675"/>
              </a:spcAft>
            </a:pPr>
            <a:r>
              <a:rPr lang="en-US" sz="2000" b="1" kern="150" dirty="0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Unsupervised Learning</a:t>
            </a:r>
          </a:p>
          <a:p>
            <a:pPr marL="800100" lvl="1" indent="-342900" algn="just">
              <a:spcAft>
                <a:spcPts val="675"/>
              </a:spcAft>
              <a:buFont typeface="Arial" panose="020B0604020202020204" pitchFamily="34" charset="0"/>
              <a:buChar char="•"/>
            </a:pPr>
            <a:r>
              <a:rPr lang="en-US" sz="2000" b="1" kern="150" dirty="0">
                <a:solidFill>
                  <a:schemeClr val="accent1">
                    <a:lumMod val="50000"/>
                  </a:schemeClr>
                </a:solidFill>
                <a:latin typeface="Cambria" panose="02040503050406030204" pitchFamily="18" charset="0"/>
                <a:ea typeface="OpenSymbol"/>
                <a:cs typeface="Times New Roman" panose="02020603050405020304" pitchFamily="18" charset="0"/>
              </a:rPr>
              <a:t>Data points have unknown outcome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28ADD25-9C8D-42E7-865A-860F939E3E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3212" y="-80639"/>
            <a:ext cx="4458788" cy="346851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8611C64-D444-4666-9530-679CD458F9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3212" y="3498572"/>
            <a:ext cx="4354286" cy="3359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31825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 29">
            <a:extLst>
              <a:ext uri="{FF2B5EF4-FFF2-40B4-BE49-F238E27FC236}">
                <a16:creationId xmlns:a16="http://schemas.microsoft.com/office/drawing/2014/main" id="{3D8906B2-6BAC-4782-B420-434B4473CA01}"/>
              </a:ext>
            </a:extLst>
          </p:cNvPr>
          <p:cNvGrpSpPr/>
          <p:nvPr/>
        </p:nvGrpSpPr>
        <p:grpSpPr>
          <a:xfrm>
            <a:off x="217529" y="543587"/>
            <a:ext cx="11197612" cy="6432151"/>
            <a:chOff x="161545" y="515556"/>
            <a:chExt cx="11197612" cy="6432151"/>
          </a:xfrm>
        </p:grpSpPr>
        <p:sp>
          <p:nvSpPr>
            <p:cNvPr id="144" name="Oval 143"/>
            <p:cNvSpPr/>
            <p:nvPr/>
          </p:nvSpPr>
          <p:spPr>
            <a:xfrm>
              <a:off x="994307" y="5298861"/>
              <a:ext cx="4932056" cy="1568469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Cambria" panose="02040503050406030204" pitchFamily="18" charset="0"/>
              </a:endParaRP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5011499" y="515556"/>
              <a:ext cx="2677188" cy="369332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GB" b="1" dirty="0">
                  <a:solidFill>
                    <a:srgbClr val="0070C0"/>
                  </a:solidFill>
                  <a:latin typeface="Cambria" panose="02040503050406030204" pitchFamily="18" charset="0"/>
                </a:rPr>
                <a:t>Machine Learning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4968001" y="1317634"/>
              <a:ext cx="2759860" cy="369332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GB" b="1" dirty="0">
                  <a:solidFill>
                    <a:srgbClr val="C00000"/>
                  </a:solidFill>
                  <a:latin typeface="Cambria" panose="02040503050406030204" pitchFamily="18" charset="0"/>
                </a:rPr>
                <a:t>unsupervised  learning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8354267" y="1312778"/>
              <a:ext cx="2992019" cy="369332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GB" b="1" dirty="0">
                  <a:solidFill>
                    <a:srgbClr val="C00000"/>
                  </a:solidFill>
                  <a:latin typeface="Cambria" panose="02040503050406030204" pitchFamily="18" charset="0"/>
                </a:rPr>
                <a:t>reinforcement learning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222573" y="1330930"/>
              <a:ext cx="2489919" cy="369332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GB" b="1" dirty="0">
                  <a:solidFill>
                    <a:srgbClr val="C00000"/>
                  </a:solidFill>
                  <a:latin typeface="Cambria" panose="02040503050406030204" pitchFamily="18" charset="0"/>
                </a:rPr>
                <a:t>supervised Learning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1416681" y="2858034"/>
              <a:ext cx="1676400" cy="307777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400" b="1" dirty="0">
                  <a:latin typeface="Cambria" panose="02040503050406030204" pitchFamily="18" charset="0"/>
                </a:rPr>
                <a:t>decision trees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3500110" y="2275520"/>
              <a:ext cx="2155110" cy="369332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GB" b="1" dirty="0">
                  <a:solidFill>
                    <a:srgbClr val="00B050"/>
                  </a:solidFill>
                  <a:latin typeface="Cambria" panose="02040503050406030204" pitchFamily="18" charset="0"/>
                </a:rPr>
                <a:t>regression</a:t>
              </a:r>
            </a:p>
          </p:txBody>
        </p:sp>
        <p:cxnSp>
          <p:nvCxnSpPr>
            <p:cNvPr id="18" name="Straight Connector 17"/>
            <p:cNvCxnSpPr/>
            <p:nvPr/>
          </p:nvCxnSpPr>
          <p:spPr>
            <a:xfrm>
              <a:off x="1156204" y="2697835"/>
              <a:ext cx="12362" cy="323186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>
              <a:off x="1169997" y="2972222"/>
              <a:ext cx="247114" cy="183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/>
            <p:cNvSpPr txBox="1"/>
            <p:nvPr/>
          </p:nvSpPr>
          <p:spPr>
            <a:xfrm>
              <a:off x="161545" y="2301438"/>
              <a:ext cx="2014041" cy="369332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GB" b="1" dirty="0">
                  <a:solidFill>
                    <a:srgbClr val="00B050"/>
                  </a:solidFill>
                  <a:latin typeface="Cambria" panose="02040503050406030204" pitchFamily="18" charset="0"/>
                </a:rPr>
                <a:t>classification</a:t>
              </a:r>
            </a:p>
          </p:txBody>
        </p:sp>
        <p:cxnSp>
          <p:nvCxnSpPr>
            <p:cNvPr id="24" name="Straight Connector 23"/>
            <p:cNvCxnSpPr/>
            <p:nvPr/>
          </p:nvCxnSpPr>
          <p:spPr>
            <a:xfrm>
              <a:off x="1156203" y="3476453"/>
              <a:ext cx="338823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>
              <a:off x="1149765" y="3846132"/>
              <a:ext cx="338823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>
              <a:off x="1170856" y="4234507"/>
              <a:ext cx="338823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>
              <a:off x="1143326" y="4643826"/>
              <a:ext cx="338823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>
              <a:off x="1170856" y="5038449"/>
              <a:ext cx="338823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4"/>
            <p:cNvSpPr txBox="1"/>
            <p:nvPr/>
          </p:nvSpPr>
          <p:spPr>
            <a:xfrm>
              <a:off x="1416681" y="3321078"/>
              <a:ext cx="1676400" cy="307777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400" b="1" dirty="0">
                  <a:latin typeface="Cambria" panose="02040503050406030204" pitchFamily="18" charset="0"/>
                </a:rPr>
                <a:t>KNN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1416681" y="3708620"/>
              <a:ext cx="1676400" cy="307777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400" b="1" dirty="0">
                  <a:latin typeface="Cambria" panose="02040503050406030204" pitchFamily="18" charset="0"/>
                </a:rPr>
                <a:t>Naïve Bayes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1401659" y="4095316"/>
              <a:ext cx="1676400" cy="307777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400" b="1" dirty="0">
                  <a:solidFill>
                    <a:srgbClr val="0070C0"/>
                  </a:solidFill>
                  <a:latin typeface="Cambria" panose="02040503050406030204" pitchFamily="18" charset="0"/>
                </a:rPr>
                <a:t>SVM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1358995" y="4489937"/>
              <a:ext cx="1841591" cy="307777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400" b="1" dirty="0">
                  <a:solidFill>
                    <a:srgbClr val="C00000"/>
                  </a:solidFill>
                  <a:latin typeface="Cambria" panose="02040503050406030204" pitchFamily="18" charset="0"/>
                </a:rPr>
                <a:t>* logistic regression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1372895" y="4884560"/>
              <a:ext cx="2761273" cy="52322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400" b="1" dirty="0">
                  <a:solidFill>
                    <a:srgbClr val="C00000"/>
                  </a:solidFill>
                  <a:latin typeface="Cambria" panose="02040503050406030204" pitchFamily="18" charset="0"/>
                </a:rPr>
                <a:t>* multinomial logistic regression</a:t>
              </a: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3741124" y="3451407"/>
              <a:ext cx="1109040" cy="52322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400" b="1" dirty="0">
                  <a:solidFill>
                    <a:srgbClr val="C00000"/>
                  </a:solidFill>
                  <a:latin typeface="Cambria" panose="02040503050406030204" pitchFamily="18" charset="0"/>
                </a:rPr>
                <a:t> * linear</a:t>
              </a:r>
              <a:r>
                <a:rPr lang="en-GB" sz="1400" b="1" dirty="0">
                  <a:latin typeface="Cambria" panose="02040503050406030204" pitchFamily="18" charset="0"/>
                </a:rPr>
                <a:t> </a:t>
              </a:r>
            </a:p>
            <a:p>
              <a:pPr algn="ctr"/>
              <a:r>
                <a:rPr lang="en-GB" sz="1400" b="1" dirty="0">
                  <a:solidFill>
                    <a:srgbClr val="C00000"/>
                  </a:solidFill>
                  <a:latin typeface="Cambria" panose="02040503050406030204" pitchFamily="18" charset="0"/>
                </a:rPr>
                <a:t>regression</a:t>
              </a: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3773892" y="4191316"/>
              <a:ext cx="1149190" cy="52322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400" b="1" dirty="0">
                  <a:latin typeface="Cambria" panose="02040503050406030204" pitchFamily="18" charset="0"/>
                </a:rPr>
                <a:t> Ridge, Lasso</a:t>
              </a: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7101093" y="2875045"/>
              <a:ext cx="1768937" cy="307777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400" b="1" dirty="0">
                  <a:latin typeface="Cambria" panose="02040503050406030204" pitchFamily="18" charset="0"/>
                </a:rPr>
                <a:t>K-means</a:t>
              </a:r>
            </a:p>
          </p:txBody>
        </p:sp>
        <p:cxnSp>
          <p:nvCxnSpPr>
            <p:cNvPr id="64" name="Straight Connector 63"/>
            <p:cNvCxnSpPr>
              <a:cxnSpLocks/>
            </p:cNvCxnSpPr>
            <p:nvPr/>
          </p:nvCxnSpPr>
          <p:spPr>
            <a:xfrm flipH="1">
              <a:off x="6765106" y="2544717"/>
              <a:ext cx="14540" cy="237284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/>
            <p:cNvCxnSpPr>
              <a:cxnSpLocks/>
              <a:endCxn id="63" idx="1"/>
            </p:cNvCxnSpPr>
            <p:nvPr/>
          </p:nvCxnSpPr>
          <p:spPr>
            <a:xfrm>
              <a:off x="6772996" y="3025213"/>
              <a:ext cx="328097" cy="372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TextBox 65"/>
            <p:cNvSpPr txBox="1"/>
            <p:nvPr/>
          </p:nvSpPr>
          <p:spPr>
            <a:xfrm>
              <a:off x="6297708" y="2175385"/>
              <a:ext cx="1932014" cy="369332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GB" b="1" dirty="0">
                  <a:solidFill>
                    <a:srgbClr val="00B050"/>
                  </a:solidFill>
                  <a:latin typeface="Cambria" panose="02040503050406030204" pitchFamily="18" charset="0"/>
                </a:rPr>
                <a:t>clustering</a:t>
              </a:r>
            </a:p>
          </p:txBody>
        </p:sp>
        <p:cxnSp>
          <p:nvCxnSpPr>
            <p:cNvPr id="67" name="Straight Connector 66"/>
            <p:cNvCxnSpPr>
              <a:cxnSpLocks/>
            </p:cNvCxnSpPr>
            <p:nvPr/>
          </p:nvCxnSpPr>
          <p:spPr>
            <a:xfrm>
              <a:off x="6786293" y="3397545"/>
              <a:ext cx="357526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/>
            <p:cNvCxnSpPr>
              <a:cxnSpLocks/>
            </p:cNvCxnSpPr>
            <p:nvPr/>
          </p:nvCxnSpPr>
          <p:spPr>
            <a:xfrm>
              <a:off x="6779855" y="3767224"/>
              <a:ext cx="357526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/>
            <p:cNvCxnSpPr>
              <a:cxnSpLocks/>
            </p:cNvCxnSpPr>
            <p:nvPr/>
          </p:nvCxnSpPr>
          <p:spPr>
            <a:xfrm>
              <a:off x="6800946" y="4155599"/>
              <a:ext cx="357526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/>
            <p:cNvCxnSpPr>
              <a:cxnSpLocks/>
            </p:cNvCxnSpPr>
            <p:nvPr/>
          </p:nvCxnSpPr>
          <p:spPr>
            <a:xfrm>
              <a:off x="6773416" y="4564918"/>
              <a:ext cx="357526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/>
            <p:cNvCxnSpPr>
              <a:cxnSpLocks/>
            </p:cNvCxnSpPr>
            <p:nvPr/>
          </p:nvCxnSpPr>
          <p:spPr>
            <a:xfrm>
              <a:off x="6786293" y="4917557"/>
              <a:ext cx="357526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TextBox 71"/>
            <p:cNvSpPr txBox="1"/>
            <p:nvPr/>
          </p:nvSpPr>
          <p:spPr>
            <a:xfrm>
              <a:off x="7074963" y="3243657"/>
              <a:ext cx="1768937" cy="307777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400" b="1" dirty="0">
                  <a:latin typeface="Cambria" panose="02040503050406030204" pitchFamily="18" charset="0"/>
                </a:rPr>
                <a:t>K-modes</a:t>
              </a:r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7101093" y="3614918"/>
              <a:ext cx="1768937" cy="307777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400" b="1" dirty="0">
                  <a:latin typeface="Cambria" panose="02040503050406030204" pitchFamily="18" charset="0"/>
                </a:rPr>
                <a:t>K-medoids</a:t>
              </a:r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7107855" y="4016397"/>
              <a:ext cx="1768937" cy="307777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400" b="1" dirty="0" err="1">
                  <a:latin typeface="Cambria" panose="02040503050406030204" pitchFamily="18" charset="0"/>
                </a:rPr>
                <a:t>DBscan</a:t>
              </a:r>
              <a:endParaRPr lang="en-GB" sz="1400" b="1" dirty="0">
                <a:latin typeface="Cambria" panose="02040503050406030204" pitchFamily="18" charset="0"/>
              </a:endParaRPr>
            </a:p>
          </p:txBody>
        </p:sp>
        <p:sp>
          <p:nvSpPr>
            <p:cNvPr id="75" name="TextBox 74"/>
            <p:cNvSpPr txBox="1"/>
            <p:nvPr/>
          </p:nvSpPr>
          <p:spPr>
            <a:xfrm>
              <a:off x="7106996" y="4372118"/>
              <a:ext cx="1768937" cy="307777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400" b="1" dirty="0">
                  <a:latin typeface="Cambria" panose="02040503050406030204" pitchFamily="18" charset="0"/>
                </a:rPr>
                <a:t>agglomerative</a:t>
              </a:r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7106996" y="4739921"/>
              <a:ext cx="1768937" cy="307777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400" b="1" dirty="0">
                  <a:latin typeface="Cambria" panose="02040503050406030204" pitchFamily="18" charset="0"/>
                </a:rPr>
                <a:t>divisive</a:t>
              </a:r>
            </a:p>
          </p:txBody>
        </p:sp>
        <p:cxnSp>
          <p:nvCxnSpPr>
            <p:cNvPr id="97" name="Straight Arrow Connector 96"/>
            <p:cNvCxnSpPr>
              <a:cxnSpLocks/>
            </p:cNvCxnSpPr>
            <p:nvPr/>
          </p:nvCxnSpPr>
          <p:spPr>
            <a:xfrm flipH="1">
              <a:off x="3689970" y="914977"/>
              <a:ext cx="2181647" cy="39900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Arrow Connector 98"/>
            <p:cNvCxnSpPr>
              <a:cxnSpLocks/>
            </p:cNvCxnSpPr>
            <p:nvPr/>
          </p:nvCxnSpPr>
          <p:spPr>
            <a:xfrm>
              <a:off x="6422913" y="914977"/>
              <a:ext cx="0" cy="44511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Arrow Connector 100"/>
            <p:cNvCxnSpPr>
              <a:cxnSpLocks/>
            </p:cNvCxnSpPr>
            <p:nvPr/>
          </p:nvCxnSpPr>
          <p:spPr>
            <a:xfrm>
              <a:off x="6798868" y="904791"/>
              <a:ext cx="2425847" cy="37594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Arrow Connector 102"/>
            <p:cNvCxnSpPr/>
            <p:nvPr/>
          </p:nvCxnSpPr>
          <p:spPr>
            <a:xfrm flipH="1">
              <a:off x="1143327" y="1686966"/>
              <a:ext cx="1071839" cy="56354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Arrow Connector 104"/>
            <p:cNvCxnSpPr>
              <a:cxnSpLocks/>
            </p:cNvCxnSpPr>
            <p:nvPr/>
          </p:nvCxnSpPr>
          <p:spPr>
            <a:xfrm>
              <a:off x="2863891" y="1660673"/>
              <a:ext cx="1077857" cy="63687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/>
            <p:cNvCxnSpPr/>
            <p:nvPr/>
          </p:nvCxnSpPr>
          <p:spPr>
            <a:xfrm>
              <a:off x="1169997" y="5908736"/>
              <a:ext cx="315639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2" name="TextBox 111"/>
            <p:cNvSpPr txBox="1"/>
            <p:nvPr/>
          </p:nvSpPr>
          <p:spPr>
            <a:xfrm>
              <a:off x="1357108" y="5725108"/>
              <a:ext cx="1716115" cy="52322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400" b="1" dirty="0">
                  <a:solidFill>
                    <a:srgbClr val="C00000"/>
                  </a:solidFill>
                  <a:latin typeface="Cambria" panose="02040503050406030204" pitchFamily="18" charset="0"/>
                </a:rPr>
                <a:t>* </a:t>
              </a:r>
              <a:r>
                <a:rPr lang="en-GB" sz="1400" b="1" dirty="0">
                  <a:solidFill>
                    <a:srgbClr val="0070C0"/>
                  </a:solidFill>
                  <a:latin typeface="Cambria" panose="02040503050406030204" pitchFamily="18" charset="0"/>
                </a:rPr>
                <a:t>Artificial Neural Network</a:t>
              </a:r>
            </a:p>
          </p:txBody>
        </p:sp>
        <p:cxnSp>
          <p:nvCxnSpPr>
            <p:cNvPr id="121" name="Straight Arrow Connector 120"/>
            <p:cNvCxnSpPr>
              <a:cxnSpLocks/>
            </p:cNvCxnSpPr>
            <p:nvPr/>
          </p:nvCxnSpPr>
          <p:spPr>
            <a:xfrm>
              <a:off x="6526964" y="1682110"/>
              <a:ext cx="0" cy="50451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4" name="TextBox 123"/>
            <p:cNvSpPr txBox="1"/>
            <p:nvPr/>
          </p:nvSpPr>
          <p:spPr>
            <a:xfrm>
              <a:off x="3544325" y="5527950"/>
              <a:ext cx="1460152" cy="738664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400" b="1" dirty="0">
                  <a:solidFill>
                    <a:srgbClr val="C00000"/>
                  </a:solidFill>
                  <a:latin typeface="Cambria" panose="02040503050406030204" pitchFamily="18" charset="0"/>
                </a:rPr>
                <a:t>Convolutional Neural Network</a:t>
              </a:r>
            </a:p>
          </p:txBody>
        </p:sp>
        <p:sp>
          <p:nvSpPr>
            <p:cNvPr id="127" name="TextBox 126"/>
            <p:cNvSpPr txBox="1"/>
            <p:nvPr/>
          </p:nvSpPr>
          <p:spPr>
            <a:xfrm>
              <a:off x="3564179" y="6209043"/>
              <a:ext cx="1440297" cy="738664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400" b="1" dirty="0">
                  <a:solidFill>
                    <a:srgbClr val="C00000"/>
                  </a:solidFill>
                  <a:latin typeface="Cambria" panose="02040503050406030204" pitchFamily="18" charset="0"/>
                </a:rPr>
                <a:t>Recurrent Neural Network</a:t>
              </a:r>
            </a:p>
          </p:txBody>
        </p:sp>
        <p:cxnSp>
          <p:nvCxnSpPr>
            <p:cNvPr id="129" name="Straight Arrow Connector 128"/>
            <p:cNvCxnSpPr>
              <a:cxnSpLocks/>
              <a:endCxn id="124" idx="1"/>
            </p:cNvCxnSpPr>
            <p:nvPr/>
          </p:nvCxnSpPr>
          <p:spPr>
            <a:xfrm flipV="1">
              <a:off x="3093079" y="5897282"/>
              <a:ext cx="451246" cy="15388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Arrow Connector 129"/>
            <p:cNvCxnSpPr/>
            <p:nvPr/>
          </p:nvCxnSpPr>
          <p:spPr>
            <a:xfrm>
              <a:off x="3093079" y="6140889"/>
              <a:ext cx="451245" cy="22324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3" name="Down Arrow 152"/>
            <p:cNvSpPr/>
            <p:nvPr/>
          </p:nvSpPr>
          <p:spPr>
            <a:xfrm rot="5400000">
              <a:off x="6362857" y="5785608"/>
              <a:ext cx="237444" cy="609428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Cambria" panose="02040503050406030204" pitchFamily="18" charset="0"/>
              </a:endParaRPr>
            </a:p>
          </p:txBody>
        </p:sp>
        <p:sp>
          <p:nvSpPr>
            <p:cNvPr id="155" name="TextBox 154"/>
            <p:cNvSpPr txBox="1"/>
            <p:nvPr/>
          </p:nvSpPr>
          <p:spPr>
            <a:xfrm>
              <a:off x="7148246" y="5932811"/>
              <a:ext cx="2076469" cy="369332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GB" b="1" dirty="0">
                  <a:solidFill>
                    <a:srgbClr val="0070C0"/>
                  </a:solidFill>
                  <a:latin typeface="Cambria" panose="02040503050406030204" pitchFamily="18" charset="0"/>
                </a:rPr>
                <a:t>Deep  Learning</a:t>
              </a:r>
            </a:p>
          </p:txBody>
        </p:sp>
        <p:sp>
          <p:nvSpPr>
            <p:cNvPr id="160" name="TextBox 159"/>
            <p:cNvSpPr txBox="1"/>
            <p:nvPr/>
          </p:nvSpPr>
          <p:spPr>
            <a:xfrm>
              <a:off x="9339624" y="2254330"/>
              <a:ext cx="1932014" cy="307777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400" b="1" dirty="0">
                  <a:latin typeface="Cambria" panose="02040503050406030204" pitchFamily="18" charset="0"/>
                </a:rPr>
                <a:t>Q-learning</a:t>
              </a:r>
            </a:p>
          </p:txBody>
        </p:sp>
        <p:sp>
          <p:nvSpPr>
            <p:cNvPr id="161" name="TextBox 160"/>
            <p:cNvSpPr txBox="1"/>
            <p:nvPr/>
          </p:nvSpPr>
          <p:spPr>
            <a:xfrm>
              <a:off x="9444042" y="2719864"/>
              <a:ext cx="1915115" cy="52322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400" b="1" dirty="0">
                  <a:latin typeface="Cambria" panose="02040503050406030204" pitchFamily="18" charset="0"/>
                </a:rPr>
                <a:t>Markov Decision Process</a:t>
              </a:r>
            </a:p>
          </p:txBody>
        </p:sp>
        <p:cxnSp>
          <p:nvCxnSpPr>
            <p:cNvPr id="163" name="Straight Connector 162"/>
            <p:cNvCxnSpPr>
              <a:cxnSpLocks/>
            </p:cNvCxnSpPr>
            <p:nvPr/>
          </p:nvCxnSpPr>
          <p:spPr>
            <a:xfrm>
              <a:off x="9245216" y="1666216"/>
              <a:ext cx="0" cy="116346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164"/>
            <p:cNvCxnSpPr>
              <a:cxnSpLocks/>
              <a:endCxn id="160" idx="1"/>
            </p:cNvCxnSpPr>
            <p:nvPr/>
          </p:nvCxnSpPr>
          <p:spPr>
            <a:xfrm>
              <a:off x="9247202" y="2408218"/>
              <a:ext cx="92422" cy="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Straight Connector 178"/>
            <p:cNvCxnSpPr>
              <a:cxnSpLocks/>
            </p:cNvCxnSpPr>
            <p:nvPr/>
          </p:nvCxnSpPr>
          <p:spPr>
            <a:xfrm flipV="1">
              <a:off x="9248991" y="2825651"/>
              <a:ext cx="204171" cy="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8" name="TextBox 77">
            <a:extLst>
              <a:ext uri="{FF2B5EF4-FFF2-40B4-BE49-F238E27FC236}">
                <a16:creationId xmlns:a16="http://schemas.microsoft.com/office/drawing/2014/main" id="{57F989B2-2D91-44FE-95C5-A185F8C7F554}"/>
              </a:ext>
            </a:extLst>
          </p:cNvPr>
          <p:cNvSpPr txBox="1"/>
          <p:nvPr/>
        </p:nvSpPr>
        <p:spPr>
          <a:xfrm>
            <a:off x="3454329" y="2994584"/>
            <a:ext cx="1226835" cy="33855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1600" b="1" dirty="0">
                <a:solidFill>
                  <a:srgbClr val="7030A0"/>
                </a:solidFill>
                <a:latin typeface="Cambria" panose="02040503050406030204" pitchFamily="18" charset="0"/>
              </a:rPr>
              <a:t>linear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AC83A5AB-D177-4A77-8C34-19411D4729AD}"/>
              </a:ext>
            </a:extLst>
          </p:cNvPr>
          <p:cNvSpPr txBox="1"/>
          <p:nvPr/>
        </p:nvSpPr>
        <p:spPr>
          <a:xfrm>
            <a:off x="5067483" y="3002707"/>
            <a:ext cx="1226835" cy="33855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1600" b="1" dirty="0">
                <a:solidFill>
                  <a:srgbClr val="7030A0"/>
                </a:solidFill>
                <a:latin typeface="Cambria" panose="02040503050406030204" pitchFamily="18" charset="0"/>
              </a:rPr>
              <a:t>non-linear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6DD4D3E-45DC-4493-9730-B5B4033E49C1}"/>
              </a:ext>
            </a:extLst>
          </p:cNvPr>
          <p:cNvCxnSpPr>
            <a:cxnSpLocks/>
          </p:cNvCxnSpPr>
          <p:nvPr/>
        </p:nvCxnSpPr>
        <p:spPr>
          <a:xfrm flipH="1">
            <a:off x="3610952" y="3318880"/>
            <a:ext cx="4378" cy="105435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1D3445FC-8565-497D-AE5E-0AFF48601B1F}"/>
              </a:ext>
            </a:extLst>
          </p:cNvPr>
          <p:cNvCxnSpPr>
            <a:cxnSpLocks/>
          </p:cNvCxnSpPr>
          <p:nvPr/>
        </p:nvCxnSpPr>
        <p:spPr>
          <a:xfrm flipH="1">
            <a:off x="5285975" y="3303937"/>
            <a:ext cx="21301" cy="10482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extBox 81">
            <a:extLst>
              <a:ext uri="{FF2B5EF4-FFF2-40B4-BE49-F238E27FC236}">
                <a16:creationId xmlns:a16="http://schemas.microsoft.com/office/drawing/2014/main" id="{91C984D2-DF23-4247-920C-13782BFCAC3C}"/>
              </a:ext>
            </a:extLst>
          </p:cNvPr>
          <p:cNvSpPr txBox="1"/>
          <p:nvPr/>
        </p:nvSpPr>
        <p:spPr>
          <a:xfrm>
            <a:off x="5482583" y="3556363"/>
            <a:ext cx="996314" cy="3077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  <a:latin typeface="Cambria" panose="02040503050406030204" pitchFamily="18" charset="0"/>
              </a:rPr>
              <a:t>ANN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8A8B6CA6-EE7A-4AC0-98BB-EB87EEC387E2}"/>
              </a:ext>
            </a:extLst>
          </p:cNvPr>
          <p:cNvSpPr txBox="1"/>
          <p:nvPr/>
        </p:nvSpPr>
        <p:spPr>
          <a:xfrm>
            <a:off x="5469373" y="4176897"/>
            <a:ext cx="1044808" cy="3077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  <a:latin typeface="Cambria" panose="02040503050406030204" pitchFamily="18" charset="0"/>
              </a:rPr>
              <a:t>SVM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E98477BD-5BB2-4AE2-82B0-98655921AA04}"/>
              </a:ext>
            </a:extLst>
          </p:cNvPr>
          <p:cNvCxnSpPr>
            <a:cxnSpLocks/>
            <a:stCxn id="82" idx="1"/>
          </p:cNvCxnSpPr>
          <p:nvPr/>
        </p:nvCxnSpPr>
        <p:spPr>
          <a:xfrm flipH="1">
            <a:off x="5285975" y="3710252"/>
            <a:ext cx="19660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41BBCB6E-B662-426C-A755-0A25DE7A1F51}"/>
              </a:ext>
            </a:extLst>
          </p:cNvPr>
          <p:cNvCxnSpPr>
            <a:cxnSpLocks/>
            <a:stCxn id="55" idx="1"/>
          </p:cNvCxnSpPr>
          <p:nvPr/>
        </p:nvCxnSpPr>
        <p:spPr>
          <a:xfrm flipH="1" flipV="1">
            <a:off x="3600308" y="4373237"/>
            <a:ext cx="229568" cy="1077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DC86B450-D621-4535-8E9F-7597B7AEC44B}"/>
              </a:ext>
            </a:extLst>
          </p:cNvPr>
          <p:cNvCxnSpPr>
            <a:cxnSpLocks/>
          </p:cNvCxnSpPr>
          <p:nvPr/>
        </p:nvCxnSpPr>
        <p:spPr>
          <a:xfrm flipH="1">
            <a:off x="3600308" y="3758201"/>
            <a:ext cx="19660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58E1D396-4862-498C-A302-D477890A0C26}"/>
              </a:ext>
            </a:extLst>
          </p:cNvPr>
          <p:cNvCxnSpPr>
            <a:cxnSpLocks/>
          </p:cNvCxnSpPr>
          <p:nvPr/>
        </p:nvCxnSpPr>
        <p:spPr>
          <a:xfrm flipH="1">
            <a:off x="5285975" y="4352205"/>
            <a:ext cx="19660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847727BC-2BE7-4A54-BE95-8730AB77096E}"/>
              </a:ext>
            </a:extLst>
          </p:cNvPr>
          <p:cNvCxnSpPr>
            <a:stCxn id="16" idx="2"/>
            <a:endCxn id="78" idx="0"/>
          </p:cNvCxnSpPr>
          <p:nvPr/>
        </p:nvCxnSpPr>
        <p:spPr>
          <a:xfrm flipH="1">
            <a:off x="4067747" y="2672883"/>
            <a:ext cx="565902" cy="3217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43A38CC5-B590-4FFD-A398-306C9C4C8773}"/>
              </a:ext>
            </a:extLst>
          </p:cNvPr>
          <p:cNvCxnSpPr>
            <a:cxnSpLocks/>
            <a:stCxn id="16" idx="2"/>
          </p:cNvCxnSpPr>
          <p:nvPr/>
        </p:nvCxnSpPr>
        <p:spPr>
          <a:xfrm>
            <a:off x="4633649" y="2672883"/>
            <a:ext cx="656924" cy="3382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29749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295CCD-84C3-5EFB-CE43-E32B425A4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" name="Content Placeholder 6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43870CBB-2830-2B3A-A546-703FE5E7D3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8743" y="3265900"/>
            <a:ext cx="1074513" cy="1470787"/>
          </a:xfr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06A4AFD-4182-7DAA-7F64-20FCEB14D6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364" y="136525"/>
            <a:ext cx="11491956" cy="6287045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B37DAF-C6DD-9B7C-2152-7183305D86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AI ML VCube Soft Dr Ganapathi Raju</a:t>
            </a:r>
            <a:endParaRPr lang="en-US"/>
          </a:p>
        </p:txBody>
      </p:sp>
      <p:pic>
        <p:nvPicPr>
          <p:cNvPr id="9" name="Picture 8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F8C5B0EE-D26C-0E96-6B56-6EA4BCD225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469" y="5387213"/>
            <a:ext cx="1074513" cy="1470787"/>
          </a:xfrm>
          <a:prstGeom prst="rect">
            <a:avLst/>
          </a:prstGeom>
        </p:spPr>
      </p:pic>
      <p:pic>
        <p:nvPicPr>
          <p:cNvPr id="11" name="Picture 10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DA1229ED-5D30-6B88-9613-15BD629108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4982" y="5537696"/>
            <a:ext cx="1074513" cy="1183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5540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D6F69-2882-AA21-1C49-B2121A2E16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Cluster Analysis</a:t>
            </a:r>
            <a:endParaRPr lang="en-IN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97803D-12C6-9F24-C72D-4F40576F11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1327"/>
            <a:ext cx="10515600" cy="5001547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defRPr/>
            </a:pPr>
            <a:r>
              <a:rPr lang="en-US" altLang="en-US" sz="2400" dirty="0">
                <a:solidFill>
                  <a:srgbClr val="FF0000"/>
                </a:solidFill>
              </a:rPr>
              <a:t>Cluster: A collection of data objects</a:t>
            </a:r>
          </a:p>
          <a:p>
            <a:pPr lvl="1" eaLnBrk="1" hangingPunct="1">
              <a:lnSpc>
                <a:spcPct val="150000"/>
              </a:lnSpc>
              <a:defRPr/>
            </a:pPr>
            <a:r>
              <a:rPr lang="en-US" altLang="en-US" sz="2400" dirty="0">
                <a:solidFill>
                  <a:srgbClr val="00B050"/>
                </a:solidFill>
              </a:rPr>
              <a:t>similar (or related) to one another within the same group</a:t>
            </a:r>
          </a:p>
          <a:p>
            <a:pPr lvl="1" eaLnBrk="1" hangingPunct="1">
              <a:lnSpc>
                <a:spcPct val="150000"/>
              </a:lnSpc>
              <a:defRPr/>
            </a:pPr>
            <a:r>
              <a:rPr lang="en-US" altLang="en-US" sz="2400" dirty="0">
                <a:solidFill>
                  <a:srgbClr val="00B050"/>
                </a:solidFill>
              </a:rPr>
              <a:t>dissimilar (or unrelated) to the objects in other groups</a:t>
            </a:r>
          </a:p>
          <a:p>
            <a:pPr marL="457200" lvl="1" indent="0" eaLnBrk="1" hangingPunct="1">
              <a:buFont typeface="Wingdings" panose="05000000000000000000" pitchFamily="2" charset="2"/>
              <a:buNone/>
              <a:defRPr/>
            </a:pPr>
            <a:endParaRPr lang="en-US" altLang="en-US" sz="2400" dirty="0"/>
          </a:p>
          <a:p>
            <a:pPr eaLnBrk="1" hangingPunct="1">
              <a:defRPr/>
            </a:pPr>
            <a:r>
              <a:rPr lang="en-US" altLang="en-US" sz="2400" dirty="0">
                <a:solidFill>
                  <a:srgbClr val="FF0000"/>
                </a:solidFill>
              </a:rPr>
              <a:t>Cluster analysis (or </a:t>
            </a:r>
            <a:r>
              <a:rPr lang="en-US" altLang="en-US" sz="2400" i="1" dirty="0">
                <a:solidFill>
                  <a:srgbClr val="FF0000"/>
                </a:solidFill>
              </a:rPr>
              <a:t>clustering</a:t>
            </a:r>
            <a:r>
              <a:rPr lang="en-US" altLang="en-US" sz="2400" dirty="0">
                <a:solidFill>
                  <a:srgbClr val="FF0000"/>
                </a:solidFill>
              </a:rPr>
              <a:t>, </a:t>
            </a:r>
            <a:r>
              <a:rPr lang="en-US" altLang="en-US" sz="2400" i="1" dirty="0">
                <a:solidFill>
                  <a:srgbClr val="FF0000"/>
                </a:solidFill>
              </a:rPr>
              <a:t>data segmentation, …</a:t>
            </a:r>
            <a:r>
              <a:rPr lang="en-US" altLang="en-US" sz="2400" dirty="0">
                <a:solidFill>
                  <a:srgbClr val="FF0000"/>
                </a:solidFill>
              </a:rPr>
              <a:t>)</a:t>
            </a:r>
          </a:p>
          <a:p>
            <a:pPr lvl="1" eaLnBrk="1" hangingPunct="1">
              <a:lnSpc>
                <a:spcPct val="160000"/>
              </a:lnSpc>
              <a:defRPr/>
            </a:pPr>
            <a:r>
              <a:rPr lang="en-US" altLang="en-US" sz="2400" dirty="0">
                <a:solidFill>
                  <a:srgbClr val="00B050"/>
                </a:solidFill>
              </a:rPr>
              <a:t>Finding similarities between data according to the characteristics found in the data and grouping similar data objects into clusters</a:t>
            </a:r>
          </a:p>
          <a:p>
            <a:pPr eaLnBrk="1" hangingPunct="1">
              <a:defRPr/>
            </a:pPr>
            <a:endParaRPr lang="en-US" altLang="en-US" sz="2400" dirty="0">
              <a:solidFill>
                <a:schemeClr val="hlink"/>
              </a:solidFill>
            </a:endParaRPr>
          </a:p>
          <a:p>
            <a:pPr eaLnBrk="1" hangingPunct="1">
              <a:lnSpc>
                <a:spcPct val="160000"/>
              </a:lnSpc>
              <a:defRPr/>
            </a:pPr>
            <a:r>
              <a:rPr lang="en-US" altLang="en-US" sz="2400" dirty="0">
                <a:solidFill>
                  <a:srgbClr val="FF0000"/>
                </a:solidFill>
              </a:rPr>
              <a:t>Unsupervised learning</a:t>
            </a:r>
            <a:r>
              <a:rPr lang="en-US" altLang="en-US" sz="2400" dirty="0"/>
              <a:t>: </a:t>
            </a:r>
            <a:r>
              <a:rPr lang="en-US" altLang="en-US" sz="2400" dirty="0">
                <a:solidFill>
                  <a:srgbClr val="00B050"/>
                </a:solidFill>
              </a:rPr>
              <a:t>no predefined classes (i.e., </a:t>
            </a:r>
            <a:r>
              <a:rPr lang="en-US" altLang="en-US" sz="2400" i="1" dirty="0">
                <a:solidFill>
                  <a:srgbClr val="00B050"/>
                </a:solidFill>
              </a:rPr>
              <a:t>learning by observations</a:t>
            </a:r>
            <a:r>
              <a:rPr lang="en-US" altLang="en-US" sz="2400" dirty="0">
                <a:solidFill>
                  <a:srgbClr val="00B050"/>
                </a:solidFill>
              </a:rPr>
              <a:t> vs. learning by examples: supervised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887311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AA3263-9822-968B-7844-33404E23E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Quality: What Is Good Clustering</a:t>
            </a:r>
            <a:endParaRPr lang="en-IN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191320-6953-743B-8D23-01E4DE8A19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30000"/>
              </a:lnSpc>
            </a:pPr>
            <a:r>
              <a:rPr lang="en-US" altLang="en-US" sz="2400" dirty="0">
                <a:solidFill>
                  <a:srgbClr val="FF0000"/>
                </a:solidFill>
              </a:rPr>
              <a:t>A </a:t>
            </a:r>
            <a:r>
              <a:rPr lang="en-US" altLang="en-US" sz="2400" u="sng" dirty="0">
                <a:solidFill>
                  <a:srgbClr val="FF0000"/>
                </a:solidFill>
              </a:rPr>
              <a:t>good clustering</a:t>
            </a:r>
            <a:r>
              <a:rPr lang="en-US" altLang="en-US" sz="2400" dirty="0">
                <a:solidFill>
                  <a:srgbClr val="FF0000"/>
                </a:solidFill>
              </a:rPr>
              <a:t> method will produce high quality clusters</a:t>
            </a:r>
          </a:p>
          <a:p>
            <a:pPr lvl="1" eaLnBrk="1" hangingPunct="1">
              <a:lnSpc>
                <a:spcPct val="130000"/>
              </a:lnSpc>
            </a:pPr>
            <a:r>
              <a:rPr lang="en-US" altLang="en-US" sz="2400" dirty="0">
                <a:solidFill>
                  <a:srgbClr val="00B050"/>
                </a:solidFill>
              </a:rPr>
              <a:t>high </a:t>
            </a:r>
            <a:r>
              <a:rPr lang="en-US" altLang="en-US" sz="2400" u="sng" dirty="0">
                <a:solidFill>
                  <a:srgbClr val="00B050"/>
                </a:solidFill>
              </a:rPr>
              <a:t>intra-class</a:t>
            </a:r>
            <a:r>
              <a:rPr lang="en-US" altLang="en-US" sz="2400" dirty="0">
                <a:solidFill>
                  <a:srgbClr val="00B050"/>
                </a:solidFill>
              </a:rPr>
              <a:t> similarity: cohesive within clusters</a:t>
            </a:r>
          </a:p>
          <a:p>
            <a:pPr lvl="1" eaLnBrk="1" hangingPunct="1">
              <a:lnSpc>
                <a:spcPct val="130000"/>
              </a:lnSpc>
            </a:pPr>
            <a:r>
              <a:rPr lang="en-US" altLang="en-US" sz="2400" dirty="0">
                <a:solidFill>
                  <a:srgbClr val="00B050"/>
                </a:solidFill>
              </a:rPr>
              <a:t>low </a:t>
            </a:r>
            <a:r>
              <a:rPr lang="en-US" altLang="en-US" sz="2400" u="sng" dirty="0">
                <a:solidFill>
                  <a:srgbClr val="00B050"/>
                </a:solidFill>
              </a:rPr>
              <a:t>inter-class</a:t>
            </a:r>
            <a:r>
              <a:rPr lang="en-US" altLang="en-US" sz="2400" dirty="0">
                <a:solidFill>
                  <a:srgbClr val="00B050"/>
                </a:solidFill>
              </a:rPr>
              <a:t> similarity: distinctive between clusters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en-US" sz="2400" dirty="0">
                <a:solidFill>
                  <a:srgbClr val="FF0000"/>
                </a:solidFill>
              </a:rPr>
              <a:t>The </a:t>
            </a:r>
            <a:r>
              <a:rPr lang="en-US" altLang="en-US" sz="2400" u="sng" dirty="0">
                <a:solidFill>
                  <a:srgbClr val="FF0000"/>
                </a:solidFill>
              </a:rPr>
              <a:t>quality</a:t>
            </a:r>
            <a:r>
              <a:rPr lang="en-US" altLang="en-US" sz="2400" dirty="0">
                <a:solidFill>
                  <a:srgbClr val="FF0000"/>
                </a:solidFill>
              </a:rPr>
              <a:t> of a clustering method depends on</a:t>
            </a:r>
          </a:p>
          <a:p>
            <a:pPr lvl="1" eaLnBrk="1" hangingPunct="1">
              <a:lnSpc>
                <a:spcPct val="130000"/>
              </a:lnSpc>
            </a:pPr>
            <a:r>
              <a:rPr lang="en-US" altLang="en-US" sz="2400" dirty="0">
                <a:solidFill>
                  <a:srgbClr val="00B050"/>
                </a:solidFill>
              </a:rPr>
              <a:t>the similarity measure used by the method </a:t>
            </a:r>
          </a:p>
          <a:p>
            <a:pPr lvl="1" eaLnBrk="1" hangingPunct="1">
              <a:lnSpc>
                <a:spcPct val="130000"/>
              </a:lnSpc>
            </a:pPr>
            <a:r>
              <a:rPr lang="en-US" altLang="en-US" sz="2400" dirty="0">
                <a:solidFill>
                  <a:srgbClr val="00B050"/>
                </a:solidFill>
              </a:rPr>
              <a:t>its implementation, and</a:t>
            </a:r>
          </a:p>
          <a:p>
            <a:pPr lvl="1" eaLnBrk="1" hangingPunct="1">
              <a:lnSpc>
                <a:spcPct val="130000"/>
              </a:lnSpc>
            </a:pPr>
            <a:r>
              <a:rPr lang="en-US" altLang="en-US" sz="2400" dirty="0">
                <a:solidFill>
                  <a:srgbClr val="00B050"/>
                </a:solidFill>
              </a:rPr>
              <a:t>Its ability to discover some or all of the </a:t>
            </a:r>
            <a:r>
              <a:rPr lang="en-US" altLang="en-US" sz="2400" u="sng" dirty="0">
                <a:solidFill>
                  <a:srgbClr val="00B050"/>
                </a:solidFill>
              </a:rPr>
              <a:t>hidden</a:t>
            </a:r>
            <a:r>
              <a:rPr lang="en-US" altLang="en-US" sz="2400" dirty="0">
                <a:solidFill>
                  <a:srgbClr val="00B050"/>
                </a:solidFill>
              </a:rPr>
              <a:t> patterns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645155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464C0B-0140-26CF-E32F-E1CCC395C6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C5C5521-4695-696E-0423-836DF800C0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4295" y="643467"/>
            <a:ext cx="7403409" cy="5571065"/>
          </a:xfrm>
          <a:prstGeom prst="rect">
            <a:avLst/>
          </a:prstGeom>
          <a:ln>
            <a:noFill/>
          </a:ln>
        </p:spPr>
      </p:pic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23399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FA209E-0FCB-F32D-9979-4FBA1620C7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white sheet with black text and numbers&#10;&#10;AI-generated content may be incorrect.">
            <a:extLst>
              <a:ext uri="{FF2B5EF4-FFF2-40B4-BE49-F238E27FC236}">
                <a16:creationId xmlns:a16="http://schemas.microsoft.com/office/drawing/2014/main" id="{9D23212D-5B0C-2339-9C70-79070A5E74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8488" y="643467"/>
            <a:ext cx="8315023" cy="5571065"/>
          </a:xfrm>
          <a:prstGeom prst="rect">
            <a:avLst/>
          </a:prstGeom>
          <a:ln>
            <a:noFill/>
          </a:ln>
        </p:spPr>
      </p:pic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1193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6BE38A-869C-153E-C4C1-42AF73E60E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1C039C9-F9A4-9B32-FA63-793686835F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957" y="713257"/>
            <a:ext cx="7503117" cy="5571065"/>
          </a:xfrm>
          <a:prstGeom prst="rect">
            <a:avLst/>
          </a:prstGeom>
          <a:ln>
            <a:noFill/>
          </a:ln>
        </p:spPr>
      </p:pic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white sheet of paper with writing on it">
            <a:extLst>
              <a:ext uri="{FF2B5EF4-FFF2-40B4-BE49-F238E27FC236}">
                <a16:creationId xmlns:a16="http://schemas.microsoft.com/office/drawing/2014/main" id="{F448ADCB-8C81-D9FC-EAEC-E48B5F4048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149" y="45846"/>
            <a:ext cx="11746793" cy="4123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52994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7ECF71-6216-9398-933D-CDAEF5FC68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8192" y="643467"/>
            <a:ext cx="9095615" cy="5571065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087606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B03C16-7C95-597C-EF36-5375EA72CC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5" name="Rectangle 1044">
            <a:extLst>
              <a:ext uri="{FF2B5EF4-FFF2-40B4-BE49-F238E27FC236}">
                <a16:creationId xmlns:a16="http://schemas.microsoft.com/office/drawing/2014/main" id="{86FF76B9-219D-4469-AF87-0236D290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046" name="Group 1045">
            <a:extLst>
              <a:ext uri="{FF2B5EF4-FFF2-40B4-BE49-F238E27FC236}">
                <a16:creationId xmlns:a16="http://schemas.microsoft.com/office/drawing/2014/main" id="{DB88BD78-87E1-424D-B479-C37D8E41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1034" name="Freeform: Shape 1033">
              <a:extLst>
                <a:ext uri="{FF2B5EF4-FFF2-40B4-BE49-F238E27FC236}">
                  <a16:creationId xmlns:a16="http://schemas.microsoft.com/office/drawing/2014/main" id="{C05EB894-9410-4B20-95E4-7A25101AB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7" name="Rectangle 1046">
              <a:extLst>
                <a:ext uri="{FF2B5EF4-FFF2-40B4-BE49-F238E27FC236}">
                  <a16:creationId xmlns:a16="http://schemas.microsoft.com/office/drawing/2014/main" id="{166E38B6-B050-4340-8E8F-3A971DADC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48" name="Rectangle 1047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9" name="Isosceles Triangle 1048">
            <a:extLst>
              <a:ext uri="{FF2B5EF4-FFF2-40B4-BE49-F238E27FC236}">
                <a16:creationId xmlns:a16="http://schemas.microsoft.com/office/drawing/2014/main" id="{633C5E46-DAC5-4661-9C87-22B08E2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1">
            <a:extLst>
              <a:ext uri="{FF2B5EF4-FFF2-40B4-BE49-F238E27FC236}">
                <a16:creationId xmlns:a16="http://schemas.microsoft.com/office/drawing/2014/main" id="{CCB5B45C-268A-294A-8E5A-F78D55C244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491814" y="643467"/>
            <a:ext cx="9208371" cy="55710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601413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BC4A36-318E-DC34-5868-9A59DE4D05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Rectangle 2054">
            <a:extLst>
              <a:ext uri="{FF2B5EF4-FFF2-40B4-BE49-F238E27FC236}">
                <a16:creationId xmlns:a16="http://schemas.microsoft.com/office/drawing/2014/main" id="{86FF76B9-219D-4469-AF87-0236D290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057" name="Group 2056">
            <a:extLst>
              <a:ext uri="{FF2B5EF4-FFF2-40B4-BE49-F238E27FC236}">
                <a16:creationId xmlns:a16="http://schemas.microsoft.com/office/drawing/2014/main" id="{DB88BD78-87E1-424D-B479-C37D8E41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2058" name="Freeform: Shape 2057">
              <a:extLst>
                <a:ext uri="{FF2B5EF4-FFF2-40B4-BE49-F238E27FC236}">
                  <a16:creationId xmlns:a16="http://schemas.microsoft.com/office/drawing/2014/main" id="{C05EB894-9410-4B20-95E4-7A25101AB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59" name="Rectangle 2058">
              <a:extLst>
                <a:ext uri="{FF2B5EF4-FFF2-40B4-BE49-F238E27FC236}">
                  <a16:creationId xmlns:a16="http://schemas.microsoft.com/office/drawing/2014/main" id="{166E38B6-B050-4340-8E8F-3A971DADC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61" name="Rectangle 2060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63" name="Isosceles Triangle 2062">
            <a:extLst>
              <a:ext uri="{FF2B5EF4-FFF2-40B4-BE49-F238E27FC236}">
                <a16:creationId xmlns:a16="http://schemas.microsoft.com/office/drawing/2014/main" id="{633C5E46-DAC5-4661-9C87-22B08E2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96A23D68-45D7-4045-0FEA-80BC49F2E4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548192" y="643467"/>
            <a:ext cx="9095615" cy="55710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234292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C3A08C-B28E-0743-BF26-B6DDAEDB8A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9" name="Rectangle 3078">
            <a:extLst>
              <a:ext uri="{FF2B5EF4-FFF2-40B4-BE49-F238E27FC236}">
                <a16:creationId xmlns:a16="http://schemas.microsoft.com/office/drawing/2014/main" id="{86FF76B9-219D-4469-AF87-0236D290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081" name="Group 3080">
            <a:extLst>
              <a:ext uri="{FF2B5EF4-FFF2-40B4-BE49-F238E27FC236}">
                <a16:creationId xmlns:a16="http://schemas.microsoft.com/office/drawing/2014/main" id="{DB88BD78-87E1-424D-B479-C37D8E41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3082" name="Freeform: Shape 3081">
              <a:extLst>
                <a:ext uri="{FF2B5EF4-FFF2-40B4-BE49-F238E27FC236}">
                  <a16:creationId xmlns:a16="http://schemas.microsoft.com/office/drawing/2014/main" id="{C05EB894-9410-4B20-95E4-7A25101AB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83" name="Rectangle 3082">
              <a:extLst>
                <a:ext uri="{FF2B5EF4-FFF2-40B4-BE49-F238E27FC236}">
                  <a16:creationId xmlns:a16="http://schemas.microsoft.com/office/drawing/2014/main" id="{166E38B6-B050-4340-8E8F-3A971DADC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085" name="Rectangle 3084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87" name="Isosceles Triangle 3086">
            <a:extLst>
              <a:ext uri="{FF2B5EF4-FFF2-40B4-BE49-F238E27FC236}">
                <a16:creationId xmlns:a16="http://schemas.microsoft.com/office/drawing/2014/main" id="{633C5E46-DAC5-4661-9C87-22B08E2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4" name="Picture 3">
            <a:extLst>
              <a:ext uri="{FF2B5EF4-FFF2-40B4-BE49-F238E27FC236}">
                <a16:creationId xmlns:a16="http://schemas.microsoft.com/office/drawing/2014/main" id="{1AFF8B85-C9C8-589D-3974-61947F45C3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13328" y="643467"/>
            <a:ext cx="10765344" cy="55710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975817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3C53FB-4CDE-3A85-A7AD-A50F6358D0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4">
            <a:extLst>
              <a:ext uri="{FF2B5EF4-FFF2-40B4-BE49-F238E27FC236}">
                <a16:creationId xmlns:a16="http://schemas.microsoft.com/office/drawing/2014/main" id="{6458F06F-54A5-F627-5055-4CC4D9CCF5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1086" y="1146370"/>
            <a:ext cx="8107270" cy="45652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048789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947355-025B-9491-0EF5-D3CAF3BC0E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5">
            <a:extLst>
              <a:ext uri="{FF2B5EF4-FFF2-40B4-BE49-F238E27FC236}">
                <a16:creationId xmlns:a16="http://schemas.microsoft.com/office/drawing/2014/main" id="{F7AEB837-BCDF-E7C0-FEC2-195FE87A47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9202" y="1086312"/>
            <a:ext cx="7213836" cy="4262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000753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DFF402-6628-34BA-6808-0BE0477F21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6">
            <a:extLst>
              <a:ext uri="{FF2B5EF4-FFF2-40B4-BE49-F238E27FC236}">
                <a16:creationId xmlns:a16="http://schemas.microsoft.com/office/drawing/2014/main" id="{C0FD3D68-DDCE-6BA7-A478-98A7979A5F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442" y="336034"/>
            <a:ext cx="6119917" cy="38131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7" name="Picture 7">
            <a:extLst>
              <a:ext uri="{FF2B5EF4-FFF2-40B4-BE49-F238E27FC236}">
                <a16:creationId xmlns:a16="http://schemas.microsoft.com/office/drawing/2014/main" id="{41DB7433-42E3-D0BC-1B14-E44ADDF91C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3127" y="4669251"/>
            <a:ext cx="5943600" cy="1646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667764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D9033F-AD42-E5DF-5D33-EAA84A3B41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8">
            <a:extLst>
              <a:ext uri="{FF2B5EF4-FFF2-40B4-BE49-F238E27FC236}">
                <a16:creationId xmlns:a16="http://schemas.microsoft.com/office/drawing/2014/main" id="{14345E18-1273-8153-6283-5FB079E5CF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6581" y="606118"/>
            <a:ext cx="7172785" cy="49022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112841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7586FC-6CB3-F049-FEF1-39439CF0AD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9">
            <a:extLst>
              <a:ext uri="{FF2B5EF4-FFF2-40B4-BE49-F238E27FC236}">
                <a16:creationId xmlns:a16="http://schemas.microsoft.com/office/drawing/2014/main" id="{5A18634B-BD32-0B99-AE0A-01E8A554BE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6079" y="1067517"/>
            <a:ext cx="7953402" cy="47229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168010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A0BC87-2766-58D6-429C-8D5B22FF41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10">
            <a:extLst>
              <a:ext uri="{FF2B5EF4-FFF2-40B4-BE49-F238E27FC236}">
                <a16:creationId xmlns:a16="http://schemas.microsoft.com/office/drawing/2014/main" id="{9162C1E9-0197-9335-896F-43934B1C5B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3317" y="811008"/>
            <a:ext cx="7900414" cy="49998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130067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F3DB02-073D-8324-826E-950E314E2D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11">
            <a:extLst>
              <a:ext uri="{FF2B5EF4-FFF2-40B4-BE49-F238E27FC236}">
                <a16:creationId xmlns:a16="http://schemas.microsoft.com/office/drawing/2014/main" id="{CDEEBE12-EFC6-5B0D-8DDF-1BF7BDE8B8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5743" y="841532"/>
            <a:ext cx="8529637" cy="51749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654353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9FDD3B-6335-4B3F-961C-BA7A70DB66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13">
            <a:extLst>
              <a:ext uri="{FF2B5EF4-FFF2-40B4-BE49-F238E27FC236}">
                <a16:creationId xmlns:a16="http://schemas.microsoft.com/office/drawing/2014/main" id="{3CD9C009-56CB-933A-7A53-C87261F096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2040" y="978156"/>
            <a:ext cx="8664158" cy="51473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875299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C60746-6C0C-E29B-7AB7-3F041FDC83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12">
            <a:extLst>
              <a:ext uri="{FF2B5EF4-FFF2-40B4-BE49-F238E27FC236}">
                <a16:creationId xmlns:a16="http://schemas.microsoft.com/office/drawing/2014/main" id="{A4572173-CE55-9DD1-A1B8-75CDFAE40D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4646" y="1127227"/>
            <a:ext cx="7556411" cy="4319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562285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C833EA-45FD-BAFB-57B8-C77B4DA20B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15">
            <a:extLst>
              <a:ext uri="{FF2B5EF4-FFF2-40B4-BE49-F238E27FC236}">
                <a16:creationId xmlns:a16="http://schemas.microsoft.com/office/drawing/2014/main" id="{8E1EA9CB-E716-CFC3-4719-792342A41A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1472" y="743769"/>
            <a:ext cx="7685651" cy="55717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849543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113258-00C7-FAA3-B0F1-A5B1DD2967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16">
            <a:extLst>
              <a:ext uri="{FF2B5EF4-FFF2-40B4-BE49-F238E27FC236}">
                <a16:creationId xmlns:a16="http://schemas.microsoft.com/office/drawing/2014/main" id="{A67AC7E5-DB2F-BDA0-773F-913CC2AAC7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8028" y="221072"/>
            <a:ext cx="7508593" cy="44885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8F3F9FD-0E87-0766-D185-A87B72801F78}"/>
              </a:ext>
            </a:extLst>
          </p:cNvPr>
          <p:cNvSpPr txBox="1"/>
          <p:nvPr/>
        </p:nvSpPr>
        <p:spPr>
          <a:xfrm>
            <a:off x="2840685" y="5064510"/>
            <a:ext cx="8259934" cy="15724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If We want to stop Iteration of K-Means algorithm 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: Previous cluster and New Cluster should be same then we will stop.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71171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1E0D3A2-E9B4-7096-75CB-F1825DA794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037" y="216175"/>
            <a:ext cx="10498015" cy="4124901"/>
          </a:xfrm>
          <a:prstGeom prst="rect">
            <a:avLst/>
          </a:prstGeom>
        </p:spPr>
      </p:pic>
      <p:pic>
        <p:nvPicPr>
          <p:cNvPr id="1028" name="Picture 502020653" descr="elbow method, determine k, kmeans">
            <a:extLst>
              <a:ext uri="{FF2B5EF4-FFF2-40B4-BE49-F238E27FC236}">
                <a16:creationId xmlns:a16="http://schemas.microsoft.com/office/drawing/2014/main" id="{7C252599-0268-514B-FFBA-0B615ACBEF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58947" y="3803040"/>
            <a:ext cx="3316288" cy="2505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6765473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6FF76B9-219D-4469-AF87-0236D290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B88BD78-87E1-424D-B479-C37D8E41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C05EB894-9410-4B20-95E4-7A25101AB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66E38B6-B050-4340-8E8F-3A971DADC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633C5E46-DAC5-4661-9C87-22B08E2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6941AF-2394-60FE-AEE7-671D677C6A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4679" y="643467"/>
            <a:ext cx="9402642" cy="5571065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2446798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6FF76B9-219D-4469-AF87-0236D290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B88BD78-87E1-424D-B479-C37D8E41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05EB894-9410-4B20-95E4-7A25101AB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66E38B6-B050-4340-8E8F-3A971DADC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633C5E46-DAC5-4661-9C87-22B08E2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close-up of a text&#10;&#10;AI-generated content may be incorrect.">
            <a:extLst>
              <a:ext uri="{FF2B5EF4-FFF2-40B4-BE49-F238E27FC236}">
                <a16:creationId xmlns:a16="http://schemas.microsoft.com/office/drawing/2014/main" id="{F09834E0-0057-4D63-70F0-A15BDD3E4E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907203"/>
            <a:ext cx="10905066" cy="5043592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2037395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B981809E-81E7-7E26-E4C6-FE5B6371532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346325" y="492126"/>
            <a:ext cx="7296150" cy="498475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z="3200"/>
              <a:t>The </a:t>
            </a:r>
            <a:r>
              <a:rPr lang="en-US" altLang="en-US" sz="3200" i="1"/>
              <a:t>K-Means</a:t>
            </a:r>
            <a:r>
              <a:rPr lang="en-US" altLang="en-US" sz="3200"/>
              <a:t> Clustering Method</a:t>
            </a:r>
            <a:r>
              <a:rPr lang="en-US" altLang="en-US" sz="2400" b="1"/>
              <a:t> </a:t>
            </a:r>
            <a:endParaRPr lang="en-US" altLang="en-US" sz="2800"/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FCAEF89D-7F43-4BB0-C99B-4D375D76D2F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81201" y="1447800"/>
            <a:ext cx="7851775" cy="4800600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altLang="en-US" sz="2400"/>
              <a:t>Given </a:t>
            </a:r>
            <a:r>
              <a:rPr lang="en-US" altLang="en-US" sz="2400" i="1"/>
              <a:t>k</a:t>
            </a:r>
            <a:r>
              <a:rPr lang="en-US" altLang="en-US" sz="2400"/>
              <a:t>, the </a:t>
            </a:r>
            <a:r>
              <a:rPr lang="en-US" altLang="en-US" sz="2400" i="1"/>
              <a:t>k-means</a:t>
            </a:r>
            <a:r>
              <a:rPr lang="en-US" altLang="en-US" sz="2400"/>
              <a:t> algorithm is implemented in four steps: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>
                <a:solidFill>
                  <a:srgbClr val="000000"/>
                </a:solidFill>
              </a:rPr>
              <a:t>Partition objects into </a:t>
            </a:r>
            <a:r>
              <a:rPr lang="en-US" altLang="en-US" i="1">
                <a:solidFill>
                  <a:srgbClr val="000000"/>
                </a:solidFill>
              </a:rPr>
              <a:t>k</a:t>
            </a:r>
            <a:r>
              <a:rPr lang="en-US" altLang="en-US">
                <a:solidFill>
                  <a:srgbClr val="000000"/>
                </a:solidFill>
              </a:rPr>
              <a:t> nonempty subsets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>
                <a:solidFill>
                  <a:srgbClr val="000000"/>
                </a:solidFill>
              </a:rPr>
              <a:t>Compute seed points as the centroids of the clusters of the current partitioning (the centroid is the center, i.e., </a:t>
            </a:r>
            <a:r>
              <a:rPr lang="en-US" altLang="en-US" i="1">
                <a:solidFill>
                  <a:schemeClr val="hlink"/>
                </a:solidFill>
              </a:rPr>
              <a:t>mean point</a:t>
            </a:r>
            <a:r>
              <a:rPr lang="en-US" altLang="en-US">
                <a:solidFill>
                  <a:srgbClr val="000000"/>
                </a:solidFill>
              </a:rPr>
              <a:t>, of the cluster)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>
                <a:solidFill>
                  <a:srgbClr val="000000"/>
                </a:solidFill>
              </a:rPr>
              <a:t>Assign each object to the cluster with the nearest seed point  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>
                <a:solidFill>
                  <a:srgbClr val="000000"/>
                </a:solidFill>
              </a:rPr>
              <a:t>Go back to Step 2, stop when the assignment does not change</a:t>
            </a:r>
          </a:p>
        </p:txBody>
      </p:sp>
      <p:sp>
        <p:nvSpPr>
          <p:cNvPr id="8196" name="Slide Number Placeholder 6">
            <a:extLst>
              <a:ext uri="{FF2B5EF4-FFF2-40B4-BE49-F238E27FC236}">
                <a16:creationId xmlns:a16="http://schemas.microsoft.com/office/drawing/2014/main" id="{7D9ED4A5-A8B3-D741-9FC7-7DDA251CE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9872861-AD23-41BD-B6D3-C5A8874AA2B9}" type="slidenum">
              <a:rPr lang="en-US" altLang="en-US" sz="1200"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28</a:t>
            </a:fld>
            <a:endParaRPr lang="en-US" altLang="en-US" sz="1200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Number Placeholder 3">
            <a:extLst>
              <a:ext uri="{FF2B5EF4-FFF2-40B4-BE49-F238E27FC236}">
                <a16:creationId xmlns:a16="http://schemas.microsoft.com/office/drawing/2014/main" id="{60D4B948-D6AC-9507-6282-FCC22ACDDF6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3CC4DCC-50F3-49E8-B340-ABD7ADE74285}" type="slidenum">
              <a:rPr lang="en-US" altLang="en-US" sz="1200"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29</a:t>
            </a:fld>
            <a:endParaRPr lang="en-US" altLang="en-US" sz="1200">
              <a:latin typeface="Tahoma" panose="020B0604030504040204" pitchFamily="34" charset="0"/>
            </a:endParaRPr>
          </a:p>
        </p:txBody>
      </p:sp>
      <p:pic>
        <p:nvPicPr>
          <p:cNvPr id="10243" name="Picture 5" descr="Diagram&#10;&#10;Description automatically generated">
            <a:extLst>
              <a:ext uri="{FF2B5EF4-FFF2-40B4-BE49-F238E27FC236}">
                <a16:creationId xmlns:a16="http://schemas.microsoft.com/office/drawing/2014/main" id="{3AFB7DBF-258A-E8EE-78E1-6F366C86DF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05543"/>
            <a:ext cx="8620125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3C5FD5F-B9BA-D527-0B52-A1CA23AA5AD8}"/>
                  </a:ext>
                </a:extLst>
              </p14:cNvPr>
              <p14:cNvContentPartPr/>
              <p14:nvPr/>
            </p14:nvContentPartPr>
            <p14:xfrm>
              <a:off x="4433400" y="454680"/>
              <a:ext cx="7664040" cy="61196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3C5FD5F-B9BA-D527-0B52-A1CA23AA5AD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424040" y="445320"/>
                <a:ext cx="7682760" cy="61383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7018531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3889232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6FF76B9-219D-4469-AF87-0236D290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B88BD78-87E1-424D-B479-C37D8E41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05EB894-9410-4B20-95E4-7A25101AB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66E38B6-B050-4340-8E8F-3A971DADC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633C5E46-DAC5-4661-9C87-22B08E2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white paper with black text&#10;&#10;AI-generated content may be incorrect.">
            <a:extLst>
              <a:ext uri="{FF2B5EF4-FFF2-40B4-BE49-F238E27FC236}">
                <a16:creationId xmlns:a16="http://schemas.microsoft.com/office/drawing/2014/main" id="{C49A3B64-36DC-8556-CD15-EB2ED3988E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0440" y="643467"/>
            <a:ext cx="9731120" cy="5571065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3270847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F54D66E-56CA-EFD1-F945-95734F24F9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3278" y="643467"/>
            <a:ext cx="8505444" cy="5571065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C05DB4B1-3174-B69F-C230-3ACFFE9409BE}"/>
                  </a:ext>
                </a:extLst>
              </p14:cNvPr>
              <p14:cNvContentPartPr/>
              <p14:nvPr/>
            </p14:nvContentPartPr>
            <p14:xfrm>
              <a:off x="558720" y="1392480"/>
              <a:ext cx="9151560" cy="49734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C05DB4B1-3174-B69F-C230-3ACFFE9409B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49360" y="1383120"/>
                <a:ext cx="9170280" cy="4992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7671511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close-up of text&#10;&#10;AI-generated content may be incorrect.">
            <a:extLst>
              <a:ext uri="{FF2B5EF4-FFF2-40B4-BE49-F238E27FC236}">
                <a16:creationId xmlns:a16="http://schemas.microsoft.com/office/drawing/2014/main" id="{62DAD25B-116D-1AD7-B3C7-489BD035B2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1970447"/>
            <a:ext cx="10905066" cy="2917104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758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237</TotalTime>
  <Words>357</Words>
  <Application>Microsoft Office PowerPoint</Application>
  <PresentationFormat>Widescreen</PresentationFormat>
  <Paragraphs>78</Paragraphs>
  <Slides>34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3" baseType="lpstr">
      <vt:lpstr>Aptos</vt:lpstr>
      <vt:lpstr>Aptos Display</vt:lpstr>
      <vt:lpstr>Arial</vt:lpstr>
      <vt:lpstr>Calibri</vt:lpstr>
      <vt:lpstr>Cambria</vt:lpstr>
      <vt:lpstr>Tahoma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Cluster Analysis</vt:lpstr>
      <vt:lpstr>Quality: What Is Good Clustering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The K-Means Clustering Method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Ganapathi Raju</dc:creator>
  <cp:lastModifiedBy>Ganapathiraju N</cp:lastModifiedBy>
  <cp:revision>34</cp:revision>
  <dcterms:created xsi:type="dcterms:W3CDTF">2025-02-13T05:54:06Z</dcterms:created>
  <dcterms:modified xsi:type="dcterms:W3CDTF">2026-01-23T03:14:10Z</dcterms:modified>
</cp:coreProperties>
</file>