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7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55EC8-7EE8-432E-802B-B47D7B933F7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8BE5F-3878-4BB3-801D-793BD2E4A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286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8BE5F-3878-4BB3-801D-793BD2E4AAD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04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4C40-9F25-AB33-084C-C793412F1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564E53-0013-ACB8-EB91-207635316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0DACF-5380-D6C9-A425-FC8C12506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1997A-323E-CC6F-B9AA-A5C47BB62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05B25-C227-A945-D1FD-F1B19A5F3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604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670B7-05FA-D0C0-6216-353BE454B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64F-7135-74CF-71B3-8D0C7A810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39E1B-F0F5-6864-200A-C399C6AF2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0ABAE-E06D-ADAD-080C-C4702D5B6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8C560-3D76-03D7-76B8-649417071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001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2A737-CF99-CE8C-60A3-B921330F6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78CA9-E175-947F-CC49-BB871FE0B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3E23C-9A26-1044-98FA-B2DF5A808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A1B70-87BC-A0C9-1BE0-9F5791595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08ED4-47D3-AC59-54E8-32C4FBE7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305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A0DC-B867-A454-4224-5D0E706FC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9E5E0-1157-D1EF-4E97-43FF6BD0D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E5DF0-405B-39A0-0758-AB6F9A522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F0E26-8E7C-0AEB-19B5-7EA631566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AB7BC-B9D5-4477-27EC-7B74407DE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E2785-B5D6-A0B2-447E-6C1ACCBC7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669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85696-4D6C-B0D4-7025-3C7ACE5E9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1E822-7814-6EF8-D601-216D6338F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3F5A6-BE5A-82AA-B83B-994753411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607C78-AD3C-74FD-860F-0ACE0E36E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7576E9-DCF9-3868-7CE3-B3741826A5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8E44B6-78B7-33C7-70E0-83AF0614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D04199-A000-9389-BCC1-62EADA65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A6AE1A-863D-6224-FBCE-B802EA29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57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8D46-C11E-295C-4178-1539E9F83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A0D2D-D548-27F6-2166-03C0C9F68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8EB6A-F1E1-BAD5-6C34-B7296094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0114C-66E9-09AA-843E-1731E76E8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700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0E275-7BFA-5C1C-7BDE-849B96607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AF073-2B3E-B09D-5FC9-519226FFC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24731-2420-6B78-7E14-65DAE1CD4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746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83E3-C98E-2EB4-4B77-BA437FDF7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B7779-8B6B-2141-9C07-5991222CE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EC6E1-23B0-D894-3E57-4D38E71C2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63C4F-FC38-B9E3-8E3F-BBBBB0CC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03065-69F4-9F7C-E7FF-1C7D4DAE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0728B-7762-929E-CF22-D513FE84A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398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33136-00D8-0347-C7DA-261373486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A3C122-8FCE-EC3A-A13B-87E6CC7FA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5539FE-4653-0D53-9CB1-8488DAA54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64DD6-E6BD-8805-F0B9-7759847F5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AAB02-DE48-6011-8FF6-60523E83B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56CFC-E9FD-9496-D7F3-0E555343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571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C5928-5528-9E6B-18B5-87E81CE3B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F85E0-A861-D8E2-1586-337C37486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37D93-BEDD-A406-A6E7-FD70B35B5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21091-CE3D-E7DD-6937-19AC9921E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241C1-0361-C175-15DF-31AEE453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75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7EA2C8-A1B1-6D6D-2228-63EE65903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199DB1-B993-D7C8-F00D-F5B7397BE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78561-EB04-CFF1-CE0E-4E3007873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35438-3608-5E04-9FC9-E879A65BE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F7E6F-F9B8-5EF2-51A0-BB585042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20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C1C978-ED3E-E408-5F46-8A47F6075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FBEC8-279A-ECB1-676D-C67A6033D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E97EF-F154-739F-1331-1D4B91365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A516B-9F07-4018-B50D-0E06A033F66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6AB32-7042-8EEB-04B2-58CEAB1CA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7A73A-5B09-32F9-665B-869887A8D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69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8CCD0-6B04-7DB8-4CB2-66EB507C12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3800" b="1" dirty="0">
                <a:latin typeface="Abadi" panose="020B0604020104020204" pitchFamily="34" charset="0"/>
              </a:rPr>
              <a:t>collaborate-based recommendation system</a:t>
            </a:r>
            <a:endParaRPr lang="en-IN" sz="3800" b="1" dirty="0">
              <a:latin typeface="Abadi" panose="020B06040201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33681-C76E-8D95-E034-FFFD54DAFA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Rec Systems</a:t>
            </a:r>
          </a:p>
        </p:txBody>
      </p:sp>
    </p:spTree>
    <p:extLst>
      <p:ext uri="{BB962C8B-B14F-4D97-AF65-F5344CB8AC3E}">
        <p14:creationId xmlns:p14="http://schemas.microsoft.com/office/powerpoint/2010/main" val="360677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0118F-02AC-0960-04AE-AE1B79936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90" y="1868931"/>
            <a:ext cx="10905066" cy="196291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9674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1" name="Isosceles Triangle 104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ntroduction to Collaborative Filtering">
            <a:extLst>
              <a:ext uri="{FF2B5EF4-FFF2-40B4-BE49-F238E27FC236}">
                <a16:creationId xmlns:a16="http://schemas.microsoft.com/office/drawing/2014/main" id="{69B78199-95BD-C64D-E886-6FBD7B17A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2934" y="209815"/>
            <a:ext cx="5295557" cy="6438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Isosceles Triangle 104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1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52A95-C412-ECAC-5552-C084F24CB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10C3DA-0244-38F1-4765-5E44B9DB9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316143"/>
            <a:ext cx="10905066" cy="422571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23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60F2E-1F1E-906B-2DAE-23AFC2222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701659-A672-BAD3-E372-DCA63438B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928500"/>
            <a:ext cx="10134600" cy="494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378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32B657-AA9A-2570-D450-4128E5455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6725540-6BF9-4BBA-43F4-285B07EB7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384300"/>
            <a:ext cx="10905066" cy="408939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6465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7B6A8-C791-00AC-173D-14CFDBF07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1A00029-4933-535F-FACE-8E8A474A8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87094"/>
            <a:ext cx="10905066" cy="5483810"/>
          </a:xfrm>
          <a:prstGeom prst="rect">
            <a:avLst/>
          </a:prstGeom>
          <a:ln>
            <a:noFill/>
          </a:ln>
        </p:spPr>
      </p:pic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13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F23813-A8ED-6F00-433D-3E74AADB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9683CF3-16FE-0E98-1851-054ED2A06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61727"/>
            <a:ext cx="10905066" cy="4934544"/>
          </a:xfrm>
          <a:prstGeom prst="rect">
            <a:avLst/>
          </a:prstGeom>
          <a:ln>
            <a:noFill/>
          </a:ln>
        </p:spPr>
      </p:pic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88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C4954F-A600-B8D0-C46D-B0529B419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E635C68D-E956-E78B-DB0F-0A71353EB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98" y="2370651"/>
            <a:ext cx="11338862" cy="155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97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8B29CA-C850-C4F3-54F2-3CF25E0B4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 up of text&#10;&#10;AI-generated content may be incorrect.">
            <a:extLst>
              <a:ext uri="{FF2B5EF4-FFF2-40B4-BE49-F238E27FC236}">
                <a16:creationId xmlns:a16="http://schemas.microsoft.com/office/drawing/2014/main" id="{AD852BA9-7176-C162-CBB6-32B1FDB03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258668"/>
            <a:ext cx="10134600" cy="228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868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F39832-0407-85D4-2E86-3241837A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72194033-45F0-ED38-8F3E-91D20A34B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891287"/>
            <a:ext cx="10134600" cy="301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17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469BE-9F4B-72A3-B88B-3173CA24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C408EB-0840-7D3F-A03A-A8B7C6969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410763"/>
              </p:ext>
            </p:extLst>
          </p:nvPr>
        </p:nvGraphicFramePr>
        <p:xfrm>
          <a:off x="1727616" y="914400"/>
          <a:ext cx="8660569" cy="496882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2620276">
                  <a:extLst>
                    <a:ext uri="{9D8B030D-6E8A-4147-A177-3AD203B41FA5}">
                      <a16:colId xmlns:a16="http://schemas.microsoft.com/office/drawing/2014/main" val="3610912879"/>
                    </a:ext>
                  </a:extLst>
                </a:gridCol>
                <a:gridCol w="2687670">
                  <a:extLst>
                    <a:ext uri="{9D8B030D-6E8A-4147-A177-3AD203B41FA5}">
                      <a16:colId xmlns:a16="http://schemas.microsoft.com/office/drawing/2014/main" val="78121303"/>
                    </a:ext>
                  </a:extLst>
                </a:gridCol>
                <a:gridCol w="3352623">
                  <a:extLst>
                    <a:ext uri="{9D8B030D-6E8A-4147-A177-3AD203B41FA5}">
                      <a16:colId xmlns:a16="http://schemas.microsoft.com/office/drawing/2014/main" val="768531256"/>
                    </a:ext>
                  </a:extLst>
                </a:gridCol>
              </a:tblGrid>
              <a:tr h="957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Feature</a:t>
                      </a:r>
                    </a:p>
                  </a:txBody>
                  <a:tcPr marL="129396" marR="129396" marT="64698" marB="64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Content-Based</a:t>
                      </a:r>
                    </a:p>
                  </a:txBody>
                  <a:tcPr marL="129396" marR="129396" marT="64698" marB="64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Collaborative Filtering</a:t>
                      </a:r>
                    </a:p>
                  </a:txBody>
                  <a:tcPr marL="129396" marR="129396" marT="64698" marB="64698" anchor="ctr"/>
                </a:tc>
                <a:extLst>
                  <a:ext uri="{0D108BD9-81ED-4DB2-BD59-A6C34878D82A}">
                    <a16:rowId xmlns:a16="http://schemas.microsoft.com/office/drawing/2014/main" val="2800416659"/>
                  </a:ext>
                </a:extLst>
              </a:tr>
              <a:tr h="569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Based on</a:t>
                      </a:r>
                    </a:p>
                  </a:txBody>
                  <a:tcPr marL="129396" marR="129396" marT="64698" marB="64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Item features</a:t>
                      </a:r>
                    </a:p>
                  </a:txBody>
                  <a:tcPr marL="129396" marR="129396" marT="64698" marB="64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User behavior</a:t>
                      </a:r>
                    </a:p>
                  </a:txBody>
                  <a:tcPr marL="129396" marR="129396" marT="64698" marB="64698" anchor="ctr"/>
                </a:tc>
                <a:extLst>
                  <a:ext uri="{0D108BD9-81ED-4DB2-BD59-A6C34878D82A}">
                    <a16:rowId xmlns:a16="http://schemas.microsoft.com/office/drawing/2014/main" val="3009629617"/>
                  </a:ext>
                </a:extLst>
              </a:tr>
              <a:tr h="957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Needs item metadata?</a:t>
                      </a:r>
                    </a:p>
                  </a:txBody>
                  <a:tcPr marL="129396" marR="129396" marT="64698" marB="64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✅ Yes</a:t>
                      </a:r>
                    </a:p>
                  </a:txBody>
                  <a:tcPr marL="129396" marR="129396" marT="64698" marB="64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❌ No</a:t>
                      </a:r>
                    </a:p>
                  </a:txBody>
                  <a:tcPr marL="129396" marR="129396" marT="64698" marB="64698" anchor="ctr"/>
                </a:tc>
                <a:extLst>
                  <a:ext uri="{0D108BD9-81ED-4DB2-BD59-A6C34878D82A}">
                    <a16:rowId xmlns:a16="http://schemas.microsoft.com/office/drawing/2014/main" val="340215793"/>
                  </a:ext>
                </a:extLst>
              </a:tr>
              <a:tr h="957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Cold start (new users)</a:t>
                      </a:r>
                    </a:p>
                  </a:txBody>
                  <a:tcPr marL="129396" marR="129396" marT="64698" marB="64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❌ Problematic</a:t>
                      </a:r>
                    </a:p>
                  </a:txBody>
                  <a:tcPr marL="129396" marR="129396" marT="64698" marB="64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✅ Needs user interaction first</a:t>
                      </a:r>
                    </a:p>
                  </a:txBody>
                  <a:tcPr marL="129396" marR="129396" marT="64698" marB="64698" anchor="ctr"/>
                </a:tc>
                <a:extLst>
                  <a:ext uri="{0D108BD9-81ED-4DB2-BD59-A6C34878D82A}">
                    <a16:rowId xmlns:a16="http://schemas.microsoft.com/office/drawing/2014/main" val="40263158"/>
                  </a:ext>
                </a:extLst>
              </a:tr>
              <a:tr h="957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Cold start (new items)</a:t>
                      </a:r>
                    </a:p>
                  </a:txBody>
                  <a:tcPr marL="129396" marR="129396" marT="64698" marB="64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✅ Easy to recommend</a:t>
                      </a:r>
                    </a:p>
                  </a:txBody>
                  <a:tcPr marL="129396" marR="129396" marT="64698" marB="64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❌ No user data yet</a:t>
                      </a:r>
                    </a:p>
                  </a:txBody>
                  <a:tcPr marL="129396" marR="129396" marT="64698" marB="64698" anchor="ctr"/>
                </a:tc>
                <a:extLst>
                  <a:ext uri="{0D108BD9-81ED-4DB2-BD59-A6C34878D82A}">
                    <a16:rowId xmlns:a16="http://schemas.microsoft.com/office/drawing/2014/main" val="3983383082"/>
                  </a:ext>
                </a:extLst>
              </a:tr>
              <a:tr h="569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Personalized?</a:t>
                      </a:r>
                    </a:p>
                  </a:txBody>
                  <a:tcPr marL="129396" marR="129396" marT="64698" marB="64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✅ Yes</a:t>
                      </a:r>
                    </a:p>
                  </a:txBody>
                  <a:tcPr marL="129396" marR="129396" marT="64698" marB="64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✅ Yes</a:t>
                      </a:r>
                    </a:p>
                  </a:txBody>
                  <a:tcPr marL="129396" marR="129396" marT="64698" marB="64698" anchor="ctr"/>
                </a:tc>
                <a:extLst>
                  <a:ext uri="{0D108BD9-81ED-4DB2-BD59-A6C34878D82A}">
                    <a16:rowId xmlns:a16="http://schemas.microsoft.com/office/drawing/2014/main" val="1946077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480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59</Words>
  <Application>Microsoft Office PowerPoint</Application>
  <PresentationFormat>Widescreen</PresentationFormat>
  <Paragraphs>21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Abadi</vt:lpstr>
      <vt:lpstr>Aptos</vt:lpstr>
      <vt:lpstr>Aptos Display</vt:lpstr>
      <vt:lpstr>Arial</vt:lpstr>
      <vt:lpstr>Office Theme</vt:lpstr>
      <vt:lpstr> collaborate-based recommendation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Ganapathi Raju</dc:creator>
  <cp:lastModifiedBy>Ganapathiraju N</cp:lastModifiedBy>
  <cp:revision>10</cp:revision>
  <dcterms:created xsi:type="dcterms:W3CDTF">2025-10-09T23:48:25Z</dcterms:created>
  <dcterms:modified xsi:type="dcterms:W3CDTF">2026-02-02T02:25:46Z</dcterms:modified>
</cp:coreProperties>
</file>