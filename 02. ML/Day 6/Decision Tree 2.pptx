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85" r:id="rId4"/>
    <p:sldId id="289" r:id="rId5"/>
    <p:sldId id="290" r:id="rId6"/>
    <p:sldId id="291" r:id="rId7"/>
    <p:sldId id="292" r:id="rId8"/>
    <p:sldId id="286" r:id="rId9"/>
    <p:sldId id="287" r:id="rId10"/>
    <p:sldId id="2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02F0-9527-2CCE-EC52-8665ECC0B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53493-12DE-D76C-CB7D-6E3FEF0ED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81BE-B691-5EA8-B944-5D088713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E5AE-B267-EB7D-203B-FFD85490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1BF9-E0C7-23BA-4AA5-2490B231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58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463-DF8C-7558-04C5-ACB9A61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0227-6820-C686-A5CA-D7DD79C22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5509-8CDC-D9AA-1944-0F1333A3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3B9E-BEA6-71A3-01A1-0D61C566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2E5B7-474F-4B91-81F7-8CEC0C54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7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FFD3-7E73-48D2-6CEF-A7501AC0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D02E2-A11B-8F55-5654-A2CF7AD66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BF92-CA6A-B623-6045-30262638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F2ED-FBCC-31DF-70FD-9FD733A9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60B59-A907-CFF4-0A83-6221CF81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3091-1530-C4D5-4AE0-5EA5625B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7811-81A1-AB13-19FE-3BAFEB82E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98E57-DE59-D870-B250-C2E1234FE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5A496-00B2-03D6-D991-8DDA6CFA3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7E735-5FDE-8539-FF13-E3E173F5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1A416-BBB8-E068-EEC7-855F8365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5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6D39-87A7-F04E-F716-AF0BF0B5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F66F-FB4A-B1EC-F21B-85F68C68D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69747-CFBD-4D15-05EB-E0083D2FA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B80D1-8F0A-53CC-8DA4-93C666ACE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8E44E-A920-C604-B44B-725ACC6D7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CB9EB-2850-895B-7755-3AC63480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2F35A-DB9E-B983-6920-43930764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66ACF-3887-FBD4-2433-CA803F48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C0B6-C0E9-1EC3-45D1-C61E3C09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AA441-8905-C09A-6689-E89B3FA2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68C28-92AA-8F70-F81F-C4473453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567D9-37B1-45A1-F86A-4FD7E57C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8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3D2FA-D47D-7585-B2E5-CF3390C0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B103A-1278-DB08-55CD-DA818C5D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EA9D6-A7FE-9C1D-B7E8-9D7A797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906B-B7F1-AD4C-F1E3-890BEBAA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C3B4E-881B-147E-8869-5E46CA3C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69908-ADAA-7240-E54F-862BB0501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C451D-CFA2-CB91-06C0-73137316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E618C-522E-07CB-860E-365259F7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DD3A-7348-DEDD-0247-7577D502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2EB6-DE2C-260D-0C85-F490DC676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3E05E-9FCE-18DF-ADAF-D17E358C8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94E4E-C96B-3DC2-B48D-12C1C4C3D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0A878-5A57-FC59-5CF4-4362A80C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A5C66-0F43-DA0C-8B34-222006DC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F1D54-7DAA-C567-D355-E96470EA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0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1C1B-9AB0-DC48-FAD9-1C40AA1C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8A440-1759-E30E-54BF-483D41249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372F7-D1FE-FEF0-A853-27093D5E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1C5E-7548-118A-56A5-5B755ABE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E5DAB-35F4-62B6-2295-C47E2D03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11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D8373-AB8C-8D0C-FDF7-94EBF323A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10D7C-2838-4815-8FD3-E25C11BD7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F89DA-40B6-5795-2ED3-EEB30ABF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415B-79F1-2CC1-4022-F8E39E5A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C646D-168E-A0F2-C4BD-C3F6BAD8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5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AACD8-F09D-88C8-11E1-36A12236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6BC48-1C06-2346-029B-A0CFDB4B3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1A6FF-31D0-1854-200E-1FC9DCA5B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11EF0-6802-41B3-91AA-EA9D9D8B1C4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96FD1-2D47-88FA-A957-993DFD863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7D430-6704-5B0C-2FE7-6EBD3B5AE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04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EE05-1352-23A8-09E2-D3EFB5AD3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 2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974B2-D915-730A-A8C0-6A00E7D987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Seaford" panose="020F0502020204030204" pitchFamily="2" charset="0"/>
              </a:rPr>
              <a:t>Machine Learning</a:t>
            </a:r>
            <a:endParaRPr lang="en-IN" b="1" dirty="0">
              <a:solidFill>
                <a:srgbClr val="00B050"/>
              </a:solidFill>
              <a:latin typeface="Seaford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79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050C6-E3B1-DADB-BEA6-0A6A63ED9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white box&#10;&#10;AI-generated content may be incorrect.">
            <a:extLst>
              <a:ext uri="{FF2B5EF4-FFF2-40B4-BE49-F238E27FC236}">
                <a16:creationId xmlns:a16="http://schemas.microsoft.com/office/drawing/2014/main" id="{80844064-F31F-898B-8937-3583632CE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7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047-3D15-ED83-1D43-8811DBDA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aper with text and numbers&#10;&#10;AI-generated content may be incorrect.">
            <a:extLst>
              <a:ext uri="{FF2B5EF4-FFF2-40B4-BE49-F238E27FC236}">
                <a16:creationId xmlns:a16="http://schemas.microsoft.com/office/drawing/2014/main" id="{02FD0F94-CCBF-1A05-1E57-A83390C10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842" y="643467"/>
            <a:ext cx="730631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2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42B4B-180C-BC0D-B56C-ECCF7F66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aper with text and numbers&#10;&#10;AI-generated content may be incorrect.">
            <a:extLst>
              <a:ext uri="{FF2B5EF4-FFF2-40B4-BE49-F238E27FC236}">
                <a16:creationId xmlns:a16="http://schemas.microsoft.com/office/drawing/2014/main" id="{69A12548-426C-AAFA-864B-9E1176741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69" y="643467"/>
            <a:ext cx="964686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6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7586A-DB05-69EA-F487-3A5F79A4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paper with math equations and numbers&#10;&#10;AI-generated content may be incorrect.">
            <a:extLst>
              <a:ext uri="{FF2B5EF4-FFF2-40B4-BE49-F238E27FC236}">
                <a16:creationId xmlns:a16="http://schemas.microsoft.com/office/drawing/2014/main" id="{870F5F23-F62E-BDB4-A914-4A7DE8FCB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537" y="643467"/>
            <a:ext cx="873892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1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1A058-DF1E-7630-FA0D-A7F9136E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paper with numbers and equations&#10;&#10;AI-generated content may be incorrect.">
            <a:extLst>
              <a:ext uri="{FF2B5EF4-FFF2-40B4-BE49-F238E27FC236}">
                <a16:creationId xmlns:a16="http://schemas.microsoft.com/office/drawing/2014/main" id="{3DEA0A68-E4AE-56B2-78E6-C7B2EE61E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48207"/>
            <a:ext cx="10905066" cy="556158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96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aper with text and numbers&#10;&#10;AI-generated content may be incorrect.">
            <a:extLst>
              <a:ext uri="{FF2B5EF4-FFF2-40B4-BE49-F238E27FC236}">
                <a16:creationId xmlns:a16="http://schemas.microsoft.com/office/drawing/2014/main" id="{3E499513-1D92-A096-C6EF-E41B1A54E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230" y="643467"/>
            <a:ext cx="837753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4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589D3-6449-4AF3-0FB5-C0612CB6B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61286"/>
            <a:ext cx="10905066" cy="253542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59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FAB59-AA7D-37DC-5DEF-03ADFCA9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F30C937D-1AD3-CE80-C985-1301B8DB7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041" y="643467"/>
            <a:ext cx="801591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student age&#10;&#10;AI-generated content may be incorrect.">
            <a:extLst>
              <a:ext uri="{FF2B5EF4-FFF2-40B4-BE49-F238E27FC236}">
                <a16:creationId xmlns:a16="http://schemas.microsoft.com/office/drawing/2014/main" id="{065D2CDB-FD28-51F1-7739-97898F7C2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15" y="643467"/>
            <a:ext cx="920837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2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</Words>
  <Application>Microsoft Office PowerPoint</Application>
  <PresentationFormat>Widescreen</PresentationFormat>
  <Paragraphs>2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Seaford</vt:lpstr>
      <vt:lpstr>Times New Roman</vt:lpstr>
      <vt:lpstr>Office Theme</vt:lpstr>
      <vt:lpstr>Decision Tree algorithm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 Raju</cp:lastModifiedBy>
  <cp:revision>23</cp:revision>
  <dcterms:created xsi:type="dcterms:W3CDTF">2025-06-01T08:17:23Z</dcterms:created>
  <dcterms:modified xsi:type="dcterms:W3CDTF">2025-12-10T14:20:38Z</dcterms:modified>
</cp:coreProperties>
</file>