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6" r:id="rId4"/>
    <p:sldId id="258" r:id="rId5"/>
    <p:sldId id="259" r:id="rId6"/>
    <p:sldId id="287" r:id="rId7"/>
    <p:sldId id="288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8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44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85.5814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5-12-10T03:07:39.8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7105 4973 0,'52'0'47,"-25"0"-31,-27 27-1,26-27-15,0 26 0,1 0 16,-1 0-16,-26 1 0,26-1 15,-26 0-15,27-26 16,-27 27-16,26-1 0,0-26 16,0 0-1,1-26-15,-1 26 16,0-53-16,1 27 0,-1-27 0,27 27 16,-27-27-16,27 1 0,-27 25 0,27-25 15,-1-1-15,-26 0 0,27 1 0,0 25 16,-27-25-16,27 26 0,-27-1 0,27 1 15,-27 0-15,0-1 0,-26 1 0,27 26 16</inkml:trace>
  <inkml:trace contextRef="#ctx0" brushRef="#br0" timeOffset="1100.08">6789 10841 0,'-26'0'16,"-1"0"0,27 26-1,0 0 1,0 27-16,0-27 15,27-26-15,-27 27 0,0-1 16,52 0-16,-25 1 0,-1-1 16,0-26-16,0 0 0,1 0 15,-1 0-15,0 0 0,1-53 16,-1 53-16,0-26 0,1 0 0,-1-27 16,27 27-16,-27-27 0,27 27 0,-1-27 15,-25 1-15,25-1 0,1 0 0,26 1 16,-27-1-16,1 0 0,0 27 0,-1-26 15,1-1-15,-1 27 0,1-27 0,-27 27 16,27-1-16,-27 1 0,1 26 0,-1-26 16,0 26-16,-26-27 0,27 27 0,-27-26 15,26 26 1,-79 0 15</inkml:trace>
  <inkml:trace contextRef="#ctx0" brushRef="#br0" timeOffset="1800.15">6763 14840 0,'0'27'0,"-27"-27"0,27 26 15,-26 0-15,26 1 0,0-1 16,0 0-16,0 0 0,0 1 16,0-1-16,53 0 0,-1 1 15,-25-27-15,-1 0 0,26 0 0,1 0 16,0-53-16,-1 27 0,27-27 15,-26 1-15,26-27 0,0 0 0,0 0 16,26-27-16,-26 1 0,26 0 0,-26 0 16,26-1-16,-26 1 0,-26 26 0,0 27 15,-1-1-15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44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85.5814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5-12-10T03:10:42.0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21341 12998 0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302F0-9527-2CCE-EC52-8665ECC0B3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453493-12DE-D76C-CB7D-6E3FEF0ED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3681BE-B691-5EA8-B944-5D0887139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11EF0-6802-41B3-91AA-EA9D9D8B1C4C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F7E5AE-B267-EB7D-203B-FFD854907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D1BF9-E0C7-23BA-4AA5-2490B231C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12E11-00D2-4739-909F-640D9ECB1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0581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86463-DF8C-7558-04C5-ACB9A61A1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60227-6820-C686-A5CA-D7DD79C22B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CA5509-8CDC-D9AA-1944-0F1333A3D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11EF0-6802-41B3-91AA-EA9D9D8B1C4C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F3B9E-BEA6-71A3-01A1-0D61C5665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C2E5B7-474F-4B91-81F7-8CEC0C54F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12E11-00D2-4739-909F-640D9ECB1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7758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EFFD3-7E73-48D2-6CEF-A7501AC0F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7D02E2-A11B-8F55-5654-A2CF7AD662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BBF92-CA6A-B623-6045-30262638E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11EF0-6802-41B3-91AA-EA9D9D8B1C4C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54F2ED-FBCC-31DF-70FD-9FD733A9F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960B59-A907-CFF4-0A83-6221CF81A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12E11-00D2-4739-909F-640D9ECB1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0051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13091-1530-C4D5-4AE0-5EA5625B4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17811-81A1-AB13-19FE-3BAFEB82E6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198E57-DE59-D870-B250-C2E1234FE4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55A496-00B2-03D6-D991-8DDA6CFA3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11EF0-6802-41B3-91AA-EA9D9D8B1C4C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F7E735-5FDE-8539-FF13-E3E173F55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A1A416-BBB8-E068-EEC7-855F8365D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12E11-00D2-4739-909F-640D9ECB1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0582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A6D39-87A7-F04E-F716-AF0BF0B5C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5F66F-FB4A-B1EC-F21B-85F68C68D2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F69747-CFBD-4D15-05EB-E0083D2FA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FB80D1-8F0A-53CC-8DA4-93C666ACE2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C8E44E-A920-C604-B44B-725ACC6D7D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CCB9EB-2850-895B-7755-3AC63480D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11EF0-6802-41B3-91AA-EA9D9D8B1C4C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D2F35A-DB9E-B983-6920-439307644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A66ACF-3887-FBD4-2433-CA803F48E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12E11-00D2-4739-909F-640D9ECB1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610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2C0B6-C0E9-1EC3-45D1-C61E3C091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6AA441-8905-C09A-6689-E89B3FA2D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11EF0-6802-41B3-91AA-EA9D9D8B1C4C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B68C28-92AA-8F70-F81F-C44734539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4567D9-37B1-45A1-F86A-4FD7E57CB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12E11-00D2-4739-909F-640D9ECB1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1386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83D2FA-D47D-7585-B2E5-CF3390C0C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11EF0-6802-41B3-91AA-EA9D9D8B1C4C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CB103A-1278-DB08-55CD-DA818C5DB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EEA9D6-A7FE-9C1D-B7E8-9D7A79792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12E11-00D2-4739-909F-640D9ECB1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10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B906B-B7F1-AD4C-F1E3-890BEBAAD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C3B4E-881B-147E-8869-5E46CA3C3D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869908-ADAA-7240-E54F-862BB05012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EC451D-CFA2-CB91-06C0-731373164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11EF0-6802-41B3-91AA-EA9D9D8B1C4C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6E618C-522E-07CB-860E-365259F77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A6DD3A-7348-DEDD-0247-7577D5021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12E11-00D2-4739-909F-640D9ECB1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458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02EB6-DE2C-260D-0C85-F490DC676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23E05E-9FCE-18DF-ADAF-D17E358C8D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994E4E-C96B-3DC2-B48D-12C1C4C3DB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30A878-5A57-FC59-5CF4-4362A80C2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11EF0-6802-41B3-91AA-EA9D9D8B1C4C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8A5C66-0F43-DA0C-8B34-222006DC9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9F1D54-7DAA-C567-D355-E96470EAB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12E11-00D2-4739-909F-640D9ECB1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7901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71C1B-9AB0-DC48-FAD9-1C40AA1CD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E8A440-1759-E30E-54BF-483D41249A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A372F7-D1FE-FEF0-A853-27093D5EE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11EF0-6802-41B3-91AA-EA9D9D8B1C4C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E1C5E-7548-118A-56A5-5B755ABE5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E5DAB-35F4-62B6-2295-C47E2D035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12E11-00D2-4739-909F-640D9ECB1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3119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5D8373-AB8C-8D0C-FDF7-94EBF323A7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310D7C-2838-4815-8FD3-E25C11BD7F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6F89DA-40B6-5795-2ED3-EEB30ABF4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11EF0-6802-41B3-91AA-EA9D9D8B1C4C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A5415B-79F1-2CC1-4022-F8E39E5A8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3C646D-168E-A0F2-C4BD-C3F6BAD8E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12E11-00D2-4739-909F-640D9ECB1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9355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DAACD8-F09D-88C8-11E1-36A12236A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D6BC48-1C06-2346-029B-A0CFDB4B3B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41A6FF-31D0-1854-200E-1FC9DCA5BB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A11EF0-6802-41B3-91AA-EA9D9D8B1C4C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196FD1-2D47-88FA-A957-993DFD8639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7D430-6704-5B0C-2FE7-6EBD3B5AEE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D12E11-00D2-4739-909F-640D9ECB1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6042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5EE05-1352-23A8-09E2-D3EFB5AD30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algorithm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2974B2-D915-730A-A8C0-6A00E7D987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50"/>
                </a:solidFill>
                <a:latin typeface="Seaford" panose="020F0502020204030204" pitchFamily="2" charset="0"/>
              </a:rPr>
              <a:t>Machine Learning</a:t>
            </a:r>
            <a:endParaRPr lang="en-IN" b="1" dirty="0">
              <a:solidFill>
                <a:srgbClr val="00B050"/>
              </a:solidFill>
              <a:latin typeface="Seaford" panose="020F050202020403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8070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white paper with text&#10;&#10;AI-generated content may be incorrect.">
            <a:extLst>
              <a:ext uri="{FF2B5EF4-FFF2-40B4-BE49-F238E27FC236}">
                <a16:creationId xmlns:a16="http://schemas.microsoft.com/office/drawing/2014/main" id="{B3496883-68EA-A21D-ED7D-C2285CA0E0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220723"/>
            <a:ext cx="10905066" cy="4416552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278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8C93A2-F043-1B47-1E06-080FDC69D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206" y="643467"/>
            <a:ext cx="10713588" cy="5571065"/>
          </a:xfrm>
          <a:prstGeom prst="rect">
            <a:avLst/>
          </a:prstGeom>
          <a:ln>
            <a:noFill/>
          </a:ln>
        </p:spPr>
      </p:pic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238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FCD04D-9A7C-4B38-79F1-3B55527DF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366879-1108-B1B2-0DEC-91D2813FD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902290"/>
            <a:ext cx="10905066" cy="3053418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354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987858-0521-B591-67EE-7A5355DB8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white text on a white background&#10;&#10;AI-generated content may be incorrect.">
            <a:extLst>
              <a:ext uri="{FF2B5EF4-FFF2-40B4-BE49-F238E27FC236}">
                <a16:creationId xmlns:a16="http://schemas.microsoft.com/office/drawing/2014/main" id="{04CFC582-8549-EBFB-AC3A-E3E294B634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441" y="643467"/>
            <a:ext cx="9731118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652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">
            <a:extLst>
              <a:ext uri="{FF2B5EF4-FFF2-40B4-BE49-F238E27FC236}">
                <a16:creationId xmlns:a16="http://schemas.microsoft.com/office/drawing/2014/main" id="{831D1223-90AC-9383-E900-E20D4128D6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2717" y="1024467"/>
            <a:ext cx="9096728" cy="549100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95D4253-F6C1-91AF-A460-E6F16C27178D}"/>
              </a:ext>
            </a:extLst>
          </p:cNvPr>
          <p:cNvSpPr txBox="1"/>
          <p:nvPr/>
        </p:nvSpPr>
        <p:spPr>
          <a:xfrm>
            <a:off x="5348748" y="304800"/>
            <a:ext cx="1212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Algorithm</a:t>
            </a:r>
          </a:p>
        </p:txBody>
      </p:sp>
    </p:spTree>
    <p:extLst>
      <p:ext uri="{BB962C8B-B14F-4D97-AF65-F5344CB8AC3E}">
        <p14:creationId xmlns:p14="http://schemas.microsoft.com/office/powerpoint/2010/main" val="36535931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8C46D35-5F2C-86C7-5311-DDB094A0C0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571" y="643466"/>
            <a:ext cx="9816857" cy="5571067"/>
          </a:xfrm>
          <a:prstGeom prst="rect">
            <a:avLst/>
          </a:prstGeom>
        </p:spPr>
      </p:pic>
      <p:pic>
        <p:nvPicPr>
          <p:cNvPr id="5" name="Picture 4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257117CC-E4A8-D978-E573-D1B6C8C91C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4190" y="560779"/>
            <a:ext cx="815411" cy="662997"/>
          </a:xfrm>
          <a:prstGeom prst="rect">
            <a:avLst/>
          </a:prstGeom>
        </p:spPr>
      </p:pic>
      <p:pic>
        <p:nvPicPr>
          <p:cNvPr id="7" name="Picture 6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57C043EF-9912-2A2C-4B2E-8B30CFED32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1895" y="3520288"/>
            <a:ext cx="815411" cy="662997"/>
          </a:xfrm>
          <a:prstGeom prst="rect">
            <a:avLst/>
          </a:prstGeom>
        </p:spPr>
      </p:pic>
      <p:pic>
        <p:nvPicPr>
          <p:cNvPr id="9" name="Picture 8" descr="A white background with black and white clouds&#10;&#10;AI-generated content may be incorrect.">
            <a:extLst>
              <a:ext uri="{FF2B5EF4-FFF2-40B4-BE49-F238E27FC236}">
                <a16:creationId xmlns:a16="http://schemas.microsoft.com/office/drawing/2014/main" id="{04C769BD-CDF3-B5BD-070E-AAA87EBCD7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4204" y="5427746"/>
            <a:ext cx="815411" cy="662997"/>
          </a:xfrm>
          <a:prstGeom prst="rect">
            <a:avLst/>
          </a:prstGeom>
        </p:spPr>
      </p:pic>
      <p:pic>
        <p:nvPicPr>
          <p:cNvPr id="11" name="Picture 10" descr="A white background with black and white clouds&#10;&#10;AI-generated content may be incorrect.">
            <a:extLst>
              <a:ext uri="{FF2B5EF4-FFF2-40B4-BE49-F238E27FC236}">
                <a16:creationId xmlns:a16="http://schemas.microsoft.com/office/drawing/2014/main" id="{1F75D91E-3A7B-F7C0-3F00-E4556C1651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816" y="5551536"/>
            <a:ext cx="815411" cy="662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884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4083A2-20F2-1C8D-A273-A5D9B4304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DCD771-D731-5D03-188B-38C1853DD2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207092"/>
            <a:ext cx="10905066" cy="444381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867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F5E196-BF40-075C-5B00-64ADD4C1B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B51F99-1943-11AF-CC35-B7D0C0334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915922"/>
            <a:ext cx="10905066" cy="3026154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676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7AB6DC-5532-4F39-2731-11E9366DA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white sheet of paper with writing on it&#10;&#10;AI-generated content may be incorrect.">
            <a:extLst>
              <a:ext uri="{FF2B5EF4-FFF2-40B4-BE49-F238E27FC236}">
                <a16:creationId xmlns:a16="http://schemas.microsoft.com/office/drawing/2014/main" id="{C00CF57F-D5DF-31D9-A74E-051241EC1C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6905" y="643467"/>
            <a:ext cx="8878189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107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072F8D-2761-E165-E05A-F3665F4CF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white sheet of paper with writing on it&#10;&#10;AI-generated content may be incorrect.">
            <a:extLst>
              <a:ext uri="{FF2B5EF4-FFF2-40B4-BE49-F238E27FC236}">
                <a16:creationId xmlns:a16="http://schemas.microsoft.com/office/drawing/2014/main" id="{FE2AF2FB-4FFB-EB42-B140-CEFEC40394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766" y="643467"/>
            <a:ext cx="5942468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249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B6EFE4-93A7-4174-99EE-0FA675CBF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paper with text and numbers&#10;&#10;AI-generated content may be incorrect.">
            <a:extLst>
              <a:ext uri="{FF2B5EF4-FFF2-40B4-BE49-F238E27FC236}">
                <a16:creationId xmlns:a16="http://schemas.microsoft.com/office/drawing/2014/main" id="{4B2623DE-3B7C-1932-33AF-9D18448EBD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535" y="65354"/>
            <a:ext cx="7062772" cy="6727292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9558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091A9E-0B3F-583C-9468-5A9CA12F2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paper with text on it&#10;&#10;AI-generated content may be incorrect.">
            <a:extLst>
              <a:ext uri="{FF2B5EF4-FFF2-40B4-BE49-F238E27FC236}">
                <a16:creationId xmlns:a16="http://schemas.microsoft.com/office/drawing/2014/main" id="{E73E5FEA-D2C3-42A3-280B-197C964565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0804" y="643467"/>
            <a:ext cx="5990391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6225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3077EC-4429-96AE-BF28-D74AE9A5B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white paper with math equations&#10;&#10;AI-generated content may be incorrect.">
            <a:extLst>
              <a:ext uri="{FF2B5EF4-FFF2-40B4-BE49-F238E27FC236}">
                <a16:creationId xmlns:a16="http://schemas.microsoft.com/office/drawing/2014/main" id="{BC78B52E-9CD0-6F9D-52D0-951F1E004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0622" y="643467"/>
            <a:ext cx="6330756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1BE3BE8-D803-3F48-2322-A647148AAB36}"/>
                  </a:ext>
                </a:extLst>
              </p14:cNvPr>
              <p14:cNvContentPartPr/>
              <p14:nvPr/>
            </p14:nvContentPartPr>
            <p14:xfrm>
              <a:off x="2415600" y="1600920"/>
              <a:ext cx="531000" cy="38462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1BE3BE8-D803-3F48-2322-A647148AAB3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06240" y="1591560"/>
                <a:ext cx="549720" cy="3864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989499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A8B915-39DD-27CE-F1C1-0BA6491EF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36EE51-DA32-A791-900D-70E7BD651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971" y="643467"/>
            <a:ext cx="9564058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2955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5013F8-4C89-B478-6907-D0210E791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paper with writing on it&#10;&#10;AI-generated content may be incorrect.">
            <a:extLst>
              <a:ext uri="{FF2B5EF4-FFF2-40B4-BE49-F238E27FC236}">
                <a16:creationId xmlns:a16="http://schemas.microsoft.com/office/drawing/2014/main" id="{B6571BBE-59BC-BB40-D209-6E1387BC98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010" y="643467"/>
            <a:ext cx="6793980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7126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67829F-D152-2D74-0668-027437A40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diagram of a student's choice&#10;&#10;AI-generated content may be incorrect.">
            <a:extLst>
              <a:ext uri="{FF2B5EF4-FFF2-40B4-BE49-F238E27FC236}">
                <a16:creationId xmlns:a16="http://schemas.microsoft.com/office/drawing/2014/main" id="{2CD228B1-01F5-575B-F806-E37D6CC3A5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8513" y="643467"/>
            <a:ext cx="6534973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7483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19047-3D15-ED83-1D43-8811DBDAE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DCD350C-958A-1382-14C0-021209057689}"/>
                  </a:ext>
                </a:extLst>
              </p14:cNvPr>
              <p14:cNvContentPartPr/>
              <p14:nvPr/>
            </p14:nvContentPartPr>
            <p14:xfrm>
              <a:off x="7682760" y="4679280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DCD350C-958A-1382-14C0-02120905768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73400" y="466992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73272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6</Words>
  <Application>Microsoft Office PowerPoint</Application>
  <PresentationFormat>Widescreen</PresentationFormat>
  <Paragraphs>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Seaford</vt:lpstr>
      <vt:lpstr>Times New Roman</vt:lpstr>
      <vt:lpstr>Office Theme</vt:lpstr>
      <vt:lpstr>Decision Tree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Ganapathi Raju</dc:creator>
  <cp:lastModifiedBy>Ganapathiraju N</cp:lastModifiedBy>
  <cp:revision>29</cp:revision>
  <dcterms:created xsi:type="dcterms:W3CDTF">2025-06-01T08:17:23Z</dcterms:created>
  <dcterms:modified xsi:type="dcterms:W3CDTF">2026-02-02T05:28:49Z</dcterms:modified>
</cp:coreProperties>
</file>