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8A8A-1E45-BAD2-2ABD-32F6A83FF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FF3B5-061C-ACBC-6899-1C41C30B1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63DDF-999D-4DDC-FDD4-2ACA50B4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36447-530F-C091-7D35-88B8C18F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F4C97-BD32-C917-21BE-64FE7B19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88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B038-84FE-08BA-B8E5-68BC2E91B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667F-63EC-F768-68B4-4CC39F8F1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171C3-B5CC-6436-928F-CBCE60C5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7E68F-8DA3-67F7-9DD6-04C3F8B8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33CE7-232B-B008-5377-4F95210C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5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9D4A-4823-FD94-3351-F34BA21E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E898D-4544-8237-4B70-50E0FA117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724B1-82F3-55AA-F5FB-366C2A15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5ADC0-B8DA-F010-777C-A433ADDF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76AE2-8963-4B8C-C836-51D091F3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D1EF-B301-42D3-9BC1-C1775CAC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E0F5-7744-E86A-DECD-3056C521B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D51B0-DF2A-98D5-0B97-BF3165A69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FB10B-435E-4EE6-7118-E280A6CA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B0710-29F3-3A76-4601-725A2C91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5463-98F8-EA93-1941-8EB7E947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27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DEB7-2221-0C3B-3EA2-6488392C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D1B2B-1BCB-C4F7-B45C-73A58941B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10F1E-5DEB-CB03-F4BD-2A6BC2C48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2E879-302B-D289-2E9B-508EA7E30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47F1D-D358-A50D-2B65-02D32928A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FBE91-61B0-E7C7-BB87-C896F988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CAA4E-064A-906A-CC7B-7DDD5488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AEE2E-72EF-DC85-6C5B-97560C63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71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C05B-7AAA-FB79-4FB1-6C2E1B94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90E58-B45E-33E4-808A-D83D5FE4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FDF47-B91E-0E51-535C-8C4E266E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A8A96-0D23-FC22-CA74-3D0077CD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41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79035-237A-B72C-CDF8-F43BC60A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D06A2-931B-2567-94F4-A0046F74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2FFBF-3ED9-AD83-D4F4-5A04D104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21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0427-E33F-CDCB-77FB-04B798F2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F077A-EFDE-5B0F-7321-AC0A426A1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B19D6-D515-D2BE-9FD8-514F22A70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8A8D1-D2B2-9C86-F080-9F8FBCC53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B4452-F64D-5F4D-D52F-50A53018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2A2FC-E01A-38D3-F3FB-D4568BAE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04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8058-C7B9-5839-1686-836C6545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8F5A7-BBFE-E3FA-CE8A-F3DCC6B2F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CC50F-E2E0-2955-71A2-FF7D06820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9059C-36F4-E710-8EBD-48A25283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48176-0359-C1DB-0127-E4CA04FA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A959D-8D53-532F-E928-1F02D2DE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146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3784-36DC-92EA-4A4F-F74BECDF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D9E46-F23C-35B6-3800-2A46E2220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82AD8-56F9-FEA6-D5F9-45B568638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F36F6-4D36-7020-F208-7A587AB3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1D3E5-03B7-50F1-AF09-3A4C9B95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96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DA3DC-F33B-5CAA-2756-FBC1E40A5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F7487-B38E-BC87-BCA7-1334E6AF1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C1E7-970E-27C1-C592-FD70C2EA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0678A-0652-066E-1762-92EE29A6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6D80E-0435-C94A-DE27-256B5AF2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40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BA1E83-32DF-AC8A-6E01-243243F5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D8244-782D-9A0B-8F61-1BE65EB53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7E311-B7A7-7DFE-AC5E-3B3276AE3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7BEF9-FCDC-4695-8393-053980696EF8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6B5D7-05BF-D663-7F5C-B252F6349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9D91A-5509-8573-7BF5-0015E9A1B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E9028-4D6F-43CC-8EF4-A0DD95B57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79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CA84-3EF0-8C7D-5839-F5F5CF4486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Hierarchal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4480E-BA69-7DAE-507F-4BD107F77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3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2A63F57A-2964-24A3-D2A5-91C055E7E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681" y="643467"/>
            <a:ext cx="9402638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8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40598-6BB4-1E28-C09E-A0D51AE3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45237A2-3218-38A3-E8AA-B2DE329A7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57" y="643467"/>
            <a:ext cx="960528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0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F3D7B-F8D7-4A94-FBD2-1CEA1B4B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distance and a distance&#10;&#10;AI-generated content may be incorrect.">
            <a:extLst>
              <a:ext uri="{FF2B5EF4-FFF2-40B4-BE49-F238E27FC236}">
                <a16:creationId xmlns:a16="http://schemas.microsoft.com/office/drawing/2014/main" id="{92F300D5-7C12-B655-C057-8AAF59B13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29" y="643467"/>
            <a:ext cx="999294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8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87FE5-DD29-3958-A7E8-AE79A2E9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graph of a number of points&#10;&#10;AI-generated content may be incorrect.">
            <a:extLst>
              <a:ext uri="{FF2B5EF4-FFF2-40B4-BE49-F238E27FC236}">
                <a16:creationId xmlns:a16="http://schemas.microsoft.com/office/drawing/2014/main" id="{A7BA9EAA-8CAA-0EE6-479D-255898142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54" y="643467"/>
            <a:ext cx="986029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5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7874-FD7F-86E2-E99C-E76861DD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person with a yellow dot&#10;&#10;AI-generated content may be incorrect.">
            <a:extLst>
              <a:ext uri="{FF2B5EF4-FFF2-40B4-BE49-F238E27FC236}">
                <a16:creationId xmlns:a16="http://schemas.microsoft.com/office/drawing/2014/main" id="{E54D14FA-9CF7-13DD-E969-D332F7780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95" y="643467"/>
            <a:ext cx="1012921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5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CA043-802D-046C-2005-4D9E26B1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3D0C6970-6961-59C8-549E-893071F3D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2" y="643467"/>
            <a:ext cx="1022213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9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27ADC-6435-F6CD-D749-F118E260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0A961391-F795-099B-2F7D-E851A3447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29" y="643467"/>
            <a:ext cx="999294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9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5C216-FC15-4B7A-9E65-53CF20AAA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6F58B2F7-000B-C7F0-37BA-3CDAC5996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57" y="643467"/>
            <a:ext cx="960528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AA9DD-87DF-93D4-8B09-C883432F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a diagram and text&#10;&#10;AI-generated content may be incorrect.">
            <a:extLst>
              <a:ext uri="{FF2B5EF4-FFF2-40B4-BE49-F238E27FC236}">
                <a16:creationId xmlns:a16="http://schemas.microsoft.com/office/drawing/2014/main" id="{0921F2C0-C39F-13B7-D469-FFAFA7466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5" y="643467"/>
            <a:ext cx="1061154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20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24EEC-FB09-0157-FAFC-8F2E9A9B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5799020B-0080-5A44-6BAD-B41FCD1FA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24" y="643467"/>
            <a:ext cx="1003795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29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07FDA-89E4-F5B5-EA0A-FDD493DFB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18202AFF-3595-8C59-68E0-A5613CC7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13" y="643467"/>
            <a:ext cx="10083374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4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81C23-47C6-3947-2D20-BC56CBBE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95371-3EC6-CD86-C103-389D237F8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709" y="643467"/>
            <a:ext cx="924658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71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F8CB7-0EDA-B2A7-E961-2CF7EF84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714101-E591-D826-7A7B-47AEAA185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08" y="643467"/>
            <a:ext cx="10316784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78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70240-6A41-BB87-9CF1-C5B2375FC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5E804F-D6BA-7337-B147-AD2D5F9D1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35" y="643467"/>
            <a:ext cx="994832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6368413A-BA93-86C0-E987-0CBCA03BF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35" y="4882102"/>
            <a:ext cx="4213840" cy="168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40CA-5269-0AE9-BA78-4AC26128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0847D6-2096-1274-4213-16B6F6989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275" y="929423"/>
            <a:ext cx="8649450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1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E93F0-E272-1547-E556-BF6A2F28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2809A59-6B10-55D0-745B-8F7726386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445" y="643467"/>
            <a:ext cx="928511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4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Hierarchal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 Raju</cp:lastModifiedBy>
  <cp:revision>6</cp:revision>
  <dcterms:created xsi:type="dcterms:W3CDTF">2025-08-23T12:26:16Z</dcterms:created>
  <dcterms:modified xsi:type="dcterms:W3CDTF">2025-08-23T12:38:31Z</dcterms:modified>
</cp:coreProperties>
</file>