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4C40-9F25-AB33-084C-C793412F1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64E53-0013-ACB8-EB91-207635316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0DACF-5380-D6C9-A425-FC8C12506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1997A-323E-CC6F-B9AA-A5C47BB6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05B25-C227-A945-D1FD-F1B19A5F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0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70B7-05FA-D0C0-6216-353BE454B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64F-7135-74CF-71B3-8D0C7A810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39E1B-F0F5-6864-200A-C399C6AF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0ABAE-E06D-ADAD-080C-C4702D5B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8C560-3D76-03D7-76B8-64941707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0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A737-CF99-CE8C-60A3-B921330F6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78CA9-E175-947F-CC49-BB871FE0B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3E23C-9A26-1044-98FA-B2DF5A80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A1B70-87BC-A0C9-1BE0-9F579159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08ED4-47D3-AC59-54E8-32C4FBE7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30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A0DC-B867-A454-4224-5D0E706F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9E5E0-1157-D1EF-4E97-43FF6BD0D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E5DF0-405B-39A0-0758-AB6F9A522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F0E26-8E7C-0AEB-19B5-7EA63156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AB7BC-B9D5-4477-27EC-7B74407D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E2785-B5D6-A0B2-447E-6C1ACCBC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6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85696-4D6C-B0D4-7025-3C7ACE5E9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1E822-7814-6EF8-D601-216D6338F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3F5A6-BE5A-82AA-B83B-994753411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07C78-AD3C-74FD-860F-0ACE0E36E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576E9-DCF9-3868-7CE3-B3741826A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8E44B6-78B7-33C7-70E0-83AF0614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04199-A000-9389-BCC1-62EADA65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6AE1A-863D-6224-FBCE-B802EA29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5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8D46-C11E-295C-4178-1539E9F8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A0D2D-D548-27F6-2166-03C0C9F6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8EB6A-F1E1-BAD5-6C34-B7296094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0114C-66E9-09AA-843E-1731E76E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70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0E275-7BFA-5C1C-7BDE-849B9660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AF073-2B3E-B09D-5FC9-519226FF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24731-2420-6B78-7E14-65DAE1CD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4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83E3-C98E-2EB4-4B77-BA437FDF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B7779-8B6B-2141-9C07-5991222C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EC6E1-23B0-D894-3E57-4D38E71C2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63C4F-FC38-B9E3-8E3F-BBBBB0CC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03065-69F4-9F7C-E7FF-1C7D4DAE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728B-7762-929E-CF22-D513FE84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39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3136-00D8-0347-C7DA-26137348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A3C122-8FCE-EC3A-A13B-87E6CC7FA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539FE-4653-0D53-9CB1-8488DAA54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64DD6-E6BD-8805-F0B9-7759847F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AAB02-DE48-6011-8FF6-60523E83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56CFC-E9FD-9496-D7F3-0E555343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7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5928-5528-9E6B-18B5-87E81CE3B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F85E0-A861-D8E2-1586-337C37486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37D93-BEDD-A406-A6E7-FD70B35B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1091-CE3D-E7DD-6937-19AC9921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241C1-0361-C175-15DF-31AEE453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7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7EA2C8-A1B1-6D6D-2228-63EE65903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99DB1-B993-D7C8-F00D-F5B7397BE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78561-EB04-CFF1-CE0E-4E300787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35438-3608-5E04-9FC9-E879A65BE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7E6F-F9B8-5EF2-51A0-BB585042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20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1C978-ED3E-E408-5F46-8A47F607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FBEC8-279A-ECB1-676D-C67A6033D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E97EF-F154-739F-1331-1D4B91365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A516B-9F07-4018-B50D-0E06A033F66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6AB32-7042-8EEB-04B2-58CEAB1CA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7A73A-5B09-32F9-665B-869887A8D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139D4-C664-4A1C-92F5-0182A31A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69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8CCD0-6B04-7DB8-4CB2-66EB507C12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3800" b="1" dirty="0">
                <a:latin typeface="Abadi" panose="020B0604020104020204" pitchFamily="34" charset="0"/>
              </a:rPr>
              <a:t>content-based recommendation system</a:t>
            </a:r>
            <a:endParaRPr lang="en-IN" sz="3800" b="1" dirty="0">
              <a:latin typeface="Abadi" panose="020B06040201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33681-C76E-8D95-E034-FFFD54DAF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Rec Systems</a:t>
            </a:r>
          </a:p>
        </p:txBody>
      </p:sp>
    </p:spTree>
    <p:extLst>
      <p:ext uri="{BB962C8B-B14F-4D97-AF65-F5344CB8AC3E}">
        <p14:creationId xmlns:p14="http://schemas.microsoft.com/office/powerpoint/2010/main" val="360677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594FAB8-4D37-9EB0-DC01-D728E166D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70558"/>
            <a:ext cx="10905066" cy="351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4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A0656-FFA5-857C-6516-66156062C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5C6034-D7E5-2374-20C7-E1FF255A5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53" y="643466"/>
            <a:ext cx="1046209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6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78918-F2E1-0B58-7A9C-42FC59EA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1DFEDCC-D4A4-9727-CEC9-FA3DF062A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98041"/>
            <a:ext cx="10905066" cy="466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50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8BE3-195D-FB2B-7BF3-39293732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525EE3E6-BECE-AE38-D16D-AB6ADC135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70779"/>
            <a:ext cx="10905066" cy="47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8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1854A-3F6F-E8C4-3F5B-CCAF3BDC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DB63C0B-A99A-A8F3-BC86-388D379A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16143"/>
            <a:ext cx="10905066" cy="42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07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A8F594A-3B4E-61A2-6F16-CDC024F5A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024972"/>
            <a:ext cx="10905066" cy="280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6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EDBCB386-45D8-0E68-09BE-F73145055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25194"/>
            <a:ext cx="10905066" cy="400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12901DA-0A7E-74A6-519A-48508C3BD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297599"/>
            <a:ext cx="10905066" cy="226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74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Abadi</vt:lpstr>
      <vt:lpstr>Aptos</vt:lpstr>
      <vt:lpstr>Aptos Display</vt:lpstr>
      <vt:lpstr>Arial</vt:lpstr>
      <vt:lpstr>Office Theme</vt:lpstr>
      <vt:lpstr> content-based recommendation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 Raju</cp:lastModifiedBy>
  <cp:revision>1</cp:revision>
  <dcterms:created xsi:type="dcterms:W3CDTF">2025-10-09T23:48:25Z</dcterms:created>
  <dcterms:modified xsi:type="dcterms:W3CDTF">2025-10-09T23:52:15Z</dcterms:modified>
</cp:coreProperties>
</file>