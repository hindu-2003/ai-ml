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90" r:id="rId11"/>
    <p:sldId id="291" r:id="rId12"/>
    <p:sldId id="292" r:id="rId13"/>
    <p:sldId id="293" r:id="rId14"/>
    <p:sldId id="294" r:id="rId15"/>
    <p:sldId id="261" r:id="rId16"/>
    <p:sldId id="282" r:id="rId17"/>
    <p:sldId id="277" r:id="rId18"/>
    <p:sldId id="278" r:id="rId19"/>
    <p:sldId id="279" r:id="rId20"/>
    <p:sldId id="280" r:id="rId21"/>
    <p:sldId id="281" r:id="rId22"/>
    <p:sldId id="283" r:id="rId23"/>
    <p:sldId id="284" r:id="rId24"/>
    <p:sldId id="285" r:id="rId25"/>
    <p:sldId id="286" r:id="rId26"/>
    <p:sldId id="289" r:id="rId27"/>
    <p:sldId id="287" r:id="rId28"/>
    <p:sldId id="288" r:id="rId29"/>
    <p:sldId id="263" r:id="rId30"/>
    <p:sldId id="265" r:id="rId31"/>
    <p:sldId id="266" r:id="rId32"/>
    <p:sldId id="267" r:id="rId33"/>
    <p:sldId id="26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061" autoAdjust="0"/>
  </p:normalViewPr>
  <p:slideViewPr>
    <p:cSldViewPr snapToGrid="0">
      <p:cViewPr varScale="1">
        <p:scale>
          <a:sx n="69" d="100"/>
          <a:sy n="69" d="100"/>
        </p:scale>
        <p:origin x="124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85648-F39D-E582-E401-0E61E392F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12233-9181-DDF3-29E6-DFECAF612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95BC4-C71B-9C86-358E-36D4924CA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DBE6-9328-4C89-AAAB-CE151D07E79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BFD99-58F2-68FC-AD36-948090209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86C0F-A5A3-02CA-73B1-F00CAB66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3EA3-CDC8-4924-9F1E-E50EC4213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31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E018-FFAF-1C91-1A4E-A2ED949F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04A7E-A5D4-9A09-DF85-7A756BB90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28283-BF59-E976-7ECC-F56213B17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DBE6-9328-4C89-AAAB-CE151D07E79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12A6B-1A04-1D70-0FE9-C0ACA0AFF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44C58-8BB2-E71E-E7D1-A5C4120C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3EA3-CDC8-4924-9F1E-E50EC4213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960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4022-FD29-4FCF-1965-3519288C2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A2D8C-28CD-2A76-1117-1EEDFEA13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1457B-1622-2FEC-7E96-DEBFC22C2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DBE6-9328-4C89-AAAB-CE151D07E79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106F2-5986-0B86-4EC7-3B67DF7D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44D7C-9495-54F1-2A49-F4B5F800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3EA3-CDC8-4924-9F1E-E50EC4213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46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FC93-C031-C682-3EC0-BD470FB13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9AAC1-0D2A-A581-95CD-54ABD6BD7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1B7B0-D894-0C00-3E88-032329AC3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49034-9F20-B010-F021-A66606F1B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DBE6-9328-4C89-AAAB-CE151D07E79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3416E-D950-8EE1-8781-9905F8592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E7DC0-62FB-9D84-B88F-B0522211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3EA3-CDC8-4924-9F1E-E50EC4213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20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453C-B841-0543-9C53-5B3E48E85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7CF4F-32BF-9381-0BA1-5C51828C4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E0D20-41D8-7A32-A48E-8F55CBAED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D9852-0DE6-4965-7BF9-0AA4EBE67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C314A4-1A6E-915E-96AE-F2A390688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077592-ED43-D5EE-DC8B-035BFC7E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DBE6-9328-4C89-AAAB-CE151D07E79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AB2599-2893-1BC6-137B-ECF2BD93D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7F6DBD-252C-3DD7-F686-C5E63D62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3EA3-CDC8-4924-9F1E-E50EC4213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263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DCE2-DCE8-956A-CA6C-4CFD1EEC0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0583C0-3C33-4294-7442-C7FD4B333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DBE6-9328-4C89-AAAB-CE151D07E79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880A9-0018-F387-4801-7ADFB0D9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C25A9-FE9A-3B9A-1263-4A2FF56F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3EA3-CDC8-4924-9F1E-E50EC4213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53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3AC18B-526A-7D01-BBB0-7C48D8789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DBE6-9328-4C89-AAAB-CE151D07E79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08F5F7-F1B4-5F8B-D5F4-9F56691C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09A18-033A-FC2C-9C3D-2A306E85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3EA3-CDC8-4924-9F1E-E50EC4213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131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4298-7741-634C-CAA7-D13D662C8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14B5F-5A38-1529-D5FF-FBCD47EC7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C0464-ED41-268E-2404-B098929B8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2708F-63A2-32F4-9E27-2DC18C201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DBE6-9328-4C89-AAAB-CE151D07E79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CB689-795C-B3D3-D126-2DDE40073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EFCE1-DFB6-5B79-6AFD-6DD240D4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3EA3-CDC8-4924-9F1E-E50EC4213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737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6D95-BA1B-5788-3443-D43861F06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478BD-4D5F-F8AC-10DA-AF635B66BE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5B118-99CC-4A3A-F402-F6DB6CBD9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D4160-5D2E-C19F-5656-9A8574CA6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DBE6-9328-4C89-AAAB-CE151D07E79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59FB1-1522-8FDE-C040-282CEB49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C693E-42AF-424F-0F08-1792FD8D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3EA3-CDC8-4924-9F1E-E50EC4213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909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20E-2809-74CB-C0F3-406045FB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3E18B-6BE0-8CA5-1CAA-EB889DE51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2E6EA-BF1E-8D02-F459-0935DF10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DBE6-9328-4C89-AAAB-CE151D07E79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8D5DD-CCD9-EDB4-9E5B-59D7D7417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1332-2BE4-7610-D807-124F77F5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3EA3-CDC8-4924-9F1E-E50EC4213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258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B64312-BB55-BFED-F5D8-EFCB7A9FE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1B750-9195-EF8F-EC97-520E4DF1F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19ADD-4431-3AA9-22D1-70EC7736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DBE6-9328-4C89-AAAB-CE151D07E79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336F3-77D3-6A1A-B88A-0F125D588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DBCB5-703A-9031-301B-4582A75ED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3EA3-CDC8-4924-9F1E-E50EC4213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29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B469F5-FB1D-9778-A947-DB9EA4520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10F97-83D3-5356-027E-9F0648A98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4D201-07DA-B2AA-DAE2-E007ED3AE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EDBE6-9328-4C89-AAAB-CE151D07E79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F9EA3-F606-4FE5-18F1-F7D27159A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6C201-AC11-E2C0-0B22-441B5E2C9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33EA3-CDC8-4924-9F1E-E50EC42134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71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8839E-F052-72CE-2834-EA779E320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5327" y="2391465"/>
            <a:ext cx="5994498" cy="8475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 Analysis</a:t>
            </a:r>
            <a:endParaRPr lang="en-IN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253ED8-234B-97D5-617C-F7E7CE5DA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145" y="2203824"/>
            <a:ext cx="2762250" cy="205634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2F44B4C-B889-3F7B-7F7E-252C4BC03635}"/>
              </a:ext>
            </a:extLst>
          </p:cNvPr>
          <p:cNvSpPr txBox="1">
            <a:spLocks/>
          </p:cNvSpPr>
          <p:nvPr/>
        </p:nvSpPr>
        <p:spPr>
          <a:xfrm>
            <a:off x="8955156" y="6152321"/>
            <a:ext cx="2829339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N V Ganapathi Raju</a:t>
            </a:r>
          </a:p>
        </p:txBody>
      </p:sp>
    </p:spTree>
    <p:extLst>
      <p:ext uri="{BB962C8B-B14F-4D97-AF65-F5344CB8AC3E}">
        <p14:creationId xmlns:p14="http://schemas.microsoft.com/office/powerpoint/2010/main" val="429431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5105E-7303-06AA-05AB-0D8F3617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761"/>
            <a:ext cx="10515600" cy="972355"/>
          </a:xfrm>
        </p:spPr>
        <p:txBody>
          <a:bodyPr/>
          <a:lstStyle/>
          <a:p>
            <a:r>
              <a:rPr lang="en-US" b="0" i="0" dirty="0">
                <a:solidFill>
                  <a:schemeClr val="accent1"/>
                </a:solidFill>
                <a:effectLst/>
                <a:latin typeface="Inter"/>
              </a:rPr>
              <a:t>Association Rules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BD2A6-95D0-D8FB-49B6-812357623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9115"/>
            <a:ext cx="10515600" cy="545910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Association Rules Analysis 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 become familiar for analysis in the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retail industry. </a:t>
            </a:r>
          </a:p>
          <a:p>
            <a:pPr algn="just">
              <a:lnSpc>
                <a:spcPct val="200000"/>
              </a:lnSpc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also called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 terms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This analysis is also used for advice. </a:t>
            </a:r>
          </a:p>
          <a:p>
            <a:pPr algn="just">
              <a:lnSpc>
                <a:spcPct val="200000"/>
              </a:lnSpc>
            </a:pP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 recommendations in applications such as Spotify, Netflix, and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given as examples.</a:t>
            </a:r>
          </a:p>
        </p:txBody>
      </p:sp>
    </p:spTree>
    <p:extLst>
      <p:ext uri="{BB962C8B-B14F-4D97-AF65-F5344CB8AC3E}">
        <p14:creationId xmlns:p14="http://schemas.microsoft.com/office/powerpoint/2010/main" val="50498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A103AFBC-CE7E-16B5-E118-62E0D847D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566" y="643467"/>
            <a:ext cx="8570867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38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message&#10;&#10;AI-generated content may be incorrect.">
            <a:extLst>
              <a:ext uri="{FF2B5EF4-FFF2-40B4-BE49-F238E27FC236}">
                <a16:creationId xmlns:a16="http://schemas.microsoft.com/office/drawing/2014/main" id="{F2F12FDB-6A1C-B539-9DE8-474E3D1EF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120392"/>
            <a:ext cx="10905066" cy="261721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4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92D769B3-0927-8F92-CC02-7D8E94D27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834134"/>
            <a:ext cx="10905066" cy="3189731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2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44C6E59-DA5D-3510-9276-8A80EDC67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578" y="2554640"/>
            <a:ext cx="9664846" cy="157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99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1860970-932E-7DBF-052C-65B139137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578" y="1358615"/>
            <a:ext cx="9664846" cy="396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07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document&#10;&#10;AI-generated content may be incorrect.">
            <a:extLst>
              <a:ext uri="{FF2B5EF4-FFF2-40B4-BE49-F238E27FC236}">
                <a16:creationId xmlns:a16="http://schemas.microsoft.com/office/drawing/2014/main" id="{14A592C3-682E-0A66-2DE8-3A1585786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007" y="643467"/>
            <a:ext cx="7553985" cy="5571065"/>
          </a:xfrm>
          <a:prstGeom prst="rect">
            <a:avLst/>
          </a:prstGeom>
          <a:ln>
            <a:noFill/>
          </a:ln>
        </p:spPr>
      </p:pic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3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A9E82FE-220A-C6A2-B1BD-2B282896D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52567"/>
            <a:ext cx="10905066" cy="455286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94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grocery list&#10;&#10;AI-generated content may be incorrect.">
            <a:extLst>
              <a:ext uri="{FF2B5EF4-FFF2-40B4-BE49-F238E27FC236}">
                <a16:creationId xmlns:a16="http://schemas.microsoft.com/office/drawing/2014/main" id="{F50D4331-191B-07B7-A7CA-A3A240C07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17" y="643467"/>
            <a:ext cx="834616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9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82C182-8E82-E6FD-B236-AA7023C87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84409"/>
            <a:ext cx="10905066" cy="46891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9416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F11B12-6306-CACE-A99E-E0490B1DE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016" y="643467"/>
            <a:ext cx="9021967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82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D769EA-2B78-1A36-E517-30C389043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79720"/>
            <a:ext cx="10905066" cy="389855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4375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math formula with numbers and formulas&#10;&#10;AI-generated content may be incorrect.">
            <a:extLst>
              <a:ext uri="{FF2B5EF4-FFF2-40B4-BE49-F238E27FC236}">
                <a16:creationId xmlns:a16="http://schemas.microsoft.com/office/drawing/2014/main" id="{DF7E9D44-DD40-9714-EEE2-CAF98E28C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69" y="643467"/>
            <a:ext cx="9646862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1002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B3481E-A494-358B-00C0-261A63B3F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020" y="291609"/>
            <a:ext cx="9285410" cy="627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962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A1842-E5AA-9E19-FEF8-0F277908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n association mining system&#10;&#10;AI-generated content may be incorrect.">
            <a:extLst>
              <a:ext uri="{FF2B5EF4-FFF2-40B4-BE49-F238E27FC236}">
                <a16:creationId xmlns:a16="http://schemas.microsoft.com/office/drawing/2014/main" id="{896DA18D-58B3-4F88-F8E5-D02A0659E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189" y="620786"/>
            <a:ext cx="9007621" cy="56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ocument&#10;&#10;AI-generated content may be incorrect.">
            <a:extLst>
              <a:ext uri="{FF2B5EF4-FFF2-40B4-BE49-F238E27FC236}">
                <a16:creationId xmlns:a16="http://schemas.microsoft.com/office/drawing/2014/main" id="{EB3113F3-193B-30EC-3FB1-4A224E5B7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04" y="1449621"/>
            <a:ext cx="10475610" cy="359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14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FDAC048B-6FD8-A7DF-7F02-B25B442B6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598" y="757958"/>
            <a:ext cx="6050804" cy="53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842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1046F346-0BA6-974B-5950-14A48483D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60" y="643467"/>
            <a:ext cx="757968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38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ECF33-98D8-42A4-0680-6CE2DE1D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text with black and white text&#10;&#10;AI-generated content may be incorrect.">
            <a:extLst>
              <a:ext uri="{FF2B5EF4-FFF2-40B4-BE49-F238E27FC236}">
                <a16:creationId xmlns:a16="http://schemas.microsoft.com/office/drawing/2014/main" id="{66C33FCD-9553-2E05-0784-2C087CD4E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450" y="643467"/>
            <a:ext cx="847310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462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CE7D7-4A1C-694A-4530-B0B8882F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BD426230-FC1D-0E8C-8261-E71B1661D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77" y="643467"/>
            <a:ext cx="1026924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71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C4B12-E077-765E-EA81-60585CD38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D9DA25A-45FC-C180-1D7C-AB196CD19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051" y="289288"/>
            <a:ext cx="8961897" cy="627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58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BD151-7D5F-B4E1-6676-C3B43FBF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B89070A-0E0A-9D5B-5FD9-6B4D6B28A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913" y="556011"/>
            <a:ext cx="8916173" cy="574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0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2D387-7CCB-0DBE-F3A6-2A50F5EE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C96A4EE-6EA4-F08D-520A-8C29D443D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44" y="643467"/>
            <a:ext cx="8637311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645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white sheet of paper&#10;&#10;AI-generated content may be incorrect.">
            <a:extLst>
              <a:ext uri="{FF2B5EF4-FFF2-40B4-BE49-F238E27FC236}">
                <a16:creationId xmlns:a16="http://schemas.microsoft.com/office/drawing/2014/main" id="{C9897121-7DD3-B991-824A-6AFFC09E0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945" y="643467"/>
            <a:ext cx="828410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64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D98376-73CF-3159-AF38-F1A588DFC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29" y="643467"/>
            <a:ext cx="9992942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7055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tree&#10;&#10;AI-generated content may be incorrect.">
            <a:extLst>
              <a:ext uri="{FF2B5EF4-FFF2-40B4-BE49-F238E27FC236}">
                <a16:creationId xmlns:a16="http://schemas.microsoft.com/office/drawing/2014/main" id="{9761D770-F375-C5C2-BD0F-4A9D8514A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215" y="643467"/>
            <a:ext cx="711957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044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C80036A-5FB7-938D-314A-DE5B61219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984078"/>
            <a:ext cx="10905066" cy="288984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73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F3F6A1A4-C03E-607F-0E57-569ADCEDB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24" y="643467"/>
            <a:ext cx="10037952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7893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0DC60-8B30-DE6F-FD0B-AD366FD2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C058FD-5978-096E-6BDA-1686CBA05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596" y="643467"/>
            <a:ext cx="9688807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4500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01001-3609-7CCE-A95C-2A48BA089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edical diagnosis&#10;&#10;AI-generated content may be incorrect.">
            <a:extLst>
              <a:ext uri="{FF2B5EF4-FFF2-40B4-BE49-F238E27FC236}">
                <a16:creationId xmlns:a16="http://schemas.microsoft.com/office/drawing/2014/main" id="{3FCBDC22-742A-1CE9-55E1-A49BCB325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248" y="643467"/>
            <a:ext cx="8949503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9491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EDA9-8406-7804-9F08-03BD67481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7B9947-7227-6579-93F7-9F69BE52A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54" y="643467"/>
            <a:ext cx="9860292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4317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A937-D1BA-791B-D139-48D79A7E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619E9E8-7C73-7794-0C2D-1DB287FB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25303"/>
            <a:ext cx="10905066" cy="46073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8002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57</Words>
  <Application>Microsoft Office PowerPoint</Application>
  <PresentationFormat>Widescreen</PresentationFormat>
  <Paragraphs>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Inter</vt:lpstr>
      <vt:lpstr>Times New Roman</vt:lpstr>
      <vt:lpstr>Office Theme</vt:lpstr>
      <vt:lpstr>Association Analysis</vt:lpstr>
      <vt:lpstr>Association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Association Analysis</dc:title>
  <dc:creator>Ganapathi Raju</dc:creator>
  <cp:lastModifiedBy>Ganapathiraju N</cp:lastModifiedBy>
  <cp:revision>46</cp:revision>
  <dcterms:created xsi:type="dcterms:W3CDTF">2023-12-27T04:44:17Z</dcterms:created>
  <dcterms:modified xsi:type="dcterms:W3CDTF">2026-01-21T02:20:29Z</dcterms:modified>
</cp:coreProperties>
</file>