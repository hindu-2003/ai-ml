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67" r:id="rId5"/>
    <p:sldId id="268" r:id="rId6"/>
    <p:sldId id="269" r:id="rId7"/>
    <p:sldId id="270" r:id="rId8"/>
    <p:sldId id="271" r:id="rId9"/>
    <p:sldId id="28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8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5.5814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2-19T03:16:19.2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5631 3000 0,'26'0'172,"-26"26"-156,27 0-1</inkml:trace>
  <inkml:trace contextRef="#ctx0" brushRef="#br0" timeOffset="4458.96">5500 3394 0,'26'0'78,"0"0"-62,0 0-1,-26-26-15,27 26 0,-1 0 16,0 0-1,1 0-15,-1 0 16,0 0-16,1 0 0,-1-26 16,0 26-1,1 0 1,-1 0 15,0 0-15,1 0-16,-1 0 15,0 0 1,0 0-16,1 0 0,-1 0 16,0 0-16,1 0 15,-1 0-15,0 0 16,-26-26-16,27 26 0,-27-27 16,26 27-1,0 0 16,1 0-15,-1 0 0,0 0-16,1 0 0,-1 0 15,0 0-15,1 0 16,-1 0-16,0 0 0,0 0 0,1 0 16,-1 0-16,0 0 15,1 0-15,-1 0 0,0 0 16,1 0-16,-1 0 0,0 0 0,1 0 15,-1 0-15,0 0 0,1 0 0,-1 0 16,0-26-16,0 26 0,1 0 0,-1 0 16,0 0-16,1 0 0,-1 0 0,0 0 15,1 0-15,-1 0 0,0 0 0,1 0 16,-1 0-16,0 0 0,1 0 0,-1 0 16,0 0-16,1 0 0,-1 0 0,0-26 15,27 26-15,-27 0 0,0 0 0,1-27 16,-1 27-16,0 0 0,1 0 15,-1 0-15,0 0 0,1-26 0,-1 26 16,0 0-16,1 0 0,-1 0 0,0 0 16,0 0-16,1 0 0,-1 0 15,0 0-15,1 0 16,-27 26-16,26-26 16,0 0-16,-26 27 0,27-27 0,-1 0 15,0 0-15,1 0 0,-1 0 0,0 0 16,1 0-16,-1 0 0,0 26 15,1-26-15,-1 0 0,0 0 16,0 0-16,1 0 0,-1 0 0,0 0 16,1 0-16,-1 0 0,0 0 0,1 0 15,-1 0-15,0 0 0,1 0 0,-1 0 16,0 0-16,1 0 0,-1 0 0,0 0 16,0 0-16,1 26 0,-1-26 0,0 0 15,1 0-15,25 0 0,-25 0 0,-1 0 16,0 0-16,1 0 0,-1 0 0,0 27 15,1-27-15,-1 0 0,27 0 0,-1 26 16,-26-26-16,1 0 0,-1 0 16,0 0-16,1 26 0,-1-26 15,0 0-15,1 0 0,-1 0 0,0 0 16,1 0-16,25 0 0,-25 0 16,-1 0-16,0 0 0,1 0 0,-1 0 15,0 0-15,0 0 0,1 0 0,-1 0 16,0 0-16,1 0 0,-1 0 15,0 0-15,1 0 0,-1 0 0,0 0 16,1 26-16,-1-26 0,27 0 0,-27 0 16,0 0-16,0 0 0,1 0 15,-1 0-15,0 0 0,1 0 0,-1 0 0,0 0 16,27 0-16,-27 0 0,1 0 0,-1 0 16,0-26-16,1 26 0,-1 0 0,0 0 15,1 0-15,-1 0 16,0 0-16,0 0 0,1 0 0,-1 0 15,0 0-15,1 0 0,-1 0 0,27 0 16,-27 0-16,0 0 0,1 0 0,25 0 16,-25 0-16,-1 0 0,0 0 0,27 0 15,-27 0-15,0 0 0,1 0 0,-1 0 16,27 0-16,-27 0 0,0 0 0,27-26 16,-27 26-16,1 0 0,25 0 0,-25 0 15,-1-26-15,26 26 0,-25 0 0,-1 0 16,0 0-16,1 0 0,-1 0 15,0 0-15,1 0 0,-1 0 0,0 0 16,27-27-16,-27 27 0,1 0 0,25 0 0,-26 0 16,1 0-16,25 0 0,-25-26 15,-1 26-15,0 0 0,1 0 0,-1 0 16,27-26-16,-27 26 0,0 0 0,1 0 16,-1 0-16,0 0 0,1 0 0,-1 0 15,0 0-15,0 0 0,1 0 0,-1 0 16,0 0-16,1 0 0,-1 0 15,0 0-15,1 0 0,-1 0 16,0 0-16,1 0 0,-1 0 16,0 0-16,1 0 0,25 0 0,-26 0 15,1 0-15,-1 0 0,0 0 16,1 0-16,-1 0 0,0 0 0,1 0 0,-1 0 16,0 0-16,1-27 0,25 27 15,-25 0-15,-1 0 0,0 0 0,1 0 16,-1 0-16,0 0 0,0 0 0,1 0 15,-1 0-15,0 0 0,27 0 16,-27 0-16,1 0 0,-1 0 0,27 0 16,-27 0-16,27 0 0,-1 0 15,1 0-15,-27 0 0,27 0 0,-1 0 0,1 0 16,-27 0-16,1 0 0,25 0 0,-25 0 16,-1 0-16,0 0 0,1 0 0,-1 0 15,0 0-15,0 0 0,1 0 0,-1 0 16,-26 27-16,26-27 0,1 0 15,-1 0-15,0 0 0,1 0 16,-1 0-16,0 0 0,1 0 0,-1 0 16,0 0-16,1 0 0,-1 0 15,0 0-15,1 0 0,-1 0 16,0 0-16,0 0 16,1 0-16,-1 0 15,0 0-15,1 0 16,-1 0-16,0 0 0,1 0 15,-1 0-15,0 0 0,1 0 16,-1 0-16,0 0 0,1 0 0,-1 0 16,0 0-16,0 0 15,1 0-15,-1 0 0,0 0 16,1 0-16,-1 0 16,0 0-16,1 0 0,-1 0 15,0 0-15,1 0 16,-1 0-1,0 0-15,1 0 16,-1 0-16,0 0 16,1 0-16,-1 0 15,-26-27 1,26 27-16,0 0 0,1 0 16,-1 0-1,0 0 1,1 0-16,-1 0 15,0 0-15,1 27 16,-1-27-16,0 0 16,1 26-16,-1-26 0,0 0 15,1 0-15,-1 0 16,0 0-16,0 0 16,1 0-1,-1 0-15,0 0 16,1 0-16,-1 0 15,0 0-15,1 0 0,-1 0 16,0 0-16,1 0 0,-1 0 16,0 0-16,1 0 0,-1 0 15,0 0-15,1 0 0,-1 0 16,0 0-16,0 0 0,1 0 16,-1 0-16,0 0 15,1 0-15,-1 0 0,0 0 16,1 0-1,-1 0-15,0 0 0,1 0 16,-1 0-16,0 0 0,1 0 16,-1 0-16,0 0 0,0 0 0,1 0 15,-1 0-15,0 0 0,1 0 16,-1 0-16,0 0 0,1 0 16,-1 0-16,0 0 0,1 0 15,-1 0-15,0 0 0,1 0 16,-1 0-16,0 0 0,1 0 15,-1 0-15,0 0 0,0 0 16,1 0-16,-1 0 0,0 0 16,1 0-16,-1 0 0,0 0 15,1 0-15,-1 0 0,0 0 16,1 0-16,-1 0 0,0 0 16,1 0-16,-1 0 0,0 0 15,0 0-15,1 0 0,-1 0 16,0 0-16,1 0 0,-1 0 15,0 0-15,1 0 0,-1 0 16,0 0-16,1 0 0,-1 0 0,0 0 16,1 0-16,-1 0 0,0 0 15,1 0-15,-1 0 0,0 0 0,0 0 0,1 0 16,-1 0-16,0 0 0,1 0 0,-1 0 16,0 0-16,1 0 0,-1 26 15,0-26-15,1 0 0,-1 0 0,0 0 16,1 0-16,-1 0 0,0 0 15,0 0-15,1 0 0,-1 27 0,0-27 0,1 0 16,-1 0-16,0 0 16,1 0-16,-1 0 0,0 0 0,1 0 0,-1 0 15,0 0-15,1 0 0,-1 0 16,0 0-16,1 0 0,-1 0 0,0 0 16,0 0-16,1 0 0,-1 0 15,0 0-15,1 0 0,-1 0 0,0 0 16,1 0-16,-1 0 0,0 0 0,1 0 15,-1 0-15,0 0 0,27 0 16,-53 26-16,26-26 0,1 0 0,-1 0 16,0 0-16,0 0 0,1 0 0,-1 0 15,0 0-15,1 0 0,-1 0 16,0 0-16,1 0 16,-1 0-16,0 0 15,1 0-15,-1 0 16,0 0-16,-26-26 0,27 26 15,-1 0-15,0 0 0,0 0 0,1 0 16,-1 0-16,0 0 0,1 0 0,-1 0 16,0 0-16,1 0 0,25 0 0,-25 0 15,-1 26-15,27-26 0,-27 0 16,0 0-16,27 0 0,-27 26 0,27-26 16,-27 0-16,27 0 0,-27 0 0,0 0 15,27 0-15,-27 0 0,1 0 0,-1 26 16,0-26-16,1 0 0,-1 0 0,0 0 15,0 0-15,1 0 0,-1 0 16,0 0-16,1 0 0,-1 0 0,0 0 16,1 0-16,-1 0 0,0 0 15,1 0-15,-1 0 0,27 0 0,-27 0 16,0 0-16,1 0 0,-1 0 0,0 0 16,0 0-16,1 0 15,-1 0-15,0 0 0,1 0 0,-1 0 16,0 0-16,1 0 15,-1 0-15,0 0 0,1 0 0,-1 0 16,0 0-16,1 0 0,-1 0 0,0 0 16,0 0-16,1 0 0,-1 0 0,0 0 15,1 0-15,25 0 0,-25 0 0,-1 0 16,0 0-16,27 0 0,-27 0 0,1-26 16,-1 26-16,0 0 0,1 0 0,-1 0 15,0 0-15,0 0 0,1 0 0,-1 0 16,0 0-16,1 0 0,-1 0 0,27 0 15,-27 0-15,0 0 16,1 0-16,-1 0 0,0 0 0,1 0 16,-1 0-16,0 0 0,0 0 0,27 0 15,-27 0-15,1 0 0,-1 0 0,0 0 16,27 0-16,-27 0 0,1 0 0,25 0 16,-25 0-16,-1 0 0,27 0 0,-27 0 15,0 0-15,0 0 0,1 0 0,-1 0 16,27 0-16,-27 0 0,0 0 0,1 0 15,-1 0-15,0 0 0,1 0 0,-1 0 16,0 0-16,1 0 0,-1 0 0,26 0 16,-25 0-16,-1 0 0,0-26 0,1 26 15,25 0-15,-25 0 0,-1 0 16,0-26-16,27 26 0,-27 0 0,27 0 16,-27 0-16,27 0 0,-27 0 0,27 0 15,-27 0-15,27 0 0,-27 0 0,0 0 16,27 0-16,-27 0 0,1 0 0,-1 0 15,27 0-15,-27 0 0,0 0 16,0 0-16,1 0 0,-1 0 0,27 0 16,-27 0-16,0 0 0,27 0 0,-27 0 15,27 0-15,-27 0 0,27 0 0,-27 0 16,27 0-16,-27 0 0,27 0 0,-27 0 0,27 0 16,-27 0-16,0 0 0,1 0 0,-1 0 15,0 0-15,1 0 0,-1 0 16,0 0-16,1 0 0,-1 0 0,0 0 15,1 0-15,-1 0 0,0 0 0,0 0 16,27 0-16,-27 0 0,1 0 0,-1 0 16,0 0-16,1 0 0,-1 0 0,0 0 15,27 0-15,-27 0 0,1 0 0,-1 0 16,0 0-16,0 0 0,1 0 0,-1 0 16,0 0-16,1 0 0,-1 0 0,0 0 15,27 0-15,-27 0 0,1 0 16,-1 0-16,0 0 0,1 0 0,-1 0 0,0 0 15,27 0-15,-27 0 0,0 0 16,1 0-16,-1 0 0,27 0 0,-27 0 16,0-27-16,1 27 0,-1 0 0,0 0 15,27 0-15,-27 0 0,1 0 0,-1 0 16,26 0-16,-25 0 0,-1 0 0,27 0 16,-1 0-16,-25 0 0,25 27 0,-25-27 15,25 0-15,1 0 0,-27 26 0,27-26 16,-27 0-16,27 0 0,-1 0 0,-25 0 15,25 0-15,-25 0 0,25 0 0,-25 0 16,-1 0-16,0 0 0,1 0 0,-1 0 16,26 0-16,-25 0 0,-1 0 0,0 0 15,1 0-15,25 0 0,-25 0 16,-1 0-16,0 0 0,27 0 0,-27 0 16,1 0-16,-1 0 0,27 0 0,-27 0 15,0 0-15,0 0 0,1 0 0,25 0 16,-25 0-16,-1 0 0,27 0 0,-27 0 15,27 0-15,-27 0 0,0 0 0,27 0 16,-27 0-16,27 0 0,-27 0 0,0 0 16,27 0-16,-27 0 0,1 0 0,25 0 15,-25 0-15,-1 0 0,0 0 0,27 0 16,-27 0-16,27 0 0,-27 0 16,27 0-16,-27 0 0,27 0 0,-1 0 0,-25 0 15,25 0-15,1 0 0,0-26 0,-27 26 16,27 0-16,-1 0 0,-26 0 15,1 0-15,-1 0 0,0 0 0,1 0 16,-1 0-16,0-53 78</inkml:trace>
  <inkml:trace contextRef="#ctx0" brushRef="#br0" timeOffset="7228.06">10473 13472 0,'-53'-26'125,"27"26"-109,26-27-16,-26 27 0,-1-26 15,1 26 1,0 0-16,26-26 16,-27 26-16,1 0 0,0 0 15,-1 0 1,1 0-1,0 0-15,0 0 16,-1 0-16,1 0 16,0 0-16,-1 0 15,1 0 1,0 0-16,-1 0 16,1 26-16,0-26 15,-1 0-15,1 0 16,26 26-16,-26-26 15,26 27-15,-27-27 16,1 0-16,26 26 16,-26-26-16,0 0 15,26 26-15,-27-26 16,27 27-16,-26-27 16,26 26-16,-26-26 0,26 26 15,-27-26 1,27 27-16,0-1 15,-26-26-15,26 26 0,0 1 16,-26-1-16,26 0 16,0 0-1,0 1 1,0-1 0,0 0-1,0 1 1,0-1-1,0 0-15,0 1 16,0-1 15,0 0-31,0 1 16,0-1 0,0 0-16,26-26 15,-26 27-15,0-1 0,0 0 16,26-26-16,-26 26 15,0 1-15,27-27 16,-27 26 0,26-26-1,0 0 17,-26 26-32,27-26 15,-1 0-15,0 27 16,0-27-16,1 0 15,-1 0-15,0 0 0,1 26 16,-1-26-16,0 0 16,1 0-16,-1 0 15,0 0 17,1 0-17,-1 0-15,0 0 16,1 0-16,-1 0 15,0 0-15,0 0 16,1 0 15,-1 0 1,0 0-32,1-26 0,-1 26 15,0 0-15,-26-27 0,27 27 16,-1 0-16,-26-26 0,26 26 15,1-26-15,-1 26 16,-26-27-16</inkml:trace>
  <inkml:trace contextRef="#ctx0" brushRef="#br0" timeOffset="7484.39">11052 14025 0,'0'26'16,"0"-52"31,-26-27-32</inkml:trace>
  <inkml:trace contextRef="#ctx0" brushRef="#br0" timeOffset="7617.14">10973 13551 0,'0'-26'0,"-26"-1"16,26 1-16,-27 0 0,1-1 15</inkml:trace>
  <inkml:trace contextRef="#ctx0" brushRef="#br0" timeOffset="8366.19">12289 13340 0,'-27'0'16,"27"27"93,0-1-93,0 0-1,0 1-15,0-1 16,0 0-16,0 1 0,0-1 15,0 0-15,0 1 16,0-1-16,53-26 0,-53 26 0,0 1 16,0-1-16,0 0 15,0 0-15,0 1 0,0-1 32</inkml:trace>
  <inkml:trace contextRef="#ctx0" brushRef="#br0" timeOffset="8688.19">12604 13788 0,'27'0'16,"-1"0"-16,-26 26 16,26-26-16,1 0 0,-27 26 15,26-26-15,-26 27 0,26-1 0,-26 0 16,0 1-16,0-1 0,0 0 0,0 1 15,0 25-15,-52-25 0,52-1 0,-27 0 16,1 0-16,0 1 16,-27-27-16,27 0 15,-1 0-15,1 0 16,26-53-16,-26 27 0,26 0 0,0-1 16,0 1-16</inkml:trace>
  <inkml:trace contextRef="#ctx0" brushRef="#br0" timeOffset="9039.87">13078 13340 0,'-26'0'0,"52"0"47,-26 53-31,0-27-16,26-26 0,-26 27 16,0-1-16,27 0 0,-27 1 15,0-1-15,0 0 0,0 1 0,0-1 16,0 0-16,26 1 0,-26-1 0,0 26 0,0-25 15,0-1-15,0 0 16,0 1-16,0-1 16,26-26-1,1 0-15</inkml:trace>
  <inkml:trace contextRef="#ctx0" brushRef="#br0" timeOffset="9465.42">13525 13367 0,'0'26'0,"-26"-26"16,26 26 46,0 1-46,0-1-16,0 0 15,0 1-15,0-1 16,0 0-16,0 1 0,0-1 0,0 0 16,0 1-16,0-1 15,26-26-15,-26 26 0,27-26 16,-1 0-16,0 26 0,1-26 15,-1 0-15,0 0 0,1 0 16,-27-52-16,26 52 0,0-26 0,1 26 16,-1-53-16,-26 27 0,26-1 0,-26 1 15,0 0-15,0-1 0,0 1 0,-52 0 16,52-1-16,-53 1 0,0 0 16,27 26-16,0-27 0,-1 27 15,1 0-15</inkml:trace>
  <inkml:trace contextRef="#ctx0" brushRef="#br0" timeOffset="9717.08">14078 13604 0,'0'26'15,"26"-26"1,-26 26-16,27-26 15,-27 27-15,26-27 0,-26 26 0,26 0 16,-26 0-16,0 1 0,27-1 0,-27 0 16,0 1-16,0-1 0,0 0 0,0 1 15,0-1-15,-53-26 0,53 26 0,0 1 16,-26-1-16,-27 0 16,27-26-16,-1 0 0,1 0 15,0-26-15,26-27 16</inkml:trace>
  <inkml:trace contextRef="#ctx0" brushRef="#br0" timeOffset="10015.85">14446 13367 0,'-26'0'0,"26"26"47,0 0-47,26 1 16,-26-1-16,0 0 0,27 1 0,-27-1 16,0 27-16,26-27 0,-26 0 0,0 1 15,0-1-15,0 0 0,0 0 0,0 1 16,0-1-16,0 0 15,26-26 1</inkml:trace>
  <inkml:trace contextRef="#ctx0" brushRef="#br0" timeOffset="10417.33">14946 13419 0,'-26'0'16,"-27"0"-16,27 0 16,0 53 31,26-27-32,0 1-15,0-1 16,0 0-16,0 1 15,0-1-15,26 0 16,-26 1-16,26-1 0,1 0 16,-27 0-16,52-26 15,-52 27-15,27-27 0,-1 0 0,-26 26 0,26-26 16,1 0-16,-1 0 16,0 0-16,1 0 0,-1-53 0,0 53 15,-26-26-15,27 26 0,-27-26 0,0 0 16,0-1-16,0 1 0,0 0 0,0-1 15,-53 1-15,53 0 0,-26-1 16,26 1-16,-53 0 0,53-1 0,-26 1 16,-1 26-16,27-26 0</inkml:trace>
  <inkml:trace contextRef="#ctx0" brushRef="#br0" timeOffset="10773.15">15578 13367 0,'-53'0'0,"27"-27"16,0 27 0,-1-26-1,27 79 16,0-27-31,0 0 16,0 1-16,0 25 0,0-25 0,0 25 16,0-25-16,0 25 0,0 1 0,0-27 15,27 27-15,-27-1 0,0-25 0,0 25 16,26-25-16,-26-1 0,26-26 0,-26 26 16,27-26-16,-1 0 0,0 0 15,1-52-15,25 52 0,-25-53 16,-1 27-16,0-27 0,0 27 0,1-27 15,-1 27-15,-26 0 0,0-27 0,0 27 16,0-1-16,-26-25 0,26 25 0,-53 1 16,1 0-16,25-27 0,-25 27 15,-1-1-15</inkml:trace>
  <inkml:trace contextRef="#ctx0" brushRef="#br0" timeOffset="12904.76">16973 12919 0,'0'53'0,"-27"-53"0,1 26 16,26 1-1,-26-27-15,26 26 0,-27-26 16,27 26-16,-26-26 0,26 27 16,-26-27-16,-1 26 0,27 0 15,-26 1-15,26-1 16,-26 0-16,26 1 0,0-1 15,0 0-15,0 0 0,0 1 16,0-1-16,0 0 0,0 1 0,0-1 16,0 0-16,26 1 0,-26-1 15,0 0-15,26 1 0,-26-1 0,27-26 16,-27 26-16,26 1 0,-26-1 16,26-26-16,-26 26 0,27-26 15,-27 26-15,26-26 0,0 0 16,1 0-1,-1 0-15,-26 27 0,26-27 16,1 0-16,-1 0 0,0 0 16,0 0-16,1 0 0,-1 0 15,0 0-15,1 0 0,-1-27 0,0 27 16,1 0-16,-27-52 0,26 52 0,0 0 16,1-26-16,-27-1 0,0 1 15,0 0-15,0-1 0,0 1 16,0 0-16,0-1 15,0 1-15,-27 26 0,27-26 16,0-1 0,-26 27-16,0 0 31,-1 27-15,1-27-16,0 0 0,-1 52 15,1-52-15,0 27 0,26-1 0,-27-26 16,1 26-16,26 1 0,-26-27 0,26 26 15,0 0-15,0 1 0,0-1 16,0 0 0,26-26-16,0 0 15,-26 26-15,53-26 0,-27 0 0,1 0 0,-1 0 16,0 0-16,1 0 0,-1 0 0,-26-52 16,26 52-16,1-26 0,-1 26 0,-26-27 15,26 1-15,-26 0 0,27-1 16,-27 1-16,26 0 0,-26-1 15,0 1-15,0 52 63,0 1-63,0-1 16,0 0-16,0 1 15,0-1-15,0 0 0,0 1 16,26-27-16,-26 26 0,27-26 15,-1 26 1,0-26-16,0 0 0,1 0 16,-1 0-1,0 0-15,1-26 0,-1 26 16,0-26-16,1-1 0,-1 27 16,0-52-16,-26 25 0,27 1 0,-27 0 15,26-1-15,-26 1 0,0 0 0,0-1 16,0 1-16,0 0 0,0-1 0,0 1 15,-26 0-15,-27 26 16,27 0-16,-27 0 16,27 0-16,-1 26 15,1-26-15,0 0 0,26 26 0,-27-26 16,27 27-16,0-1 0,0 0 16,53-26-1,-53 27-15,26-27 0,-26 26 0,53-26 16,-27 26-16,1-26 0,-1 27 0,0-27 15,1 0-15,-1 26 0,0-26 0,1 0 16,-1 0-16,0 26 0,0-26 0,1 27 16,-1-27-16,0 26 15,1-26 17,-1 0-1,0 0-31,1 0 15,-1 0-15,0 0 0,1-26 16,-1 26-16,0-53 0,1 27 16,-27-1-16,26 1 15,-26 0-15,0-1 0,0 1 16,0 0-16,-53-1 16,53 1-16,-26 26 15,0 0-15,-1 0 16,1 0-16,0 0 15,26 26-15,-27 1 16,27-1 0,0 0-16,0 1 15,0-1-15,0 0 16,0 1-16,0-1 16,0 0-16,0 1 0,53-27 15,-53 26-15,26 0 0,-26 1 16,27-1-16,-1-26 0,-26 26 15,26-26-15,-26 26 0,27-26 0,-27 27 16,26-27-16,-26 26 0,0 0 16,26-26-16,-26 27 15,0-1-15,0 0 16,0 1-16,-52-27 16,52 26-16,-27-26 0,1 0 31,26-53-31,-26 53 15,26-26-15,0-27 0,0 27 16,0 0-16,26-1 0,-26 1 16,53 0-16,-1 26 0,-25-26 15,25-1-15,-26 27 0,27-26 0,-27 26 0,27-26 16,-27 26-16,1 0 0,-1-27 0,0 27 16,-26-26-16,27 26 15,-27-26-15,0-1 16,-27 54 15,27-1-31,-26-26 16,26 53-16,0-27 0,0 0 15</inkml:trace>
  <inkml:trace contextRef="#ctx0" brushRef="#br0" timeOffset="17881.95">16946 14630 0,'27'0'63,"-27"26"-48,0 0 1,0 1-16,0-1 16,0 0-16,0 1 15,0-1-15,0 0 16,0 1-1,0-1-15,0 0 16,0 1-16,0-1 16,0 0-16,0 0 15,0 1-15,0-1 16,0 0 0,0 1-16,0-1 15,0 0-15,-27-26 16,27 27-16,-26-27 0,0 0 15,-1 0 1,1 0-16,0 0 16,-1-27-16,1 1 0,0 26 15,-1-26-15,1 26 0,26-53 0,-26 53 16,26-26-16,-26 26 16,26-27-16,0 80 31,0-27-16,52-26-15,-52 27 0,0-1 16,26 0-16,1 1 0,-27-1 16,26-26-16,-26 26 0,26 1 15,1-27-15,-1 0 0,-26 26 0,26-26 0,1 0 16,-1 0-16,0 0 0,1 0 16,-1-26-16,0 26 0,1-53 0,-1 53 15,0-53-15,0 27 0,1 0 0,-1-1 16,0 1-16,1 26 0,-1-26 15,0-1-15,-26 1 0,27 26 0,-1 0 16,-26-26-16</inkml:trace>
  <inkml:trace contextRef="#ctx0" brushRef="#br0" timeOffset="18552.72">15710 16208 0,'0'-52'31,"0"26"-31,-27 26 0,27-27 16,-52 1-16,25 0 16,1 26-16,0 0 15,-1 0-15,1 0 0,0 0 16,-27 26-16,27-26 0,-1 53 0,1-53 15,0 52-15,-27-26 0,27 1 0,0-1 16,26 0-16,-27 1 0,1-1 0,26 0 16,0 1-16,-26-27 0,26 26 15,0 0-15,0 1 0,52-1 16,1-26-16,-27 26 16,27-26-16,-27 0 0,27 0 0,-27 27 0,27-27 15,-27 0-15,27 0 0,-27 0 0,0 0 16,27 26-16,-27-26 0,1 26 15,-1-26-15,-26 26 0,26-26 16,-26 27-16,0-1 0,26-26 16,-26 26-16,0 1 0,0-1 15,0 0-15,-52-26 0,26 27 16,-27-27-16,27 0 16,-27 26-16,27-26 0,-27 0 0,0 0 15,27 0-15,-27 0 0,1 0 0,25 0 16,1 0-16,-26 0 0,25 0 0,1-26 15,0 26-15,-1 0 16,27-27-16,0 1 16,0 0-16,53 26 0,-53-27 15,53 27-15,-27 0 0,26-26 0,-25 26 16,-1-26-16</inkml:trace>
  <inkml:trace contextRef="#ctx0" brushRef="#br0" timeOffset="19232.93">15973 16287 0,'0'27'15,"0"-1"1,26-26-1,-26 26-15,26 1 0,-26-1 16,27 0-16,-1 1 0,-26-1 16,26 27-16,-26-27 0,0 0 15,27 0-15,-27 1 0,0-1 0,0 0 16,0 1-16,0-1 0,0 0 16,0-52 15,0-27-31,0 1 15,52 25-15,-52-25 16,0 26-16,26-27 0,-26 27 0,0-1 16,0-25-16,0 25 0,27 27 0,-27-26 15,0 0-15,26 26 0,0 0 32,-26 26-32,27-26 0,-27 53 15,26-53-15,-26 52 0,26-25 0,1-1 16,-27 0-16,26 1 0,-26-1 0,26 0 15,-26 0-15,27 1 0,-27-1 16,0 0-16,26 1 0,-26-1 0,0 0 16,0 1-16,0-54 31,26-25-31,-26 25 16,0-25-16,0 25 0,27-25 0,-27 26 15,0-27-15,26 27 0,-26-1 0,26 1 16,-26 0-16,0-1 0,27 1 15,-1 26 1,0 26-16,0-26 16,1 53-16,-1-53 0,0 26 0,1 1 15,-1-1-15,-26 0 0,26 1 16,1-1-16,-1 0 0,0 0 16,1 1-16,-1-1 0,-26 0 15,26-26-15,1 27 0,-27-1 16,26 0-16</inkml:trace>
  <inkml:trace contextRef="#ctx0" brushRef="#br0" timeOffset="20631.86">17473 16603 0,'0'-26'16,"26"26"-16,-26-26 0,0-1 15,0 1-15,26 0 16,-26-1-16,0 1 0,0 0 16,27-1-16,-27 1 0,0 0 15,0-1-15,0 1 0,0 0 16,-53 26 15,53 52-31,-26-52 0,-1 27 16,1-1-16,0 0 0,-1 1 0,1-1 15,0 0-15,-1 1 0,27-1 16,-26 0-16,26 1 0,0-1 0,-26 0 16,26 0-16,0 1 0,0-1 15,0 0-15,52-26 0,-52 27 16,27-27-16,25 0 0,-25 0 16,-1 0-16,0 0 0,1-53 0,-1 53 15,0-26-15,1 26 0,-1-53 0,-26 27 16,26 0-16,-26-1 0,0 1 15,0 0-15,0-1 0,0 1 0,0 0 16,0-1-16,0 1 0,-26 26 31,26 26-15,0 1-16,0 25 16,0-25-16,0-1 15,0 0-15,26 1 0,-26-1 0,0 0 16,26 0-16,-26 1 0,27-27 0,-27 26 15,26 0-15,0-26 0,1 0 16,-1 0-16,0 0 0,1 0 0,-1 0 0,0 0 16,1 0-16,-1-52 0,27 52 15,-27-27-15,0 1 0,0 0 0,1-27 16,-1 27-16,0-27 0,1 27 0,-1-27 16,-26 1-16,26-27 0,-26 26 0,0 1 0,0-1 15,0-26-15,0 26 0,0 1 0,0-1 16,0 1-16,0-1 0,-26 27 15,26-1-15,0 1 0,-26 0 0,-1-1 16,1 27 0,26 53-1,-26-53-15,26 26 0,0 27 16,0-27-16,-27 1 0,27-1 16,0 0-16,0 0 0,0 27 0,0-27 15,0 1-15,0-1 0,0 0 0,0 1 16,0 25-16,53-25 0,-53-1 15,0 0-15,0 0 0,0 27 0,0-27 16,0 1-16,26-1 0,-26 27 0,27-27 16,-27 0-16,0 1 0,26-1 0,-26 0 15,0 1-15,26-1 0,-26 0 0,27 0 16,-1 1 0,0-27-16,1 0 0,-1 0 15,0-53-15,1 53 0,-1-26 16,0-27-16,1 27 0,-1 0 0,-26-27 15,26 27-15,0-27 0,-26 0 0,27 1 16,-27-1-16,0-26 0,0 27 0,0-27 16,0 26-16,0 0 0,0 1 15,0-1-15,-27 27 0,27 0 0,0-1 0,-26 27 16,0 0 0,0 0-16,26 27 15,-27-27-15,1 52 0,0-25 16,26-1-16,0 0 0,-27 0 0,27 1 15,0-1-15,0 0 0,0 27 0,0-27 16,0 1-16,0-1 0,0 0 0,0 27 16,53-27-16,-53 0 0,0 1 0,0-1 15,26 0-15,-26 1 0,27-1 0,-27 0 16,26 1-16,-26-1 0,26 0 0,-26 1 16,26-1-16,-26 0 0,27 1 15,-1-1-15,0-26 16,-26 26-16,27-26 15,-1 0-15,0 0 0,1 0 0,-1 0 16,0-52-16,1 52 0,-1-27 16,0 27-16,-26-26 0,27 0 0,-27-1 15,26 1-15,-26 0 0,0-1 0,0 1 16,0 0-16,0-1 0,0 1 0,0 0 16,-26-1-16,26 1 0,-53 26 15,53-26-15,-26 26 0,26 26 47,0 27-31,0-27-16,-27 0 0,27 1 15,0-1-15,0 0 0,0 1 0,0-1 16,0 0-16,0 1 0,0-1 0,27 0 16,-27 1-16,52-1 0,-52 0 15,27-26-15,-27 26 0,26-26 0,0 0 16,0 0-1,1-26 1,-1-26-16,-26 25 16</inkml:trace>
  <inkml:trace contextRef="#ctx0" brushRef="#br0" timeOffset="20960.97">19157 15972 0,'52'0'47,"1"0"-47,-27 0 15,1 0-15,-1 26 0,0-26 0,1 26 16,-1-26-16,0 53 0,0-27 0,1 1 16,-1-1-16,-26 0 0,26 0 0,-26 1 0,27-1 15,-27 27-15,0-27 0,26 0 16,-26 27-16,0-27 0,0 1 0,0-1 15,0 0-15,0 1 0,-53-1 0,53 0 16,0-78 15,0 25-31,0 1 0,0-27 0,0-26 16,53 27-16,0-27 0,-27 0 0,0 0 16,27 0-16,0 0 0,-1 0 0,1 27 15,-1-1-15,1 0 0,-27 27 16</inkml:trace>
  <inkml:trace contextRef="#ctx0" brushRef="#br0" timeOffset="23348.11">16209 17524 0,'0'26'16,"0"1"-16,0-1 16,0 0-16,0 1 0,0 25 0,0-25 15,0 25-15,0-25 0,0 25 0,0-26 16,0 27-16,0 0 0,0-27 15,0 0-15,0 27 0,0-27 0,0 1 16,0-1-16,0 0 16,0-78 15,0-1-31,0 27 0,0-27 16,0 27-16,0-27 0,0 0 0,0-25 15,0 51-15,0-25 0,0-1 0,0 0 16,0 27-16,0-27 0,27 27 15,-27 0-15,0-1 0,26 27 0,-26-26 0,26 26 16,-26-26-16,27 26 16,-1 0-1,0 0 1,-26 26-16,27-26 0,-27 26 16,0 1-16,26-1 0,-26 0 0,0 1 15,26 25-15,-26-25 0,0 25 0,0-25 16,0 25-16,27-25 0,-27 25 0,0-26 15,0 1-15,26-1 0,-26 0 0,0 1 16,0-1-16,26-26 0,1-26 31,-1-27-15,0 27-16,-26-27 0,27 1 0,-1 25 16,-26-25-16,26-1 0,-26 0 0,26 27 15,-26-27-15,0 27 0,0 0 0,27-1 16,-27 1-16,0 79 31,0-1-15,0-25-16,26 25 15,-26-25-15,0-1 0,26 0 0,-26 1 16,27-1-16,-27 0 0,26 27 16,-26-27-16,0 0 0,26 1 0,-26-1 0,27 0 15,-27 1-15,26-1 0,-26 0 0,0 1 16,26-1-16,1 0 15,-27 1-15,26-1 0,0 0 16,1-26-16,-27 27 16,26-27-16,0 0 15,0-53 1,1 53-16,-1-26 0,0 26 16,-26-27-16,27 27 0,-1-26 0,-26 0 15,26-1-15,-26 1 0,27 0 16,-27-1-16,0 1 15,0 0-15,26-1 0,-26 1 0,0 0 16,0 0-16,0-1 0,0 1 16,-53 26-16,53-26 15,-26 26-15,0 0 32,-1 0-32,1 0 15,0 0-15,26 26 0,-27-26 0,1 26 16,0 27-16,0-27 15,26 0-15,0 1 0,-27-1 16,27 0-16,0 1 0,0-1 0,0 0 16,0 1-16,0-1 15,53 0-15,-27-26 16,0 0-16,1 0 16,-1 0-16,0-26 15,1 0-15,-1 26 0,-26-53 16,26 27-16,-26-1 0,0 1 0,27 26 15,-27-26-15,0-1 0,0 1 0,0 0 16,0 0-16,0-1 16,0 54 31,0-1-32,0 26 1,0-25-16,26-1 0,-26 0 0,0 1 15,26-1-15,1 0 0,-27 1 16,26-1-16,0 0 0,1-26 16,-27 27-16,26-27 0,0 0 0,1 0 15,-1 0-15,0 0 16,-26-27-16,26 27 0,-26-26 16,27 26-16,-27-53 0,0 27 0,26 0 15,-26-27-15,0 27 0,0-27 16,0 27-16,0-27 0,0 1 0,0 25 15,0-25-15,-26 25 0,26 1 0,0 0 16,0-1-16,-27 1 0,27 52 47,0 1-47,0 25 16,0-25-16,0-1 0,0 0 15,27 1-15,-27-1 0,26 0 16,-26 1-16,26-27 0,-26 26 0,27 0 15,-1 0-15,0 1 16,1-1-16,-1-26 16,-26 26-16,26-26 0,1 27 15,-1-27 1,0 0-16,1 0 0,-1 0 16,0 0-16,0 0 15,-26-27-15,27 27 0,-1 0 0,-26-52 16,26 52-16,-26-27 0,27 1 0,-27 0 15,26 0-15,-26-1 0,26 1 0,-26 0 16,0-1-16,0 1 0,0 0 0,0-1 16,0 1-16,0 0 0,0-1 15,0 1-15,0 0 16,-26 26-16,26 26 31,0 27-15,-26-1-16,26-25 0,0-1 15,0 0-15,0 1 0,0-1 0,0 0 16,0 1-16,0-1 0,26 0 0,-26 0 16,26 1-16,-26-1 0,27 0 15,-27 1-15,26-27 0,-26 26 0,53 0 16,-53 1-16,26-1 0,0 0 16,-26 1-16,0-1 0,27 0 0,-27 1 15,0-1-15,0 0 0,0 0 16,-53-26-1,27 27-15,-27-27 16,27 0-16,26-53 16,0 1-16,-27 25 0,27-25 15,0 25-15,0-25 0,0-1 0,53-26 16,-53 26-16,53 1 0,-1-1 0,-25 1 16,25 25-16,-25-25 0,-1 25 0,0 1 15,0 26-15,1 0 0,-27-26 0,26 26 16,-26 26 93,0 0-93,0 1-16,0-1 0,0 0 15,-26 1-15,26-1 0,0 0 16,0 1-16,0-1 0,0 0 16,0 0-16,0 1 0,26-1 15,-26 0-15,0 1 0,26-27 16,-26 26-16,27-26 16,-27 26-16,26-26 15,-26-52 1</inkml:trace>
  <inkml:trace contextRef="#ctx0" brushRef="#br0" timeOffset="23862.25">18578 17366 0,'0'-26'16,"0"79"15,0-27-31,26 0 16,-26 0-16,0 1 0,26 25 0,-26-25 15,27-1-15,-27 0 0,26 27 16,0-27-16,-26 1 0,27 25 0,-27-25 16,26-1-16,-26 0 0,26 0 0,-26 1 15,0-1-15,27 0 0,-27 1 16,0-54 31,26 1-32,-26 0-15,0-1 0,26 1 0,1 0 16,-27 0-16,26-27 0,0 27 0,-26-27 16,26 27-16,1-27 0,-1 27 0,-26-1 15,26 1-15,-26 0 0,0-1 16,27 27-16,-27-26 0,26 26 16,-26 53-1,26-27-15,1 27 0,-27-27 16,26 0-16,0 27 0,1 0 0,-1-27 15,0 27-15,1-27 0,-1 26 0,0-25 16,1-1-16,25 0 0,-26-26 16,1 27-16,25-27 0,-25 0 0,25 0 0,-25-53 15,-1 53-15,0-53 0,1 1 0,-1 26 16,-26-27-16,0 0 0,26 1 16,-26-1-16,0 27 0,0-27 0,0 0 0,0 27 15,-52-26-15,52 25 0,0-25 0,-27 25 16,27 1-16,0 0 0,0-27 15,0 27-15,0-1 0,0-25 0</inkml:trace>
  <inkml:trace contextRef="#ctx0" brushRef="#br0" timeOffset="24797.97">21893 12104 0,'0'26'0,"0"27"16,-26-27-16,26 0 0,0 1 15,0-1-15,-26 0 0,26 1 0,0 25 16,0-25-16,0 25 0,0-26 15,0 27-15,0 0 0,0-1 0,0 1 16,0 26-16,0-26 0,0 25 0,0 1 16,0-26-16,0 26 0,0 0 0,0 0 15,0 0-15,0 0 0,0 0 0,0 0 16,0 0-16,26-1 0,-26 1 0,0 27 16,26-27-16,-26 0 0,27 26 0,-27-26 15,26 0-15,-26 0 0,26 0 0,-26-27 16,27 27-16,-27 0 0,26-26 0,-26-1 15,26 27-15,-26-26 0,27-1 16,-27 27-16,0-26 0,0 26 0,0-26 16,0 26-16,0-1 0,0 1 0,0 0 15,0-26-15,0 26 0,0 0 0,0 0 16,0 0-16,0-27 0,0 1 0,0 26 16,26-27-16,-26 1 0,0 0 0,0-1 15,26-25-15,-26 25 0,0 1 0,0 0 16,0-1-16,27-26 0,-27 27 0,0 0 15,0-27-15,0 27 0,26-1 0,-26 1 16,0 0-16,0-27 0,0 26 0,0 1 16,0 0-16,0-1 0,0-25 0,0 25 15,0 1-15,26-27 0,-26 27 0,0-1 16,0-25-16,26 25 0,-26 1 0,0 0 16,0-1-16,27 1 0,-27-27 15,0 27-15,26-1 0,-26 1 0,26 0 16,-26-1-16,27 1 0,-27-27 0,26 27 15,-26 0-15,26-27 0,-26 26 0,0 1 16,27-27-16,-27 1 0,0-1 0,0 0 16,26 1-16,-26-1 0,0 0 15,0-78 1</inkml:trace>
  <inkml:trace contextRef="#ctx0" brushRef="#br0" timeOffset="26274.24">23762 13525 0,'0'26'0,"0"-52"94,0-1-79,-53 27-15,53-26 0,0 0 16,-26 26-16,-1-27 16,1 27-1,0 0 1,0 0-16,-1 0 15,1 0-15,0 0 16,-1 0 0,1 0-1,0 0-15,-1 27 16,1-27 0,0 0-16,26 26 0,-27-26 15,1 0-15,26 26 0,-26-26 16,26 27 15,0-1-15,-27-26-1,27 26-15,-26 1 16,26-1-16,-26-26 16,26 26-16,0 1 15,-27-27-15,27 26 16,0 0-1,0 0 1,0 1-16,0-1 16,27-26-1,-27 26-15,26-26 16,0 27-16,1-27 16,-27 26-16,26-26 15,-26 26-15,26-26 0,1 0 16,-27 27-16,26-27 0,0 26 15,1-26-15,-1 26 16,0-26 0,1 0-16,-1 0 15,0 0-15,1 0 16,-1 0-16,0 0 0,0-26 16,1 26-16,-1 0 0,0-26 0,1-1 15,-1 27-15,0-26 16,1 26-16,-1 0 15</inkml:trace>
  <inkml:trace contextRef="#ctx0" brushRef="#br0" timeOffset="26416.87">24367 13972 0,'-53'0'0,"53"-53"16,-26 53-16,26-26 15,0 0-15</inkml:trace>
  <inkml:trace contextRef="#ctx0" brushRef="#br0" timeOffset="26548.94">24367 13551 0,'-26'0'16,"26"-26"0,-27 26-16,27-27 15</inkml:trace>
  <inkml:trace contextRef="#ctx0" brushRef="#br0" timeOffset="28417.27">25893 13288 0,'0'26'16,"-26"-26"31,0 0-32,-1 0 1,27 26-1,-26-26-15,0 27 16,-1-1-16,27 0 16,-26-26-16,26 27 15,-26-27-15,26 26 16,0 0 0,0 1-1,26-1 1,-26 0-1,26-26-15,-26 27 0,27-27 16,-27 26-16,26-26 16,-26 26-16,26-26 0,1 0 0,-27 27 15,26-27-15,0 0 0,1 26 16,-1-26-16,0 0 0,0 0 16,1 0-16,-1 0 15,0 0-15,-26-26 16,27 26-16,-27-27 15,26 27-15,-26-26 0,26 0 16,-26-1-16,0 1 0,0 0 16,0-1-16,0 1 15,0 0-15,0-1 16,-26 27-16,26-26 0,0 0 16,-26 26-16,26-27 0,-27 27 31,1-26-31,0 26 15</inkml:trace>
  <inkml:trace contextRef="#ctx0" brushRef="#br0" timeOffset="28564.92">26525 13577 0,'0'-26'31,"-27"26"-31,27-26 16</inkml:trace>
  <inkml:trace contextRef="#ctx0" brushRef="#br0" timeOffset="29109.62">26867 13314 0,'-26'0'0,"26"26"62,-27-26-62,27 27 16,-26-1-16,26 0 16,-26-26-16,-1 27 15,1-1 1,26 0-1,0 1 1,0-1 0,53-26-16,-53 26 0,26-26 15,-26 27-15,26-27 0,27 0 16,-27 26-16,0-26 0,1 0 16,-1 0-16,0 0 0,1 26 15,-1-26-15,0 0 31,-26-52-15,0 25-16,27 1 0,-27 0 16,0-1-16,0 1 0,0 0 15,0-1-15,0 1 0,-53 0 16,53-1-16,-26 1 16,-1 26-16,27-26 15,-26 26-15,0 0 0,-1 0 16,1 0-16,0 0 0,0 0 15</inkml:trace>
  <inkml:trace contextRef="#ctx0" brushRef="#br0" timeOffset="29431.25">27419 13183 0,'-26'0'0,"26"26"0,0 0 47,0 1-32,0-1-15,0 0 0,26 0 16,-26 1-16,27-1 15,-27 0-15,0 1 0,0-1 16,0 0-16,0 1 16,0-1-16,0 0 0,0 1 15,0-1 1</inkml:trace>
  <inkml:trace contextRef="#ctx0" brushRef="#br0" timeOffset="29670.59">27788 13630 0,'0'26'16,"-26"-26"-16,26 27 15,0-1-15,0 0 0,0 0 16,0 1-16,0-1 0,-27 0 15,27 1-15,0-1 0,0 0 0,-26-26 16,26 27-16,-26-1 0,-1-26 16,1 0-16,0 0 0,26-26 15,-27 26-15,27-53 0,0 27 0,-26-1 16</inkml:trace>
  <inkml:trace contextRef="#ctx0" brushRef="#br0" timeOffset="30264.47">28288 13262 0,'0'-27'16,"0"54"46,-27-27-46,27 26-16,-26 0 16,26 0-16,0 1 15,0-1 1,0 0-16,0 1 15,0-1 1,0 0-16,26 1 16,1-1-1,-1-26-15,0 26 0,1-26 16,-1 0-16,0 0 0,-26 27 0,27-27 16,-1 0-16,0 0 0,1 0 15,-1 0-15,0 0 0,-26-53 16,27 53-16,-27-26 0,26 26 0,-26-27 15,0 1-15,26 0 0,-26-1 16,0 1-16,0 0 0,0-1 16,0 1-16,-52 26 0,52-26 15,0 0-15,-27 26 16,27-27-16,-26 27 31,0 0-15,-1 0-16,27 53 0,-26-53 0,0 0 15,26 26 1</inkml:trace>
  <inkml:trace contextRef="#ctx0" brushRef="#br0" timeOffset="30448.32">29130 13472 0,'-26'0'32,"-1"0"-17,54 0 32</inkml:trace>
  <inkml:trace contextRef="#ctx0" brushRef="#br0" timeOffset="30781.52">29261 13051 0,'-26'0'0,"0"0"16,26 26 15,0 1-15,26-27-16,-26 26 16,0 0-16,26 1 0,-26-1 0,27 0 15,-27 1-15,26 25 0,-26-26 0,0 1 16,0-1-16,26 0 0,-26 1 0,0-1 15,0 0-15,0 1 0,0-1 0,27 0 16,-27 1 0</inkml:trace>
  <inkml:trace contextRef="#ctx0" brushRef="#br0" timeOffset="33454.19">26893 14077 0,'0'-26'0,"0"52"79,26-26-79,-26 27 15,0-1-15,27-26 16,-27 26-16,0 0 15,0 1-15,26-1 16,-26 0-16,0 1 0,26-1 16,-26 0-16,0 1 15,0-1-15,27-26 0,-27 26 0,0 1 16,0-1-16,0 0 16,0 1-16,0-1 15,0 0-15,0 0 16,-27-26-16,27 27 15,-26-27-15,0 0 16,-1 0-16,-25 0 16,26-27-16,-1 27 15,27-52-15,-26 26 0,26 52 47,26 26-31,-26-25-16,27-1 0,-27 0 15,52 1-15,-26-1 0,1 0 0,-1-26 16,0 27-16,1-27 0,25 0 0,-25 0 16,-1 0-16,0 0 0,1 0 15,-1-27-15,0 27 0,1-52 16,-1 25-16,-26 1 0,0 0 16,26-1-16,-26 1 0,0 0 0,0 0 15,0-1-15,0 1 0</inkml:trace>
  <inkml:trace contextRef="#ctx0" brushRef="#br0" timeOffset="37614.26">5710 4184 0,'0'26'0,"0"0"16,26-26 31,1 0-32,-1 0-15,0 0 0,1 0 0,-1 0 16,0 0-16,1-26 0,25 26 16,-26 0-16,1 0 0,-1 0 0,27 0 0,-27 0 15,27-26-15,-27 26 0,0 0 0,27 0 16,-27 0-16,27-26 0,0 26 15,-27 0-15,26 0 0,-25 0 0,-1 0 16,27 0-16,-27-27 0,0 27 0,1 0 16,25 0-16,-25 0 0,-1 0 0,0 0 15,1 0-15,25 0 0,-26 0 0,27 0 16,-27 0-16,27 0 0,-27 0 0,27-26 16,0 26-16,-27 0 0,27 0 0,-1 0 15,-25 0-15,25 0 0,1 0 0,-27 0 16,27 0-16,-27 0 0,0 0 0,1 0 15,25 0-15,-25 0 0,-1 0 16,0 0-16,27 0 0,-27 0 0,0 0 16,27 0-16,-27 0 0,27 0 0,0 0 15,-27 0-15,27 0 0,-27 0 0,0 0 16,27 0-16,-27 0 0,27 0 0,-27 0 16,0 0-16,27 0 0,-27 0 0,27-26 15,-27 26-15,1 0 0,-1 0 0,0 0 16,1 0-16,-1 0 0,0 0 0,1 0 15,-1 0-15,26 0 0,-25 0 0,-1 0 16,0 0-16,1 26 0,-1-26 0,27 0 16,-27 0-16,0 26 0,27-26 0,-27 0 15,27 0-15,-27 0 0,27 0 0,-27 0 16,27 0-16,-27 0 0,0 0 16,27 0-16,-27 27 0,1-27 0,-1 0 15,0 0-15,1 0 0,-1 0 0,0 0 16,1 0-16,-1 0 0,27 0 0,-27 0 15,0 0-15,0 0 0,1 0 0,-1 0 16,27 0-16,-27 0 0,0 0 0,1 0 16,-1 0-16,0 0 0,1 0 15,-1 0-15,0 0 0,1 0 0,-1 0 16,0 0-16,0 0 0,1 0 0,-1 0 16,0 0-16,27 0 15,-27 0-15,1 0 0,-1 0 0,0 0 0,27 0 16,-27 0-16,27 0 0,-27 0 15,1 0-15,-1 0 0,26 0 0,-25 0 16,-1 0-16,27 0 0,-27 0 0,0 0 16,27 0-16,-27 0 0,27 0 0,-27 0 15,27 0-15,-27 26 0,27-26 0,-27 0 16,0 0-16,27 0 0,-27 0 0,1 0 16,-1 0-16,27 0 0,-27 0 0,0 0 15,1 0-15,-1 0 0,0 0 0,1 0 16,-1 0-16,0 0 0,27 0 0,-27 0 15,0 0-15,1 0 0,-1 0 16,27 0-16,-27 0 0,0 0 0,27 0 16,-27 0-16,1 0 0,25 0 0,-26-26 15,1 26-15,25 0 0,-25 0 0,-1 0 16,0 0-16,1 0 0,-1 0 16,0 0-16,1 0 0,-1 0 0,0 0 15,1 0-15,-1 0 0,0 0 0,1 0 16,-1 0-16,0 0 0,0 0 0,1 0 15,25 0-15,-25 0 0,-1 0 0,0 0 16,1 0-16,-1 0 0,27 0 0,-27 0 16,0 0-16,27-27 0,-27 27 0,0 0 15,27 0-15,-27 0 0,1 0 16,-1 0-16,0 0 0,1 0 0,25 0 16,-25 0-16,-1 0 0,0 0 0,27 0 15,-27 0-15,27 0 0,-27 0 0,27 0 16,-1 0-16,-25 0 0,25 0 0,1 0 15,-27 0-15,27 0 0,0 0 0,-27 0 16,26 0-16,1 0 0,-27 0 0,27 0 16,-27 0-16,27 0 0,-27-26 0,1 26 15,-1 0-15,0 0 0,1 0 0,25 0 16,-25 0-16,-1 0 0,0 0 16,27 0-16,-27 0 0,27 0 0,-27 0 15,0 0-15,27 0 0,-27 0 0,1 0 0,-1 0 16,27 0-16,-27 0 0,0 0 15,1 0-15,25 0 0,-26 0 0,1 0 16,25 0-16,-25 0 0,25 0 0,-25 0 16,25 0-16,-25 0 0,-1 0 0,27 0 15,-27 0-15,26 0 0,-25 0 0,-1 0 16,27 0-16,-27 0 0,27 0 0,-1 0 16,-25 0-16,25 0 0,1 0 0,0 0 15,-27 0-15,26 0 0,-25-26 0,25 26 16,-25 0-16,-1 0 0,0 0 0,1 0 15,-1 0-15,0 0 0,1 0 0,-1 0 16,0 0-16,1 0 0,-1 0 16,0 0-16,0 0 0,1 0 0,-1 0 15,0-27-15,1 27 0,-1 0 0,27 0 16,-27 0-16,0 0 0,27 0 0,-27 0 16,27 0-16,-27 0 0,1 0 0,-1 0 15,0 0-15,27 0 0,-27 0 0,0 0 16,1 0-16,-1 0 0,27 0 0,-27 0 15,0 0-15,27 0 0,-27 0 0,27 0 16,-27 0-16,27 0 0,-1 0 0,-25 0 16,25 0-16,1 0 0,-27 0 0,27 0 15,-27 0-15,27 0 0,-27 0 16,27 0-16,-27 0 0,0 0 0,27 0 16,-27 0-16,1 0 0,25 0 0,-25 0 15,-1 0-15,0 0 0,1 0 0,25 0 16,-25 0-16,25 0 0,-26 0 0,1 0 15,25 0-15,-25-26 0,25 26 0,-25 0 16,25 0-16,-25 0 0,25 0 0,-25 0 16,25 0-16,1 0 0,-27 0 0,27 0 15,-27 0-15,27 0 0,-27 0 0,0 0 16,27 0-16,-27 0 0,27 0 16,-27 0-16,27 0 0,-27 0 0,0 26 0,27-26 15,-27 0-15,1 0 0,-1 0 16,27 0-16,-27 0 0,0 0 0,27 0 15,-27 0-15,27 0 0,-27 0 0,27 0 16,-27 0-16,27 0 0,-1 0 0,1 0 16,-27 0-16,27 0 0,0 0 0,-1 0 15,1 0-15,0 0 0,-27 0 0,26 0 16,1 0-16,0 0 0,-27 0 0,27 0 16,-27 0-16,27 0 0,-27 0 0,0 0 15,27 0-15,-27 0 0,27 0 0,-27 0 16,27 0-16,-27 0 0,27 0 0,-1 0 15,-25 0-15,25 0 0,1 0 16,-27 0-16,27 0 0,-1 0 0,1 0 16,-27 0-16,27 0 0,-27 0 0,27 0 15,-27 0-15,1 0 0,-1 0 0,0 0 16,27 0-16,-27 0 0,0 0 0,1-26 16,-1 26-16,0 0 0,1 0 0,25 0 15,-25 0-15,25 0 0,-25 0 0,25 0 16,1 0-16,-27 0 0,27 0 0,-1 0 15,-25 0-15,25 0 0,1 0 0,-27 0 16,27 0-16,0 0 0,-27 0 0,0 0 16,27 26-16,-27-26 0,0 0 0,27 0 15,-27 0-15,1 0 0,-1 0 16,27 0-16,-27 0 0,0 0 0,27 0 16,-27 0-16,1 0 0,25 0 0,-25 0 0,-1 0 15,0 0-15,27 0 0,-27 0 16,0 0-16,27 0 0,-27 0 0,1 0 15,25 0-15,-25 0 0,-1 0 0,27 0 16,-27 0-16,26 0 0,1 0 0,-27 0 16,27 0-16,0 0 0,-27 0 15,27 0-15,-1 0 0,-25 0 0,25 0 0,1 0 16,-1 0-16,-25 0 0,25 0 16,-25 27-16,25-27 0,1 0 0,-27 0 15,27 0-15,0 0 0,-1 0 0,-26 0 16,27 26-16,0-26 0,-1 0 0,-25 0 15,25 0-15,1 0 0,0 0 0,-1 0 16,27 0-16,-26 0 0,-1 0 0,27 0 16,-26 0-16,0 0 0,26 0 0,-27 0 15,1 0-15,26 0 0,-27 0 0,1 0 16,0 0-16,26 0 0,-27 0 0,1 0 16,-1 0-16,27 0 0,-26 0 0,0 26 15,26-26-15,-27 0 0,1 0 0,26 0 16,-27 0-16,1 0 0,0 27 0,26-27 15,-53 0-15,53 0 0,-26 0 16,-1 0-16,-26 0 0,27 0 0,0 26 16,-1-26-16,1 0 0,-27 0 0,27 0 15,0 0-15,-1 0 0,-25 0 0,25 0 16,-26 0-16,1 0 0,-1 0 0,0 0 16,1 0-16,-1 0 0,0 0 15,1 0 1,-27-26-16,0-1 15</inkml:trace>
  <inkml:trace contextRef="#ctx0" brushRef="#br0" timeOffset="41114.17">26919 15261 0,'0'27'15,"0"-1"48,27-26-47,-27 26-16,0 1 421,0-1-421,0 0 16,0 0-16,0 1 16,0-1-16,0 0 15,0 1-15,0-1 16,0 0-16,0 1 0,0-1 16,0 0-16,0 1 0,0-1 0,0 0 15,0 1-15,0-1 0,0 0 0,0 0 16,0 1-16,0-1 0,0 0 0,0 1 15,0-1-15,0 0 0,0 1 0,0-1 16,0 0-16,0 1 0,0-1 0,0 0 16,0 0-1,0-52 48,0 0-48,0 0-15,0-1 16,52 27-16,-52-26 0,27 0 0,-27-1 16,26 27-16,-26-26 0,53 26 15,-27-26-15,0 26 0,1 0 16,-1 0 0,0 52-1,1-52-15,-27 27 0,26-1 16,0 0-16,-26 1 15,26-1-15,1-26 16,-27 26-16,26-26 0,0 26 16,1-26-16,-1 0 15,0 0-15,1 0 0,-1 0 16,0 0-16,1 0 0,-1 0 16,0 0-16,-26-26 15,27 26-15,-27-26 16,26 0-16,-26-1 15,0 1-15,0 0 0,0-1 16,0 1-16,0 0 0,0-1 0,0 1 16,0 0-16,-26 26 0,26-27 15,0 1-15,-27 26 16,1 0 0,0 53-1,-1-53-15,1 26 0,0 0 16,-1 1-16,1-1 0,0 0 0,-1 1 15,1 25-15,26-25 0,-26-1 0,26 0 16,-27 0-16,27 1 0,0-1 16,0 0-16,53-26 0,26 0 15,-53 0-15,27 0 0,-27 0 16,27 0-16,-27 0 0,27-26 0,-27 26 16,1-53-16,-1 53 0,-26-26 15,26 26-15,0-26 0,-26 0 0,0-1 16,27 1-16,-27 0 0,0-1 0,0 1 15,0 0-15,0-1 0,0 1 16,0 52 47,0 1-63,0-1 0,0 0 15,0 1-15,26-1 16,-26 0-16,26-26 15,1 27-15,-1-27 0,-26 26 16,26-26-16,1 0 16,-1 0-16,0 0 15,1-26 1,-1 26-16,-26-53 0,26 27 0,1-1 16,-27 1-16,26 0 0,-26-1 0,26-25 15,-26 25-15,0 1 0,0-26 0,0 25 16,0 1-16,0 0 0,0-1 15,0 1-15,-52 0 0,25 26 16,1-27-16,26 80 47,0-27-47,0 27 16,0-27-16,0 1 0,26-27 15,-26 26-15,27 0 0,-27 0 0,26 1 16,-26-1-16,26-26 0,-26 26 0,26 1 15,-26-1-15,27-26 0,-1 26 0,0 1 16,1-27-16,-1 26 0,0-26 16,1 26-16,-1-26 15,0 0 1,1-52-16,-1 52 16,-26-27-16,26 27 0,1-26 0,-1 0 15,-26-1-15,26 1 0,-26 0 0,27-1 16,-27 1-16,0 0 0,26 0 0,-26-1 15,0 1-15,0 0 0,0-1 0,0 1 16,-53 26-16,53-26 16,-26 26-1,0 0-15,26 52 0,-27-52 16,27 27-16,0-1 0,-26-26 16,26 26-16,0 1 0,0-1 15,0 0-15,0 0 0,0 1 16,53-1-16,-53 0 0,26-26 0,-26 27 15,26-1-15,-26 0 0,53 1 0,-27-1 16,0 0-16,-26 1 0,27-1 0,-1 0 16,-26 0-16,26 1 0,1-1 15,-27 0-15,0 1 0,0-1 16,0 0-16,-27-26 16,-25 0-16,25 0 15,-25 0-15,26-26 16,26 0-16,0-27 15,-27 27-15,27-1 16,0 1-16,0 0 0,0 0 0,53-1 0,-53-25 16,79 25-16,-53 1 0,0 0 15,27-1-15,0 27 0,-27-26 0,27 0 16,-1 26-16,-25-27 0,-1 27 0,0 0 16,0-26-16,1 26 0,-1 0 15,-26-26-15,0 0 16,0-1-1,-53 27-15,27-26 16,0 26-16,0 0 16,26 26 15,-27-26-31,27 27 0,0 25 16,0-26-1,0 1-15,0-1 0,0 0 16,0 1-16,0-1 0,27 0 15,-27 1-15,26-1 16,-26 0-16,26 1 16,0-27-16,1 26 15,-1-26-15,0 0 0,1 0 0,-1 0 16,0 0-16,1 0 0,-1 0 16,0-26-16,1-1 0,-1 27 15,-26-52-15,26 25 0,-26 1 0,27 0 16,-1-1-16,-26-25 0,0 25 0,0 1 15,0-26-15,0 25 0,0 1 0,0 0 16,0-1-16,0 1 0,-26 26 0,26-26 16,-27 26-1,1 0-15,0 0 16,-1 0-16,1 0 0,0 0 16,26 26-1,0 0 1,0 1-16,0-1 0,26-26 15,-26 26-15,0 1 0,26-1 0,-26 0 16,53 0-16,-27 1 0,1-1 16,-1 0-16,-26 1 0,26 25 0,1-25 15,-1-1-15,0-26 0,0 26 0,1 1 16,-27-1-16,26 0 0,0 0 16,-26 1-16,27-27 0,-27 26 15,0 0-15,26 1 16,-26-1-16,26-26 15</inkml:trace>
  <inkml:trace contextRef="#ctx0" brushRef="#br0" timeOffset="41847.87">30261 16051 0,'0'26'16,"-26"-52"62,26-1-78,-26-25 15,26 25-15,-27 1 0,27 0 0,-26-1 16,26-25-16,0 26 0,0-1 0,0 1 16,0 0-16,0-1 0,0 1 0,0 0 15,26 26 1,1 0-1,-1 0 1,0 0-16,1 0 16,-27 26-16,26-26 0,0 26 15,1 27-15,-1-27 0,0 1 16,-26-1-16,27 0 0,-1 0 0,0 1 16,-26-1-16,0 0 0,27 1 0,-27-1 15,0 0-15,0 1 0,0-1 16,0-79 31,-27 27-47,27 0 15,0-1-15,0 1 0,0 0 0,-26-1 16,26-25-16,0 26 0,0-1 16,0 1-16,0 0 0,0-1 0,0 1 15,26 26-15,-26-26 0,27 26 16,-1 0-16,0 0 0,0 0 15,1 0-15,-1 0 0,0 0 16,1 52-16,-1-52 0,-26 27 0,26-27 16,1 52-16,-27-25 0,26-1 0,-26 0 15,26 0-15,1 1 0,-27-1 16,26 0-16,-26 1 0,26-27 16,-26 26-16,27-26 0,-27 26 0,26 1 15,-26-1-15,26 0 16,-26 1-16</inkml:trace>
  <inkml:trace contextRef="#ctx0" brushRef="#br0" timeOffset="42396.92">31235 15998 0,'0'-26'0,"0"-1"16,0 1-16,0 0 0,0-1 15,26 1-15,-26 0 0,0 0 16,0-1-16,0 1 15,0 0-15,0-1 32,-26 27-1,0 0-31,-1 0 16,1 0-16,0 0 0,-1 27 0,1-27 15,0 0-15,0 26 0,-1-26 0,27 26 16,-26 1-16,0-1 0,26 0 0,-27-26 15,27 26-15,-26 1 0,26-1 0,0 0 16,0 1-16,-26-1 0,26 0 0,0 1 16,0-1-16,0 0 15,52-26-15,-52 27 0,53-27 16,-27 26-16,27-26 0,-27 0 16,0 0-16,1 0 0,-1 0 0,0-53 15,1 27-15,-1 26 0,-26-53 16,26 27-16,-26 0 0,0-1 0,27 1 15,-27-27-15,0 27 0,0 0 0,0 0 16,0-1-16,0 1 0,0 0 16,0 52 46,0 0-62,0 1 16,0-1-16,0 0 0,26 0 15,-26 1-15,0-1 0,0 0 16,0 1-16,0-1 0,0 0 16,0 1-16</inkml:trace>
  <inkml:trace contextRef="#ctx0" brushRef="#br0" timeOffset="42801.04">31314 15603 0,'26'0'47,"1"0"-31,-1 0-16,0 27 0,1-27 15,-1 0-15,-26 26 0,26-26 0,0 0 16,1 26-16,-1 1 0,0-1 15,1 0-15,-27 1 16,0-1-16,26-26 0,-26 26 16,0 0-16,0 1 0,0-1 15,0 0-15,0 1 16,0-1-16,-53-26 0,53 26 0,0 1 16,0-80 15,0 27-16,0-27-15,0 27 0,0-1 16,0-25-16,0-1 0,0 1 0,27 25 16,-27-25-16,52 25 0,-25-25 15,-1 25-15,0 27 0,1-26 0,-27 0 0</inkml:trace>
  <inkml:trace contextRef="#ctx0" brushRef="#br0" timeOffset="43380.22">32156 15709 0,'0'-27'0,"0"1"16,0 0-16,0-1 0,0 1 15,0 0 1,26 26-16,-26-27 31,-52 27 0,25 0-15,27 53-16,-26-53 0,0 26 16,-1-26-16,1 27 0,0-27 0,0 26 15,-1 0-15,1-26 0,26 27 0,-26-1 16,26 0-1,52-26 1,-25 0-16,25 0 16,-26 0-16,1 0 0,-1-26 15,0 26-15,1 0 0,-1 0 0,-26-26 16,26 26 0,-26 52-1,0-25 1,0-1-16,27 0 0,-27 27 0,0-27 15,26 27-15,-26-27 0,0 27 0,0-27 16,0 0-16,26 27 0,-26-27 0,0 0 16,0 1-16,0-1 15,0 0-15,-52-26 16,25-52 0,-25 25-1,25 27-15,1-26 0,26 0 0,-26 0 16,26-1-16,0 1 0,0 0 0,0-1 15,0 1-15,0-27 0,26 27 0,-26-27 16,53 27-16</inkml:trace>
  <inkml:trace contextRef="#ctx0" brushRef="#br0" timeOffset="43713.52">32551 15498 0,'-27'0'0,"27"26"0,-26-26 16,26 27 31,0-1-31,26-26-16,-26 26 0,0 1 15,27-27-15,-27 26 16,26 0-16,-26 1 15,0-1-15,0 0 0,0 1 16,0-1-16,0 0 0,0 0 0,0 1 16,0-1-16,0 0 0,0 1 15,0-1-15,26 0 0,-26 1 32,0-80-17</inkml:trace>
  <inkml:trace contextRef="#ctx0" brushRef="#br0" timeOffset="43853.18">32603 15393 0,'0'-26'0,"-26"26"0,0-27 16,26 80 46</inkml:trace>
  <inkml:trace contextRef="#ctx0" brushRef="#br0" timeOffset="44221.51">32840 15472 0,'-26'0'0,"26"52"47,0-25-31,0-1-16,0 0 15,0 1-15,26-1 0,-26 0 0,0 1 16,0-1-16,0 0 0,0 1 16,0-1-16,0-79 46,53 53-30,-53-26-16,26 26 0,-26-53 0,26 27 16,1 26-16,-1-26 0,0 26 0,1-27 15,-1 27-15,0 0 16,-26 27-16,27-27 16,-1 79-16,0-53 0,1 27 0,-27-1 15,26-26-15,-26 27 0,26 0 0,-26-1 16,0 1-16,0 0 0,0-27 0</inkml:trace>
  <inkml:trace contextRef="#ctx0" brushRef="#br0" timeOffset="45696.89">13789 16814 0,'-53'0'0,"53"26"16,-26-26-16,-1 0 15,1 0-15,26 26 0,-26-26 16,-1 27 0,1-27-1,26 26-15,-26-26 16,-1 0-16,1 0 16,0 0-16,-1 0 0,1 0 15,0 0-15,0 26 0,-27-26 16,27 0-16,-1 0 0,1 0 0,0 0 15,-1 0-15,1 0 0,0 0 0,-1 0 16,1 0-16,0 0 0,-1 0 16,1 0-16,0 0 0,-1 0 15,1 0-15,0 0 0,0 0 16,-1 0 0,1 0-16,0 0 0,-1 0 0,1 0 15,0 0-15,-1 0 0,1 0 16,0 0-16,-1 0 0,1 27 0,0-27 15,-1 0-15,1 0 0,0 0 16,0 0-16,-1 0 16,1 0-1,26-27 17,-26 27-17,-1 0-15,1 0 16,0 0-16,-1 0 15,1 0 1,26-26-16,0 0 31,0-1-31,0 1 16,0 0-16,0-1 0,0 1 16,0 0-16,0 78 31,-53-25-16,53-1-15,-26-26 0,26 53 16,-26-53-16,26 26 16,0 0-16,0 1 15,52-27-15,-52 26 0,53-26 0,0 26 16,-27-26-16,53 0 0,-26 26 16,25-26-16,1 0 0</inkml:trace>
  <inkml:trace contextRef="#ctx0" brushRef="#br0" timeOffset="47313.4">4605 16866 0,'-26'0'16,"-1"0"-1,1 0 1,0 0 15,26-26-15,0 0-16,0-1 0,-27 1 16,27 0-16,0-1 0,0 1 15,0 0-15,0-1 0,0 1 0,0 0 16,0 0-16,0-1 0,27 27 0,-27-26 15,26 0-15,0 26 16,1 0 0,-1 0-1,0 0-15,0 26 16,1-26-16,-27 26 0,26-26 16,0 53-16,1-27 0,-27 0 15,26 1-15,-26-1 0,0 0 0,26 1 16,-26-1-16,0 0 0,0 1 0,0-1 15,27 0 1,-27-78 15,0 25-15,26 1-16,-26 0 0,0-1 16,0 1-16,26 0 0,-26-1 0,27 1 15,-27 0-15,0 0 0,0-1 16,0 1-16,26 26 0,-26-26 0,26 26 31,1 0-15,-1 0-1,0 0-15,0 0 0,1 0 16,-1 26-16,0-26 16,-26 26-16,27-26 0,-27 27 15,26-1-15,-26 0 16,0 0-16,0 1 0,26-27 15,-26 26-15,0 0 0,0 1 16,27-1 0,-1-26-16,-26 26 15,26-26-15,1 0 0,-1 0 16,0 0-16,1-52 16,-1 52-16,0-27 0,1 27 15,-27-26-15,26 26 0,-26-26 0,0-1 16,0 1-16,26 26 0,-26-26 0,0 0 15,0-1-15,0 1 16,0 0 0,-26 26-16,26 52 47,0-25-47,0-1 15,0 0-15,0 0 16,0 1-16,26-1 0,-26 0 15,26-26-15,-26 27 0,0-1 16,27-26-16,-1 26 0,0 1 16,1-27-16,-1 0 15,-26 26-15,26-26 0,1 0 16,-1-53 0,-26 27-1,26 26-15,-26-26 0,0-1 0,0 1 16,0 0-16,0-1 0,0 1 0,0 0 15,-26 26-15,26-26 0,-26-1 0,26 1 16,-53 26-16,27-26 0,-27 26 16,27 0-16,-1 0 15,1 26-15,26 0 32,-26-26-32</inkml:trace>
  <inkml:trace contextRef="#ctx0" brushRef="#br0" timeOffset="47747.94">5789 16419 0,'26'0'0,"1"0"15,-1 0-15,0 0 16,1 0-16,-1 0 0,0 26 15,0-26-15,1 27 16,-1-1 0,-26 0-1,26-26-15,-26 27 0,27-27 16,-27 26-16,0 0 0,0 0 16,0 1-16,0-1 15,0 0-15,0 1 0,0-1 16,0 0-16,0-52 47,0 0-32,0-1-15,0 1 0,0 0 0,0-1 16,0-25-16,0 26 0,0-1 0,0-25 16,0 25-16,0 1 0,0 0 15,26-1-15,-26 1 0,26 0 16</inkml:trace>
  <inkml:trace contextRef="#ctx0" brushRef="#br0" timeOffset="48037.28">6394 16524 0,'0'27'0,"27"-27"15,-1 0-15,0 0 16,0 0-16,1 0 15,-1 0-15,-26-27 0,26 27 0,1-26 16,-1-27-16,-26 27 16,26 0-16,-26-1 0,0 1 15,0 0-15,0-1 16,-26 27-16,0 0 16,-1 0-16,1 0 15,0 27-15,-1-1 16,1 27-16,26-27 0,-26 0 15,26 1-15,0-1 0,0 0 16,0 1-16,0-1 0,0 0 16,0 0-16,52 1 0,-52-1 0,79-26 15,-52 26-15,25 1 0,-25-1 0</inkml:trace>
  <inkml:trace contextRef="#ctx0" brushRef="#br0" timeOffset="48896.88">5868 17814 0,'26'26'0,"-26"0"16,0 0-16,0 1 16,0-1-16,0 0 15,0 1-15,-26-1 0,26 0 16,0 1-1,0-80 17,0 27-17,-26-1-15,26 1 0,0-27 0,0 27 16,0 0-16,-27-27 0,27 1 0,0 25 16,0-25-16,0 25 0,0-25 0,0 25 15,0 1-15,0 0 0,27-1 0,-27 1 16,26 26-16,0 0 15,1 0 1,-1 0-16,0 0 0,0 0 16,-26 26-16,27-26 0,-27 27 0,26-27 15,-26 52-15,26-52 0,1 27 0,-27-1 16,0 0-16,26 27 0,-26-27 0,0 1 16,0-1-16,0 0 0,0 1 0,0-1 15,0 0-15,0 0 0,0 1 0,0-1 16,0-52 31,0-27-47,0 27 0,26 0 15,-26-1-15,0-25 0,0 25 0,0-25 16,27 25-16,-27 1 0,0 0 0,0-1 16,0 1-16,0 0 0,0-1 15,26 27 16,0 0-31,1 0 16,-1 0-16,0 0 0,1 0 0,-1 0 16,0 0-16,1 27 0,-1-27 15,-26 26-15,26-26 0,-26 26 0,26-26 16,-26 27-16,0-1 0,0 0 16,0 1-16,0-1 15,0 0-15,27-26 0,-27 27 16,0-1-16,0 0 31,0 1-15,26-27-16</inkml:trace>
  <inkml:trace contextRef="#ctx0" brushRef="#br0" timeOffset="49613.25">6947 17393 0,'-27'0'15,"27"26"63,0 0-78,0 0 16,0 1-16,0-1 0,0 0 16,0 1-16,0-1 0,0 0 15,0 1-15,0-1 0,0 0 16,0 1-16,0-1 0,27 0 16,-27 1-16,26-1 0,-26 0 15,26-26-15,-26 26 0,27-26 31,-27-52-31</inkml:trace>
  <inkml:trace contextRef="#ctx0" brushRef="#br0" timeOffset="49749.35">7105 17287 0,'0'-26'0,"0"0"16,0-1-16,0 1 15,0 52 16,0 27-31</inkml:trace>
  <inkml:trace contextRef="#ctx0" brushRef="#br0" timeOffset="50213.3">7236 17708 0,'53'-26'32,"-27"-27"-17,-26 27-15,53 0 0,-27-1 0,0 1 16,1 0-16,-1-1 0,-26 1 0,26 0 16,-26 0-16,0-1 0,0 1 15,-52 0 1,25 26-16,1 0 15,0 0-15,0 0 0,-1 26 16,1-26-16,0 53 0,26-27 16,-27-26-16,27 26 15,0 0-15,53-26 16,-53 27-16,26-1 0,27 0 16,-53 1-16,26-1 0,0-26 0,1 26 15,-1 1-15,0-1 0,1-26 0,-27 26 16,26-26-16,0 27 0,1-1 0,-1 0 15,0 1-15,-26-1 16,0 0 0,-26-26-1,-27 0 1,27 0 0,-27 0-16,27 0 15,0-26-15,-1 26 0,1-26 16</inkml:trace>
  <inkml:trace contextRef="#ctx0" brushRef="#br0" timeOffset="52280.53">8131 17419 0,'0'-26'16,"0"-1"15,-26 27-15,26 27 15,0 25-15,-53-52-16,53 26 0,0 1 0,-26-1 15,26 0-15,0 1 0,-27 25 0,27-25 16,0-1-16,0 0 0,0 27 0,0-27 16,0 1-16,0-1 0,53 0 15,-27-26-15,1 0 16,-1 0-16,0-26 15,1 26-15,25-53 0,-25 27 0,-1 0 16,0-27-16,0 27 0,1-27 0,-1 27 16,0-27-16,1 0 0,-1 1 15,0 26-15,-26-27 0,0 0 0,27 1 16,-27 25-16,0-25 0,0 25 0,0-25 16,0 25-16,0 1 0,-53 26 0,53-26 15,-26 0-15,-1 26 16,1 0-16,-27 0 15,53 26-15,-26-26 0,26 52 16,-26-52-16,26 27 0,0-1 0,0 0 16,0 1-16,0-1 0,0 0 0,0 1 15,26-1-15,-26 0 0,0 1 0,53-1 16,-53 0-16,26 1 0,0-1 16,1 0-16,-27 0 0,26 27 15,-26-27-15,26 1 0,-26-1 0,27 0 16,-27 1-16,26-1 0,-26 0 0,26 1 15,-26-1-15,27-26 0,-27 26 0,26-26 16,-26 27-16,26-27 31,-26-53-15,27 53-16,-27-26 0,26 26 0,0-53 16,-26 27-16,26-1 0,1 1 0,-27 0 15,26-1-15,0 1 0,-26 0 0,27-1 16,-27 1-16,26 0 0,-26 0 15,0-1-15,0 1 16,0 0-16,-26 26 16,-1 0-1,-25 0 1,25 0-16,1 0 16,0 26-16,0 0 0,-1-26 0,27 27 15,-26-27-15,0 26 0,-1 0 16,27 0-16,-26 1 0,26-1 0,0 0 15,0 1-15,0-1 0,0 0 16,0 1-16,0-1 16,26-26-16,1 0 15,25 0-15,-25 0 16,-1 0-16,0-26 0,0 26 0,-26-27 16,27 27-16,-1-52 0,-26 25 0,26 27 15,-26-26-15,27 0 0,-27-1 0,0 1 16,0 52 46,52 27-46,-52-27-16,27-26 16,-27 53-16,26-53 0,-26 26 0,26-26 15,1 0-15,-27 27 0,26-27 16,0 0-16,1 0 0,-1 0 0,0 0 15,1-27-15,-1 27 0,0-52 0,0 52 16,1-27-16,-1 1 0,-26 0 0,26-1 16,1 1-16,-27 0 0,0 0 0,26-1 15,-26 1-15,0 0 0,0-1 0,0 1 16,0 0-16,0-1 0,0 1 16,-53 26-16,53-26 0,-26 26 15,-27 0-15,27 0 0,0 0 16,0 52-16,-1-52 0,1 27 15,0-27-15,26 26 0,-27-26 16,27 26-16,-26 1 0,26-1 16,0 0-16,0 1 15,0-1-15,53-26 16,-53 26-16,26-26 0,-26 26 16,53-26-16,-27 27 0,0-27 15,-26 26-15,26-26 0,1 0 0,-1 26 16,0 1-16,1-27 0,-27 26 15,26-26-15,0 26 0,1-26 16,-27 27-16,0-1 16,0 0-16,0 1 15,0-1 1,-27-26 0,27 26-16,0-78 31,-26 25-16,26 1-15,0 0 16,0-1-16,0 1 0,0 0 0,53-1 16,-53 1-16,26 0 0,-26-1 0,26 1 15,-26-26-15,53 52 0,-53-27 0,26 1 16,-26 0-16,27-1 0,-27 1 16,0 0-16,0-1 0,0 1 15,0 0 1,-27 26-16,1 0 15,0 0-15,-1 26 16,1-26-16,0 0 0,26 53 16,-27-53-16,27 26 0,0 0 15,0 1-15,0-1 0,0 0 16,27 1-16,-27-1 16,26-26-16,-26 26 0,26-26 15,-26 26-15,53 1 0,-27-1 16,-26 0-16,0 1 0,27-1 0,-27 0 15,26 1-15,-26-1 16,0 0-16,0 1 16,0-54 31,0 1-47,0 0 15,0-1-15,0 1 0,0-27 0,0 27 16,0 0-16,53-1 0,-1 1 15,-52 0-15,26 26 0,-26-26 0,27 26 16,-1 0-16,-26-27 0,26 27 16,-26 27 15,0-1-15,27 0-1,-1 0 1,-26 1-16,26-1 0,-26 0 15,0 1-15,27-1 0,-27 0 16,0 1-16,0-1 16,0 0-16,0 1 0</inkml:trace>
  <inkml:trace contextRef="#ctx0" brushRef="#br0" timeOffset="52414.83">9920 17393 0,'0'-53'15,"0"27"-15,-26-1 0,26 1 0,0-27 16,-26 27-16,26 0 0,0-1 16,-27 27-16,80 0 15</inkml:trace>
  <inkml:trace contextRef="#ctx0" brushRef="#br0" timeOffset="53313.18">10447 17050 0,'0'-26'31,"0"0"-31,0 0 0,0-1 15,0 1-15,-27 0 0,27-1 16,-26 1-16,26 0 0,-26 26 16,-1-27-16,1 1 0,0 26 15,-1 0-15,1 0 16,0 0 0,26 26-16,-27 1 15,27-1 1,0 0-16,0 1 15,0-1-15,0 0 0,0 1 16,0-1-16,0 0 16,0 0-16,53-26 0,-53 27 15,0-1-15,0 0 0,26 1 16,-26-1-16,0 0 16,0 1-16,0-1 0,0 0 0,0 1 15,0-1-15,0 0 0,0 1 0,0-1 0,0 0 16,0 0-16,0 1 0,0-1 15,0 0-15,0 1 0,0-1 0,-26 0 16,26 1-16,-26-27 31,26-53-15,0 27-16,0-1 0,0 1 16,0 0-16,0-1 0,0 1 0,52 0 15,-52 0-15,27-1 0,-27 1 0,52 0 16,-25-1-16,-1 27 0,0-26 0,1 26 15,-27-26-15,26 26 0,0 0 0,1 0 16,-27-27-16,26 27 16,-26 53-1,0-27-15,0 27 16,0-27-16,26-26 0,-26 53 16,27-27-16,-1-26 15,0 0-15,0 0 16,1 0-16,-1 0 15,-26-26-15,26 26 0,-26-53 0,27 53 16,-27-26-16,26 0 0,-26-1 0,26 1 16,-26 0-16,27 26 0,-27-27 15,26 80 1,-26 0 0,26-27-16,-26 0 15,0 27-15,0-1 0,27 1 0,-27 0 16,0-1-16,0 27 0,0-26 0,0 0 15,0-1-15,0 1 0,0-27 0,0 0 16,0 1-16,0-1 0,-27 0 0,1 1 16,0-27-16,-1 26 15,-25-26-15,25 0 0,-25 0 0,-1 0 0,1 0 16,-1-26-16,0 26 0,27-53 16,-27 0-16,27 27 0,0-27 0</inkml:trace>
  <inkml:trace contextRef="#ctx0" brushRef="#br0" timeOffset="54671.22">25972 16551 0,'0'26'16,"-26"-26"0,26 26-16,0 0 31,0 1-15,0-1-1,26 0 1,-26 1-16,26-1 15,-26 0-15,0 1 0,27-1 16,-27 0-16,0 1 0,0-1 16,0 0-16,0 1 0,0-1 15,0 0-15,0 0 16,-27-26-16,27 27 0,-26-27 16,0 0-16,0 0 15,-1 0-15,1 0 0,0 0 16,-1-27-16,1 1 15,26-26-15,-26 52 16,26-27-16,0 1 16,-27 26-16,27 26 31,0 27-31,53-1 16,-53-25-16,26-1 0,-26 0 0,53 1 15,-53-1-15,26-26 0,1 26 0,-1-26 16,0 0-16,27 0 0,-27 0 0,0 0 15,1 0-15,-1-26 0,0 26 0,1-26 16,-1 26-16,-26-53 0,26 27 0,-26-1 16,0 1-16,0 0 0,0 0 15,0-1-15</inkml:trace>
  <inkml:trace contextRef="#ctx0" brushRef="#br0" timeOffset="57255.3">25209 17129 0,'-26'0'31,"26"27"-15,0-1-1,0 0 17,0 1-17,0-1-15,0 0 16,26 1-16,-26-1 15,0 0-15,26-26 0,-26 27 0,27-1 16,-27 0-16,0 0 16,26 1-16,-26-1 0,0 0 0,0 1 15,26-1-15,-26 0 0,0 1 0,0-1 16,0 0-16,0 1 0,0-1 0,0 0 16,0 1-16,0-1 0,0 0 0,27 0 15,-27 1-15,0-1 0,0 0 16,0-52 62,0 0-78,26-1 16,-26 1-16,0-26 0,26 25 0,-26 1 15,27-27-15,-27 27 0,0 0 0,26-1 16,-26 1-16,26 0 0,-26-1 15,26 27-15,-26-26 0,27 26 0,-1 0 16,0 0-16,1 0 0,-1 0 16,0 26-16,1 27 15,-1-53-15,-26 26 0,26 1 16,1-1-16,-27 0 0,26 1 0,-26-1 16,26-26-16,-26 26 0,27 1 0,-27-1 15,26-26-15,-26 26 0,26-26 16,-26 26-16,27-26 15,-27 27-15,26-27 0,0 0 16,0 0-16,1 0 16,-1 0-16,0 0 0,1 0 15,-1-27-15,0 1 0,1 26 16,-27-52-16,26 25 0,-26 1 16,26 0-16,-26-1 0,0-25 0,0 25 0,0 1 15,0-27-15,0 27 0,0 0 16,0-1-16,0 1 15,-26 26-15,0 0 0,-27 0 16,27 0-16,26 53 16,-27-53-16,1 0 0,26 26 15,-26 0-15,26 1 16,0-1-16,0 0 0,0 1 16,0-1-16,0 0 15,0 1-15,26-27 0,-26 26 0,0 0 16,53 1-16,-27-1 0,0 0 15,-26 0-15,27-26 0,-1 27 16,0-1 0,1-26-16,-1 0 15,0 0-15,1 0 0,-1 0 16,0 0-16,0 0 0,1-26 0,-1 26 16,0-27-16,1 27 0,-1-26 0,0 0 15,-26 0-15,27-1 0,-1-25 0,0 25 16,-26 1-16,27 0 0,-27-27 0,0 27 15,0-1-15,0 1 0,0 0 0,0-1 16,0 1-16,0 0 0,-27 0 16,1 26-1,0 0-15,-27 0 16,27 0-16,-1 26 16,1-26-16,0 26 15,26 0 1,0 1-1,26-27-15,-26 26 0,53-26 0,-53 26 16,26-26-16,0 27 0,1-27 0,-1 26 16,0 0-16,1-26 0,-1 27 15,0-27-15,27 26 0,-27 0 0,1-26 0,-27 27 16,26-27-16,0 26 0,0 0 0,1 1 16,-1-1-1,-26 0 1,0 0-16,-53 1 15,53-1-15,-52-26 0,52 26 0,-26-26 16,26 27-16,-27-27 0,1 0 16,26-27-1,0-25-15,0 25 16,53 1-16,-53 0 0,52 0 0,-26-27 16,1 27-16,25-1 0,-25-25 0,-1 25 15,27-25-15,-27 25 0,0 1 0,1 0 16,-27-1-16,26 1 0,-26 0 0,26 0 15,-26-1-15,0 1 0,0 0 16,0-1-16,-52 27 31,25 0-31,1 0 16,0 0-16,-1 0 0,27 53 16,-26-53-16,26 26 0,-26-26 15,26 27-15,0-1 0,0 0 16,52 0-16,-52 1 0,27-1 15,-27 0-15,52 1 0,-52-1 0,27 0 16,-1 1-16,0-1 0,1 0 0,-1 1 16,-26-1-16,26 0 0,0 1 0,1-1 15,-1 0-15,-26 0 16,26-26-16,-26 27 0,0-1 16,0 0-1,-26-26 1,0 0 15,26-26-31,0-27 16</inkml:trace>
  <inkml:trace contextRef="#ctx0" brushRef="#br0" timeOffset="58263.92">27946 17419 0,'-27'0'16,"27"26"-1,0 0 1,0 1-16,0-1 0,0 0 0,0 1 16,0-1-16,0 0 0,0 1 15,0-1-15,0 0 0,0 1 0,0-1 16,0 0-16,0 1 15,0-80 32,0 0-47,0 27 0,0 0 16,0-1-16,-52-25 0,52 25 0,0 1 16,0-27-16,0 27 0,0 0 0,0 0 15,0-1-15,0 1 0,0 0 0,0-1 16,26 27-16,-26-26 15,26 26 1,1 0-16,-1 0 16,0 53-16,1-53 0,-27 26 15,26-26-15,-26 26 0,26-26 16,1 27-16,-27-1 0,26 0 16,-26 0-16,0 1 0,0-1 0,0 0 15,0 1-15,0-1 0,0 0 16,0-52 31,-26-27-32,26 27-15,0 0 0,0-1 0,0 1 16,0 0-16,0 0 16,0-1-16,26 27 15,-26-26-15,26 26 16,1 0-16,-1 0 15,0 0-15,0 0 0,-26 26 16,27-26-16,-1 53 0,0-27 16,1 0-16,-27 1 15,26-1-15,-26 0 0,26-26 0,-26 27 16,27-1-16,-27 0 0,26-26 16,-26 27-16,26-27 0,-26 26 0,27-26 15,-1 0-15,0 0 0,1 0 16,-1 0-16,0-26 0,1 26 15,-1-53-15,0 53 0,-26-53 16,26 53-16,-26-26 0,0 0 0,27-1 16,-27 1-16,0 0 15,0 0-15,0-1 0,0 1 16,-53 26-16,53-26 0,0 52 78,0 0-62,0 1-16,0-1 15,26 0 1,-26 0-16,0 1 0,27-1 16,-27 0-16,0 1 0,0-1 15,26 0-15,-26 1 0,0-1 0,0 0 16,26-26-16,-26 27 0,0-1 15,27-26 1,-27-53 0</inkml:trace>
  <inkml:trace contextRef="#ctx0" brushRef="#br0" timeOffset="58416.69">28893 17182 0,'-26'-26'0,"-1"26"15,27-27-15,-26 27 0,26 27 32,26-1-17,-26 27 1</inkml:trace>
  <inkml:trace contextRef="#ctx0" brushRef="#br0" timeOffset="58868.06">29051 17603 0,'26'0'31,"1"0"-31,-27-26 16,26 26-16,0-27 0,27 27 0,-27-52 16,0 52-16,-26-27 0,27 27 0,-1-26 15,-26 0-15,26 26 0,-26-26 0,0-1 16,0 1-16,0 0 15,0-1-15,-26 27 0,-27-26 16,27 26-16,0 0 16,-1 0-16,27 26 31,-26-26-31,26 53 16,0-27-16,0 1 15,0-1-15,53-26 0,-53 26 0,26 0 16,0 1-16,-26-1 0,53-26 15,-27 26-15,1 1 0,-1-1 0,0-26 16,-26 26-16,27 1 0,-1-27 0,-26 26 16,26 0-16,-26 1 15,0-1 1,-52-26 0,25 26-16,1-26 15,-27 0-15,27 0 16,0 0-16,26-52 0,-27 25 15,27-25-15,0 25 16</inkml:trace>
  <inkml:trace contextRef="#ctx0" brushRef="#br0" timeOffset="60880.23">29946 17261 0,'0'-26'0,"-27"26"0,27-27 16,0 54 31,0-1-32,0 0-15,0 1 16,-26-1-16,26 0 15,0 1-15,-26-1 0,26 0 16,0 0-16,0 1 0,0-1 16,0 0-16,52 1 0,-52-1 15,27-26-15,-27 26 0,26-26 0,0 0 16,1 0 0,-1 0-16,0 0 0,1-26 15,25 26-15,-26-26 0,1-27 16,-1 27-16,-26-1 0,26 1 0,-26 0 15,27-27-15,-27 27 0,26 0 0,-26-27 16,0 27-16,26-27 0,-26 27 0,0-27 16,0 27-16,0-1 0,0 1 0,0 0 15,0 0-15,-52-1 0,52 1 16,-27 26-16,27 26 31,0 27-15,-26-53-16,26 26 0,0 0 15,0 1-15,0-1 0,0 0 16,0 1-16,0-1 0,0 0 0,0 1 16,0-1-16,0 0 0,0 1 0,0-1 15,0 0-15,0 1 0,0-1 0,53 0 16,-53 0-16,0 1 0,26-27 0,-26 26 16,26 0-16,-26 1 0,27-1 0,-1-26 15,0 26-15,1 1 0,-1-27 16,0 0-1,1 0 1,-1-27 0,0 1-16,0 26 15,-26-53-15,27 27 0,-1 0 0,-26-1 16,26 1-16,1 0 0,-27 0 0,26-1 16,-26 1-16,26 0 0,-26-1 15,0 1-15,0 0 16,-26 26 15,0 0-31,-1 52 16,1-52-16,0 27 0,-27-27 0,27 26 15,26 0-15,-26 1 0,-1-27 0,1 26 16,26 0-16,-26-26 0,26 26 16,-27-26-16,27 27 0,0-1 15,0 0-15,53-26 16,-53 27-16,26-27 15,1 0-15,25 0 16,-26-53-16,1 53 0,-1-26 16,0-1-16,1 1 15,-27 0-15,0 0 0,26 26 16,-26-27-16,0 1 16,0 52 30,0 1-30,26-1-16,-26 0 16,27-26-16,-1 0 15,0 26-15,1-26 0,-1 27 16,0-27-16,1 0 16,-1 0-16,0 0 15,-26-53-15,27 53 0,-27-26 16,26 26-16,-26-26 0,26-1 15,-26 1-15,0 0 0,0-1 16,26 1-16,-26 0 0,0-1 0,0 1 16,0 0-16,0-1 0,-52 27 31,26 0-15,-1 27-16,1-27 15,0 26-15,-1-26 0,27 26 16,0 1-16,0-1 15,27-26 1,-27 26-16,26-26 0,-26 27 0,53-27 16,-53 26-16,26-26 0,0 26 0,0 1 15,1-27-15,-1 26 0,0 0 16,1-26-16,-1 26 0,0 1 16,-26-1-16,27 0 15,-27 1-15,0-1 0,0 0 16,0 1-16,0-1 15,-27-26-15,27 26 16,-26-26-16,26-52 31,0 25-31,0 1 16,53-27-16,-53 27 0,26 0 16,-26-1-16,26 1 0,1 0 0,-1 0 15,0-1-15,1 1 0,-1 0 0,0-27 16,-26 27-16,26-1 0,-26 1 0,27 0 15,-27-1-15,0 1 0,0 0 16,0-1-16,-27 27 16,-25 0-16,26-26 15,-27 26-15,27 0 16,26 53 0,0-27-1,0 0-15,0 1 16,0-1-16,26-26 0,-26 26 15,53 1-15,-53-1 0,26 0 16,0-26-16,0 27 0,-26-1 0,27 0 16,-1-26-16,-26 27 0,26-1 0,1-26 15,-27 26-15,26 0 0,-26 1 16,26-27-16,-26 26 16,0 0-16,-52 1 31,52-80 0,0 27-31,0-27 16,0 27-16,0 0 0,52-1 0,-52 1 15,27 0-15,-27-1 0,52 1 0,-52 0 16,27-1-16,-1 1 0,0 26 16,-26-26-16,27 26 15,-27 26 16,0 27-15,0-27 0,26 0-16,0 1 15,-26-1 1,27 0 0,-27 1-16,26-27 0,-26 26 15,0 0-15,26-26 0,-26 26 16,0 1-1,0-1-15</inkml:trace>
  <inkml:trace contextRef="#ctx0" brushRef="#br0" timeOffset="61013.14">32077 17182 0,'0'-53'0,"0"27"0,0-27 15,0 27-15,-53 0 0,53 0 0,0-1 16,-26 1-16,26 0 0</inkml:trace>
  <inkml:trace contextRef="#ctx0" brushRef="#br0" timeOffset="61696.2">32472 17077 0,'0'-27'16,"0"1"0,0 0-16,0 0 15,0-1-15,0 1 0,0 0 16,0-1-16,0 1 15,0 0-15,0-1 16,-27 27-16,27-26 16,-26 26-16,0 0 15,0 0 17,26 26-17,-27-26-15,27 27 0,-26-27 16,26 26-16,0 0 0,0 1 15,0-1-15,0 0 16,26 1-16,-26-1 16,0 0-16,27-26 0,-27 26 15,26-26-15,-26 27 0,0-1 0,26 0 16,-26 1-16,26-1 0,-26 0 16,27 1-16,-27-1 0,0 0 15,26 1-15,-26-1 0,0 0 16,0 1-16,0-1 0,0 0 15,0 0-15,0 1 0,-26-1 16,26 0-16,0 1 0,-53-1 16,27-26-16,26 26 0,-26-26 15,-1 0 1,1-52-16,0 25 16,-1 1-16,27 0 15,0-1-15,0 1 16,0 0-16,27 0 15,25-1 1,-25 27-16,25-26 0,-26 26 0,27 0 16,-27-26-16,27 26 0,-27 0 0,1 0 15,-1 0-15,0 0 0,-26-27 16,27 27-16,-1 0 16</inkml:trace>
  <inkml:trace contextRef="#ctx0" brushRef="#br0" timeOffset="62358">32919 17261 0,'-26'0'16,"0"0"0,-1 0-16,1 0 15,26-26-15,-26 26 16,26-27-16,0 1 15,-27 26-15,27-26 0,0-1 16,0 1-16,0 0 16,0-1-1,27 27-15,-1 0 16,27 0-16,-27-26 0,0 26 16,0 0-16,1 0 0,-1 0 15,-26 53-15,26-53 0,-26 26 16,0 0-16,0 1 15,0-1-15,-26 0 16,26 1-16,-26-1 0,26 0 16,-27-26-16,27 27 0,0-1 15,0 0 1,0 1 0,27-27-16,-1 26 0,27-26 15,-27 0-15,0 0 16,1 0-16,-27-53 0,26 53 0,0-26 15,1 26-15,-27-53 0,26 27 0,-26 0 16,26-1-16,-26 1 0,0 0 0,0-1 16,0 1-16,0 0 0,0-1 15,-26 27 17,26 53-17,-26-53-15,26 26 0,0 27 16,-27-27-16,27 1 0,-26-1 0,26 0 15,0 1-15,0-1 0,0 0 0,0 1 16,0 25-16,0-26 0,0 1 0,0 25 16,0-25-16,0-1 0,0 0 0,0 1 15,0-1-15,0 0 0,0 1 0,-26-1 16,-27-26 0,27 26-16,-27-26 0,0 0 15,1 0-15,-27 0 0,0 0 0,26 0 16,-26 0-16,27-26 0,-27 26 0,26-53 15,27 27-15,-27-27 0</inkml:trace>
  <inkml:trace contextRef="#ctx0" brushRef="#br0" timeOffset="68581.81">12394 14498 0,'53'-26'32,"-27"26"-17,0-26-15,27 26 0,-27 0 16,0-27-16,1 27 0,25 0 0,-25 0 16,-1 0-16,0 0 0,27-26 0,-27 26 15,1 0-15,25 0 0,-26 0 0,27 0 16,-27 0-16,27 0 0,-27 0 0,1 0 15,25 0-15,-25 0 0,25 0 16,-25 0-16,25 0 0,1-26 0,-27 26 0,27 0 16,-1 0-16,1-27 0,0 27 15,-27 0-15,27 0 0,-1 0 0,-25-26 16,25 26-16,1 0 0,-27 0 0,27 0 16,-1-26-16,-25 26 0,-1 0 0,27 0 15,-27-27-15,27 27 0,-27 0 0,27 0 16,-27-26-16,0 26 0,27 0 0,-1 0 15,1-26-15,-27 26 0,27 0 0,0 0 16,-27 0-16,27 0 0,-1 0 0,-25 0 16,25 0-16,1 0 0,-1 0 0,-25-27 15,25 27-15,1 0 0,-27 0 16,27 0-16,-27 0 0,1 0 0,-1 0 16,26 0-16,-25 0 0,-1 0 0,0 0 15,1 0-15,-1 0 0,0 0 16,27 0-16,-27 0 0,1 0 0,25 0 0,-25 0 15,-1 0-15,27 0 0,-27 0 0,26 0 16,-25 0-16,25 0 0,-25 0 0,-1 0 16,27 0-16,-27 0 0,27 0 0,-27 0 15,0 0-15,27-26 0,-27 26 0,0 0 16,1 0-16,-1 0 0,0 0 16,1 0-16,-1 0 0,27 0 0,-27 0 15,0 0-15,27-26 0,-27 26 0,27 0 16,-27 0-16,27 0 0,-1 0 0,-25 0 15,25 0-15,-25 0 0,25 0 0,-25 0 16,-1-26-16,27 26 0,-27 0 0,27 0 16,-27 0-16,26 0 0,-25 0 0,-1 0 15,27 0-15,-27 0 0,27 0 0,-27 0 16,0-27-16,27 27 0,-27 0 0,27 0 16,-27 0-16,27 0 0,-1 0 0,-25 0 15,25 0-15,1 0 0,0 0 0,-1 0 16,-25-26-16,25 26 0,1 0 0,-1 0 15,1 0-15,-27 0 0,1 0 16,-1 0-16,0 0 0,1 0 0,-1 0 16,0 0-1,-78-53 17</inkml:trace>
  <inkml:trace contextRef="#ctx0" brushRef="#br0" timeOffset="69661.5">16604 18629 0,'0'27'15,"27"-27"-15,-1 26 16,0-26-16,-26 26 0,26-26 0,-26 26 16,27-26-16,-1 0 0,0 0 15,1 0-15,-1 0 0,0 0 0,1 0 16,25 0-16,-25 0 0,25 0 0,1 0 15,-27 0-15,27-26 0,-1 26 0,1 0 16,0-26-16,-1 26 0,27 0 0,-26 0 16,0-26-16,25 26 0,-25-27 15,26 27-15,-26 0 0,26 0 0,0 0 16,-27-26-16,27 26 0,0 0 0,0 0 16,-26 0-16,26 0 0,0 0 0,-1 0 15,1 0-15,0 0 0,0 0 0,0 0 16,0 0-16,-26 0 0,-1 0 0,27 0 15,-26 0-15,-27 0 0,1 0 0,-1 0 16,0 26-16,-78-26 31</inkml:trace>
  <inkml:trace contextRef="#ctx0" brushRef="#br0" timeOffset="71995.12">5973 18419 0,'0'-27'0,"26"27"0,1 0 47,-1 0-31,0 0-1,1 0-15,-1 0 0,0 0 16,1 0-16,-1 0 0,0 0 0,1 0 15,-1 0-15,0 0 0,27 0 0,-27 0 16,27 27-16,-1-27 0,-25 0 0,25 0 16,1 0-16,0 0 0,-1 0 0,1 0 15,0 0-15,-1 0 0,1-27 0,-27 27 16,27 0-16,-1 0 0,-25 0 0,25 0 16,-25 0-16,-1 0 0,27 0 15,-27 0-15,27 0 0,-27 0 0,0 27 16,0-27-16,27 0 0,-27 26 0,1-26 15,-1 26-15,0-26 0,1 27 0,-1-1 16,0-26-16,1 26 0,-1-26 16,0 0-16,1 0 0,-1 27 0,0-27 15,27 0-15,-27 0 0,0 0 0,27 0 16,-27 0-16,27 0 0,-27 0 16,1 0-16,25-27 0,-25 27 0,25 0 15,1 0-15,-27-26 0,27 26 0,-1 0 16,1 0-16,0-26 0,-1 26 0,27 0 15,-26 0-15,-1 0 0,1 0 0,26-27 16,-26 27-16,-1 0 0,27 0 0,-26-26 16,26 26-16,-27 0 0,27-26 0,-26 26 15,26 0-15,-26-27 0,26 27 0,-27-26 16,27 26-16,-26 0 0,-1 0 0,1-26 16,0 26-16,-1 0 0,1 0 0,0-27 15,-27 27-15,0 0 0,0 0 0,1 0 16,-1 0-16,-26-26 15</inkml:trace>
  <inkml:trace contextRef="#ctx0" brushRef="#br0" timeOffset="74462.2">26104 14104 0,'0'-27'15,"26"27"17,0 0-17,27 0-15,0-26 16,-27 26-16,0 0 0,1 0 16,25 0-16,1 0 0,-27 0 0,27 0 15,-1 0-15,1 0 0,0 0 0,-1 0 16,1-26-16,0 26 0,-1 0 0,1-27 15,-1 27-15,1 0 0,0 0 0,-1 0 16,1-26-16,0 26 0,-27 0 0,26-26 16,1 26-16,0 0 0,-1-27 15,1 27-15,0-26 0,-1 26 0,1-26 0,0 26 16,-1 0-16,1-27 0,26 27 16,-27 0-16,1 0 0,0 0 0,-1 0 0,27 0 15,-26 0-15,26 0 0,0 0 16,0 0-16,0 0 0,0 0 0,-1 0 15,1 0-15,0 0 0,0 0 0,-26 0 16,26 0-16,-27 0 0,1 0 0,-27 0 16,27 0-16,-27 0 0,1 0 15,-54 0 32,1 0-47</inkml:trace>
  <inkml:trace contextRef="#ctx0" brushRef="#br0" timeOffset="75561.94">28367 16840 0,'52'0'31,"-25"0"-15,-1 0-16,0 0 0,1-26 16,25 26-16,-25 0 0,-1 0 0,27-27 0,-1 27 15,-26 0-15,27 0 0,0 0 16,-1 0-16,1 0 0,0-26 0,-1 26 15,1 0-15,-1 0 0,1 0 0,0 0 16,-1 0-16,1-26 0,0 26 0,26 0 16,-27 0-16,1 0 0,26-27 0,-27 27 15,1 0-15,26 0 0,-26-26 0,26 26 16,-27 0-16,1 0 0,26-26 0,-27 26 16,27 0-16,0-27 0,-26 27 0,26 0 15,0 0-15,0-26 0,0 26 0,0 0 16,0 0-16,-27 0 0,27 0 0,-26 0 15,26-26-15,-53 26 0,27 0 16,-1 0-16,-25 0 0,-1 0 0,0 0 0,1 0 16,-27-26 31</inkml:trace>
  <inkml:trace contextRef="#ctx0" brushRef="#br0" timeOffset="76062.02">28551 18050 0,'-26'27'0,"-1"-27"16,80 0 15,0 0-31,-1 0 0,1-27 0,52 27 0,0-26 16,1 26-16,25-26 0,1 26 15,-1-27-15,1 27 0,26-26 0,-27 0 16,-25 26-16,-1-27 0,0 27 0,-26-26 16</inkml:trace>
  <inkml:trace contextRef="#ctx0" brushRef="#br0" timeOffset="107578.26">25735 13814 0,'0'26'16,"27"-26"15,-1 0-15,0 0-16,1 0 15,-1 0-15,0 0 16,1 0-16,-1 0 16,0 0-16,0 0 0,1 0 15,-1 0-15,0 0 0,1 0 0,-1 0 16,0 0-16,1 0 0,-1 0 0,0 0 16,1 0-16,-1 0 0,0 0 15,1 0-15,-1 0 0,0 0 16,0 0-16,1 0 0,-1 0 15,0 0-15,1 0 16,-1 0-16,0 0 0,1 0 16,-1 0-16,0 0 0,1 0 15,-1 0-15,0 0 16,1 0-16,-1 0 0,0 0 16,1 0-16,-1 0 15,0 0-15,0 0 16,1 0-16,-1 0 0,0 0 15,1 0-15,-1 0 0,0 0 0,1 0 16,-1 0-16,0 0 0,1 0 0,-1 0 16,0 0-16,1 0 0,-1 0 0,0-26 15,0 26-15,1 0 16,-1 0 0,-79 0 124,27 0-140,26 26 16,-26-26-16,0 0 0,-1 0 47,1 0-32,0 0 17,-1 0-17,27-52-15,-26 52 0</inkml:trace>
  <inkml:trace contextRef="#ctx0" brushRef="#br0" timeOffset="108194.02">28077 13788 0,'0'26'0,"27"-26"47,-1 0-32,27 0 1,-27 0-16,0 0 0,27 0 0,-27 0 16,0 0-16,1 0 0,25 0 15,1 0-15,-27 0 0,27 0 0,0 0 16,-27 0-16,27 0 0,-1 0 0,-26 0 16,27 0-16,0 0 0,-27 0 0,0 0 15,1 0-15,-1 0 0,0 0 0,1 0 16,-1 0-16,0 0 0,1 0 15,-1 26-15,0-26 16,-52 0 47,26-52-48</inkml:trace>
  <inkml:trace contextRef="#ctx0" brushRef="#br0" timeOffset="109310.41">30025 12683 0,'0'-27'0,"-53"27"15,27 0-15,-1-26 0,1 26 16,0-26-16,-1 26 0,1 0 0,0 0 15,-1-27-15,1 27 0,0 0 0,-1 0 16,-25 0-16,26 0 0,-1 0 16,1 0-16,0-26 0,-1 26 0,-25 0 15,25 0-15,1 0 0,-27-26 0,27 26 16,-27-27-16,27 27 0,-27-26 0,1 26 16,-1-26-16,27 26 0,-27-26 0,1 26 15,-1-27-15,27 27 0,-27 0 16,0-26-16,1 26 0,-1-26 0,27 26 0,-27 0 15,1 0-15,-1-27 0,0 27 16,1 0-16,-1 0 0,0 0 0,1 0 16,-1 0-16,1 0 0,-1 0 0,0 0 0,1 0 15,-27 0-15,26 0 0,-26 27 0,27-27 16,-27 0-16,0 0 0,26 0 16,-26 0-16,26 0 0,-25 0 0,25 0 15,-26 0-15,26 0 0,1 0 0,-1 0 16,-26 0-16,27 0 0,-1 0 0,0 0 15,27 0-15,-27 0 0,1 0 0,25 0 16,-25 0-16,25 0 0,-25 0 0,25 0 16,1 0-16,-26 26 0,25-26 0,1 0 15,0 26-15,-1-26 0,1 27 0,0-27 16,26 26-16,-27-26 0,1 26 0,-27-26 16,27 26-16,0-26 0,-27 27 15,27-1-15,-27 0 0,1-26 0,25 27 16,-25-1-16,25 0 0,-25-26 0,25 27 15,-25-1-15,-1 0 0,27 1 0,-27-1 16,1 0-16,-1 1 0,27-1 0,-27 0 16,27 0-16,-27 1 0,27-27 0,-1 26 15,-25 0-15,25 1 0,1-1 0,26 0 16,-26 1-16,-1-1 0,1 0 0,0-26 16,0 27-16,26-1 0,-27 0 0,27 1 15,-26-1-15,26 0 0,0 0 16,-26 1-16,26-1 0,0 0 15,0 1-15,0-1 0,52 0 16,-52 1-16,53-1 16,-53 0-16,26 1 0,0-1 15,1 0-15,-1 1 0,0-1 16,1 0-16,25 0 0,-25 1 0,-1-1 16,27 0-16,-27 1 0,27-1 0,-1 27 15,1-27-15,-1 0 0,1 27 0,26-27 16,-26 27-16,26-27 0,-27 27 0,27-27 15,0 27-15,0-27 0,0 27 0,0-27 16,26 0-16,-26 1 0,26-1 16,1 0-16,-1 1 0,0-1 0,27 0 0,-1-26 15,1 26-15,26-26 0,-27 0 0,27 0 16,0 0-16,0 0 0,0-52 16,26 52-16,0-53 0,1 1 0,-1-1 15,0 0-15,0 1 0,27-1 0,-27-26 16,0 0-16,-26 0 0,0 27 0,-27-27 15,1 0-15,-27 0 0,0 0 0,-26 0 16,-26 0-16,0 0 0,-27 0 0,0 0 16,1 0-16,-27-26 0,0 26 0,0 0 15,0 0-15,-27-26 0,27 26 0,-52-26 16,-1 26-16,27-26 0,-27 26 0,0-27 16</inkml:trace>
  <inkml:trace contextRef="#ctx0" brushRef="#br0" timeOffset="152074.01">1605 5710 0,'26'0'46,"-26"26"1,27-26-31,-1 0-16,0 0 16,1 27-1,-1-27-15,0 0 0,0 0 16,1 0-16,-1 26 0,0-26 0,1 0 15,-1 0-15,0 0 0,1 0 16,-1 0-16,0 0 0,1 0 0,-1 0 16,0 0-16,1 0 0,-1 0 0,0 0 15,1 0-15,-1 0 0,0 0 16,0 0-16,1 0 0,-1 26 16,0-26-16,1 0 0,-1 0 15,0 0-15,1 0 16,-1 0-16,0 0 0,1 0 15,-1 0-15,0 0 0,1 0 16,-1 0-16,0 0 0,0 0 0,1 0 16,-1 0-16,0 0 0,1 0 0,-1 0 15,0 0-15,1 0 0,-1 0 0,27 0 16,-27 0-16,0 0 0,1 0 0,25 0 16,-25 0-16,-1 0 0,0 0 0,0 0 15,1 0-15,25 0 0,-25 0 0,-1 0 16,0 0-16,1 0 0,-1 0 0,0 0 15,1 0-15,-1 0 0,0 0 0,1 0 16,-1 0-16,0 0 0,0 0 16,1 0-16,-1 0 0,0 0 0,1 0 15,-1 0-15,0 0 0,1 0 0,-1 0 16,0 0-16,1 0 0,-1 0 0,0 0 16,1 0-16,-1 0 0,0 0 0,1 0 15,-1 0-15,0 0 0,0 0 16,1 0-16,-1 0 0,0 0 15,1 0 1,-1 0-16,0 0 0,1 0 16,-1 0-16,0 0 15,1 0-15,-1 0 16,0 0-16,1 0 16,-1 0-16,0 0 0,1 0 15,-1 0-15,0 0 16,0 0-16,1 0 0,-1 0 15,0 0-15,1 0 0,-1 0 16,0 0-16,1 0 0,-1 0 16,0 0-16,1 0 0,-1 0 15,0 0-15,1 0 0,-1 0 0,0 0 16,0 0-16,1 0 0,-1 0 16,0-26-16,1 26 0,-1 0 0,0 0 0,1 0 15,-1 0-15,0 0 0,1 0 16,-1 0-16,0 0 0,1 0 15,-1 0-15,0 0 0,1 0 16,-1 0-16,0 0 0,0 0 16,1 0-1,-1 0-15,-52 0 157,-27-26-142</inkml:trace>
  <inkml:trace contextRef="#ctx0" brushRef="#br0" timeOffset="157064.32">10105 6420 0,'0'27'0,"26"-27"47,0 0-31,0 0-16,1 0 31,-1 0-15,0 0-1,1 0-15,-1 0 16,0 0-16,1 0 16,-1 0-16,0 0 0,1 0 15,-1 0-15,0 0 0,1 0 16,-1 0-16,0 0 0,1 0 0,-1 0 15,0 0-15,0 0 0,1 0 0,-1 0 16,0 0-16,1 0 0,-1 0 16,0 0-16,1 0 0,-1 0 0,0 0 15,1 0-15,-1 0 16,0 0-16,1 0 16,-1 0-16,0 0 0,0 0 15,1 0-15,-1 0 0,0 0 16,-26-27-16,27 27 0,-1 0 0,0 0 15,1 0-15,-1 0 16,0 0-16,1 0 16,-1 0-16,0 0 0,1 0 15,-1 0-15,0 0 0,1 27 0,-1-27 16,0 0-16,0 0 0,1 0 16,-1 0-16,0 0 0,1 0 0,-1 0 15,0 0-15,1 0 16,-1 0-16,0 0 0,1 0 0,-1 0 15,0 0-15,1 0 0,-1 0 16,0 0-16,0 0 0,1 0 16,-1 0-16,0 0 0,1-27 0,-1 27 15,0 0-15,1 0 0,-1 0 16,0 0-16,1 0 16,-1 0-16,0 0 0,1 0 0,-1 0 15,0 0-15,1 0 0,-1 0 16,0 0-16,0 0 0,1 0 0,-1 0 15,0 0-15,1 0 0,-1 0 16,0 0-16,1 0 0,-1 0 0,0 0 16,1 0-16,25 0 0,-25 0 0,-1 0 15,26 0-15,-25 0 0,-1-26 0,27 26 16,-27 0-16,27 0 0,-27 0 0,0 0 16,27 0-16,-27 0 0,27 0 0,-27 0 15,1 0-15,25-26 0,-26 26 0,27 0 16,-27 0-16,1 0 0,-1 0 0,27 0 15,-27 0-15,0 0 0,27 0 0,-27 0 16,1-27-16,-1 27 0,26 0 0,-25 0 16,25 0-16,-25 0 0,-1 0 15,27 0-15,-27 0 0,0 0 0,27 0 16,-27 0-16,1 0 0,-1 0 0,27 0 16,-27 0-16,0 0 0,0 0 0,1 0 15,25-26-15,-25 26 0,-1 0 0,0 0 16,1 0-16,-1 0 0,27 0 0,-27 0 15,0 0-15,27 0 0,-27-26 0,27 26 16,-27 0-16,27 0 0,-27 0 0,27 0 16,-27-27-16,27 27 0,-27 0 0,27 0 15,-27 0-15,27 0 0,-1 0 0,-26 0 16,27-26-16,0 26 0,-27 0 0,27 0 16,-1 0-16,-25 0 0,25 0 0,1 0 15,0 0-15,-1 0 0,-26 0 0,27 0 16,0 0-16,-1 0 0,1 0 15,-27 0-15,27 0 0,-27 0 0,27 0 16,-27 0-16,0 0 0,27-26 0,-27 26 16,1 0-16,-1 0 0,0 0 0,27 0 15,-27 0-15,1 0 0,25 0 0,-25 0 16,-1 0-16,27 0 0,-27 0 0,26 0 16,-25 0-16,-1 0 0,27 0 0,-27 0 15,27 0-15,-27 0 0,27 0 0,-27 0 16,27 0-16,-27 0 0,26 0 0,-25 0 15,25 0-15,-25 0 0,25 0 0,-25 0 16,-1 0-16,0 0 0,27 0 16,-27 0-16,1 0 0,-1 0 0,0 0 0,1 0 15,-1 0-15,0 0 0,0 0 16,1 0-16,-1 0 0,27 0 0,-27 0 16,0 0-16,1 0 0,-1 0 0,0 0 15,1 0-15,-1 0 0,0 0 0,1 0 16,-1 0-16,0 0 0,0 0 0,1 0 15,-1 0-15,0 0 16,1 0-16,-1 0 0,0 26 16,1-26-16,-1 0 0,0 0 15,1 0-15,-1 0 0,0 0 16,1 0-16,-1 0 0,27 0 0,-27 0 16,0 0-16,0 0 0,1 0 0,-1 0 15,0 0-15,1 0 0,-1 0 0,0 0 16,1 0-16,-1 0 15,0 0-15,1 0 0,-1 0 16,0 0-16,1 0 16,-1 0-16,0 0 0,0 0 0,1 0 15,-1 0-15,0 0 0,1 0 0,-1 0 16,0 0-16,1 0 0,-1 0 0,0 0 16,1 0-16,-1 0 0,0 0 0,1 0 15,-1 0-15,0 26 0,1-26 16,-1 0-16,0 0 0,0 0 15,1 0-15,-1 0 0,0 0 16,1 0-16,-1 0 0,0 0 0,1 0 16,-1 0-16,0 0 0,1 0 15,-1 0-15,0 0 0,1 0 16,-1 0-16,0 0 0,1 0 0,-1 0 16,0 0-16,0 0 0,1 0 15,-1 0-15,0 0 0,1 0 0,-1 0 0,0 0 16,1 0-16,-1 0 0,0 0 0,1 0 15,-1 0-15,0 0 0,1 0 16,-1 0-16,0 0 0,0 0 16,1 0-16,-27 27 15,26-27-15,0 0 16,1 0-16,-1 0 16,0 0 15,1 0-16,-1 0 1,0 0 0,1 0-1,-1 0-15,0 0 16,1 0 0,-1 0-1,-26 26-15,26-26 0,-52 0 360,26-26-360,-53 26 0,27-27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5.5814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2-19T03:15:26.5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4184 3789 0,'0'-26'93,"0"0"-61,0-1-17,-27 27 1,27-26-16,-52 26 0,26 0 15,-1 0-15,1 0 0,0 0 16,-1 0-16,1 0 16,0 0-16,26 26 0,-27-26 0,1 0 15,26 27-15,-26-27 0,-1 26 16,1-26 0,26 26-16,-26-26 15,26 26-15,0 1 16,0-1-16,0 0 15,0 1-15,0-1 16,0 0-16,26 1 16,0-27-1,1 26-15,-1-26 16,0 0-16,1 0 16,-1 0-16,0 0 15,1 0-15,-1 0 16,0 0-16,1 0 0,-1 0 0,0 0 15,-26 26-15,26-26 0,1 0 16,-27 27 0,0-1-16,26-26 15,-26 26-15,0 1 16,0-1-16,0 0 16,0 0-16,0 1 15,0-1-15,-26 0 16,26 1-16,-27-1 15,1-26-15,0 26 0,0-26 16,-1 0-16,1 0 16,0 0-16,-1 0 0,1 0 15,0-26-15,-1 26 16,1-26-16,0 26 0,26-27 16,-27 27-16,27-26 0,-26 0 0,0-1 15,26 1-15,-27 26 16,80 0 15,-27 0-15</inkml:trace>
  <inkml:trace contextRef="#ctx0" brushRef="#br0" timeOffset="563.14">4631 3815 0,'0'-26'0,"26"52"62,1 1-46,-27-1 0,26-26-16,-26 26 0,26 1 0,-26-1 15,0 0-15,27-26 0,-27 27 16,26-1-16,-26 0 0,0 1 15,26-1-15,-26 0 0,0 1 0,27-1 0,-27 0 16,26 0-16,0 1 0,-26-1 0,27 0 16,-1 1-16,0-27 0,1 26 15,-1 0-15,0 1 0,0-27 16,1 0 0,-1-27-1,0 27-15,-26-52 0,27 25 0,-1 1 16,0 0-16,1-1 0,-27-25 0,26 26 15,-26-27-15,26 27 0,-26-27 0,0 27 16,0-1-16,0-25 0,0 25 0,0 1 16,0 0-16,0-1 0,0 1 15,-26 26 1,26 26 0,-26-26-16,26 53 0</inkml:trace>
  <inkml:trace contextRef="#ctx0" brushRef="#br0" timeOffset="1523.96">5631 3789 0,'0'26'47,"0"1"-32,0-1-15,0 0 16,0 1-16,0-1 0,26 0 0,-26 1 16,0-1-16,0 0 0,27 1 0,-27-1 15,0 0-15,0 1 0,0-1 0,0 0 16,0 0-16,0 1 0,0-1 0,0 0 15,0 1 1,0-80 15,0 27-15,0-1-16,0 1 0,0 0 16,0-27-16,0 27 0,0 0 0,0-27 15,-27 27-15,27-27 0,0 27 0,0-1 16,-26 1-16,26 0 0,0-1 0,0 1 15,0 0-15,0 0 0,0-1 16,0 1 0,26 26 15,1 0-31,-1 0 16,-26 26-16,26-26 0,1 0 15,-27 27-15,26-27 0,-26 52 16,26-52-16,1 26 0,-27 1 0,26-27 15,0 26-15,-26 0 0,27 1 0,-27-1 16,26 0-16,-26 1 0,0-1 16,0 0-16,0 1 0,0-1 15,0 0-15,0 1 16,0-1-16,0 0 0,0-52 78,0 0-78,0-27 16,0 27-16,0-1 0,0-25 15,0 25-15,0-25 0,0 25 0,0 1 16,0-27-16,0 27 0,0 0 0,26 0 16,-26-1-16,26 1 0,-26 0 0,27 26 15,-1-27-15,0 27 0,-26-26 16,27 26-16,-1 0 0,0 0 15,1 0-15,-1 0 16,-26 26-16,26-26 16,-26 27-16,27-27 0,-27 26 15,26-26-15,-26 53 0,26-53 16,1 26-16,-27 0 0,26 0 0,-26 1 16,26-1-16,-26 0 0,27 1 0,-27-1 15,0 0-15,0 27 0,26-27 0,-26 1 16,0-1-16,0 0 0,0 1 0,0-1 15,0 0-15,26 0 0,-26 1 16,0-1-16,26-26 16,-26 26-16</inkml:trace>
  <inkml:trace contextRef="#ctx0" brushRef="#br0" timeOffset="2424.04">4052 4815 0,'27'0'15,"-1"0"1,0 0-16,0 0 15,1 0-15,-1 0 16,0 0-16,1 0 16,-1 0-16,0 0 0,1 0 0,-1 0 15,0 0-15,1 0 0,-1 0 0,0 0 16,27 0-16,-27-26 0,1 26 0,25 0 16,-26 0-16,1 0 0,-1 0 0,27 0 15,-27 0-15,0 0 0,1 0 16,-1 0-16,0 0 0,1 0 0,-1 0 15,0 0-15,1 0 0,-1 0 0,0 0 16,0 0-16,1 0 0,-1 0 0,0 0 16,27 0-16,-27 0 0,1 0 0,-1 0 15,0 0-15,27 0 0,-27 0 0,1 0 16,25 0-16,-25 0 0,-1 0 0,26 0 16,-25 0-16,-1 0 0,27 0 15,-27 0-15,0 0 0,1 0 0,-1 0 0,0 0 16,1 0-16,-1 0 0,0 0 15,1 0-15,-1 0 0,0 0 0,0 0 16,1 0-16,-1 0 0,0 0 16,1 0-16,-1 0 0,0 0 15,1 0-15,-1 0 16,0 0-16,1 0 16,-1 0-16,0 0 15,1 0-15,-1 0 0,0 0 0,1 0 16,-1 0-16,0 0 15,0 0-15,-26-26 79</inkml:trace>
  <inkml:trace contextRef="#ctx0" brushRef="#br0" timeOffset="2596.63">6973 4500 0,'-26'0'16,"26"-27"-1,0 1 1,0 0-1</inkml:trace>
  <inkml:trace contextRef="#ctx0" brushRef="#br0" timeOffset="2698.4">6842 4052 0,'-27'-26'0,"1"26"0,0 0 15,-1-26-15,1 26 0,0-27 16</inkml:trace>
  <inkml:trace contextRef="#ctx0" brushRef="#br0" timeOffset="7894.93">11920 3684 0,'0'26'109,"0"1"-109,0 25 16,0-26-16,0 1 15,0-1-15,0 0 0,0 1 0,0-1 16,0 0-16,0 1 0,0-1 16,0 0-16,0 1 15,0-1-15,0-52 63,0-1-48,-52 27-15,52-26 0,0 0 16,0-1-16,0 1 0,0 0 0,0-1 16,0 1-16,0 0 0,0-1 0,0 1 15,0 0-15,0 0 16,0-1-16,0 1 0,0 0 16,0-1-16,26 27 0,-26-26 0,26 26 15,-26-26-15,27 26 0,-1-27 16,0 27-1,0 0-15,1 0 16,-1 0-16,0 0 16,1 0-16,-27 27 15,26-27-15,0 26 0,-26 0 16,0 1-16,27-27 16,-27 26-16,0 0 0,0 1 15,0-1-15,26 0 16,-26 0-16,0 1 0,0-1 15,0 0-15,0 1 16,-26-27 47,26-27-48,0 1-15,0 0 16,26-1-16,-26 1 0,26-26 0,-26 25 15,53-25-15,-53 25 0,26 1 0,1 0 16,-1-1-16,0 1 0,1 26 0,-27-26 0,26 26 16,0 0-16,0 0 15,1 0-15,-1 0 0,0 52 16,1-25-16,-1-1 16,-26 0-16,26 1 0,-26-1 0,0 0 15,27 1-15,-27-1 0,0 0 0,0 27 16,26-27-16,-26 0 0,0 27 0,0-27 15,0 1-15,0-1 0,0 0 0,26 1 16,-26-1-16,0 0 0,0 1 16,27-27-16,-1 0 15</inkml:trace>
  <inkml:trace contextRef="#ctx0" brushRef="#br0" timeOffset="8606.48">13341 3894 0,'27'0'16,"-1"0"-16,0 0 15,0-26-15,1 26 16,-1-53-16,-26 27 16,26 26-16,-26-26 0,27 26 0,-27-26 15,0-1-15,0 1 16,0 0-16,-27 26 16,27-27-1,-26 27-15,0 0 16,-1 0-16,1 0 15,0 27 1,0-1-16,-1 0 16,27 1-16,-26-27 0,26 26 15,-26 0-15,-1 0 0,27 1 16,-26-1-16,26 0 16,0 1-16,0-1 0,0 0 15,53 1-15,-27-1 16,27-26-16,-27 0 15,0 26-15,0-26 0,1 0 16,-1 0-16,0 0 0,1-52 16,-1 25-16,0 1 15,-26 0 1,0-1-16,27 1 0,-27 0 0,0-1 16,0 1-16,0 0 0,0 0 15,0-1 1,0 54 31,0-1-32,0 0-15,26 0 0,-26 1 16,0-1-16,0 0 0,26 1 16,-26-1-16,0 0 0,27 1 15,-27-1-15,0 0 0,0 1 16,0-1-1</inkml:trace>
  <inkml:trace contextRef="#ctx0" brushRef="#br0" timeOffset="9062.2">13894 3658 0,'26'0'15,"0"0"1,1 0 0,-1 0-16,0 0 15,1 26-15,-1-26 16,0 0-16,-26 26 0,27-26 15,-27 27-15,26-1 16,-26 0 0,26-26-16,-26 26 0,0 1 15,0-1-15,27-26 16,-27 26-16,0 1 16,0-1-16,0 0 15,0 1-15,-27-27 16,27 26-16,-52-26 15,52-26 17,0-27-32,0 27 15,0-1-15,0 1 0,0-27 0,52 27 16,-52-26-16,0 25 0,0-25 0,0 25 16,27 1-16,-1 0 0,-26-1 0,26 27 15,1 0-15</inkml:trace>
  <inkml:trace contextRef="#ctx0" brushRef="#br0" timeOffset="9819.98">14841 3710 0,'26'0'0,"1"0"16,-27-26-16,26 26 0,0 0 0,-26-26 15,27-1 1,-27 1 0,0 0-1,-53 26-15,27 0 16,26-27-16,-27 27 15,1 0-15,0 0 0,0 0 16,-1 0-16,1 0 0,0 0 16,-1 0-1,1 27-15,0-27 16,26 26-16,-27-26 0,27 26 16,-26 1-16,0-1 0,26 0 15,-27 1-15,27-1 0,-26 0 16,26 0-16,0 1 0,0-1 15,0 0 1,26-26-16,1 0 16,25 0-16,-25 0 0,-1 0 15,0-52-15,1 52 0,-1-27 0,0 27 16,1-26-16,-1-26 0,0 25 16,0 1-16,1 0 15,-27 52 32,0 27-47,26-27 0,-26 0 16,0 0-16,0 1 0,0-1 0,0 0 15,0 1-15,0-1 0,26 0 0,-26 27 16,0-27-16,0 1 0,0-1 0,27 0 16,-27 1-16,0-1 0,0 0 15,0 0-15,0 1 0,0-1 0,-53-26 16,53 26-16,-26 1 15,-27-27 1,27 0-16,0 0 0,-1 0 0,1 0 16,0 0-16,-27 0 0,27-53 0,-1 53 15,1 0-15,0-26 0,-1 26 0,1-27 16,26 1-16,0 0 0,-26 0 0,26-1 16,0 1-16,0 0 0,0-27 15,52 27-15,-52-1 0</inkml:trace>
  <inkml:trace contextRef="#ctx0" brushRef="#br0" timeOffset="10188.7">15367 3552 0,'0'27'63,"0"-1"-47,0 0-16,27-26 0,-27 27 0,0-1 15,0 0-15,0 1 16,26-1-16,-26 0 0,0 0 15,0 1-15,0-1 16,0 0-16,0 1 16,0-1-16,26-26 0,-26 26 15,0 1 1,27-27 0</inkml:trace>
  <inkml:trace contextRef="#ctx0" brushRef="#br0" timeOffset="10302.36">15499 3394 0,'0'-26'0,"-26"26"0,-1 0 16,27 26-16,-26-26 16,26 53-16,-26-53 0</inkml:trace>
  <inkml:trace contextRef="#ctx0" brushRef="#br0" timeOffset="10775.18">15710 3605 0,'-27'0'16,"27"26"-1,0 1 1,0-1-16,0 0 0,0 1 16,0-1-16,0 0 0,0 0 0,0 1 15,27-1-15,-27 0 0,0 1 0,0-1 16,26 0-16,-26 1 0,0-1 16,0-52 46,0-1-62,26 1 0,-26 0 16,0-1-16,26 1 0,-26 0 0,27-1 15,-27-25-15,26 26 0,-26-1 0,0 1 16,26 26-16,-26-26 0,0-1 16,27 27-16,-1 0 15,0 53-15,1-27 16,-27 1-16,26 25 0,0-26 15,-26 1-15,27-1 0,-27 27 0,26-27 16,-26 0-16,26 1 0,-26-1 0,27 0 16,-27 1-16,26-1 0,-26 0 0,0 1 15,26-27-15,-26 26 0,0 0 0,26-26 16</inkml:trace>
  <inkml:trace contextRef="#ctx0" brushRef="#br0" timeOffset="12055.87">17815 3605 0,'0'26'78,"0"1"-63,0-1-15,0 0 0,0 1 16,0-1-16,0 0 16,0 0-16,0 1 0,0-1 15,0 0-15,52 1 0,-52-1 16,27 0-16,-1-26 0,-26 27 16,26-27-1,1 0 1,-27-27-1,26 27-15,-26-26 0,26 0 16,0-1-16,-26 1 16,27 0-16,-27-1 0,26 1 15,-26 0-15,0 52 47,0 0-31,0 27-16,0-27 15,0 1-15,0-1 0,53-26 16,-53 26-16,26 1 0,0-27 16,1 26-1,-1-26 1,0 0-16,-26-53 0,0 27 16,0 0-16,0-1 15,0 1-15,0 0 0,-26 26 0,26-27 16,0 1-16,-26 26 0,26-26 15,0 0-15,0-1 32,26 27-17,53 0-15,-53-26 0,27 26 16,0 0-16,-1 0 0,-26-26 0,27 26 16,0 0-16,-27 0 0,0-27 0,1 27 15,-1 0-15,0 0 16,-26 27 93,0-1-109,0 0 16,0 1-16,0-1 15,0 0-15,0 0 16,0 1-16,0-1 16,0 0-16,27-26 0,-27 27 0,0-1 15,26-26-15,-26 26 0,26-26 16,-26 27-16,27-27 16</inkml:trace>
  <inkml:trace contextRef="#ctx0" brushRef="#br0" timeOffset="12188.73">18972 3684 0,'0'-53'0,"0"1"0,-26-1 16,26 0-16,0 1 0,-52 25 0,52-25 15,-27 26-15,27-1 0,0 1 0,0 0 16,0 78 0,0 1-1,0-27-15</inkml:trace>
  <inkml:trace contextRef="#ctx0" brushRef="#br0" timeOffset="12858.97">19130 3973 0,'0'27'0,"27"-27"16,-1-53-1,0 53-15,-26-26 16,27 26-16,-1-53 0,0 27 0,1-1 15,-1 1-15,-26 0 0,26 0 0,1-27 16,-27 27-16,26-27 0,-26 27 0,26-27 16,-26 0-16,0 27 0,0-27 15,0 27-15,0-26 0,0 25 0,0 1 16,-52 0-16,52-1 0,-27 27 16,27-26-16,-26 26 0,0 0 31,26 26-31,0 1 15,-27-27-15,27 52 0,-26-25 16,26-1-16,0 0 0,0 0 16,0 1-16,0-1 0,0 0 0,0 1 15,0-1-15,0 0 0,0 1 16,26-1-16,-26 0 0,0 1 0,53-1 16,-53 0-16,0 1 0,0-1 0,53 0 15,-53 0-15,26 1 0,0-27 0,-26 26 16,26 0-16,1-26 0,-1 0 15,0 27-15,1-27 0,-1 0 16,0 0-16,1 0 0,-1-53 16,0 27-16,1-1 0,-27-25 15,26 26-15,-26-27 0,0 27 0,26-27 16,-26 0-16,0 1 0,0 25 0,0-25 16,0-1-16,-52 1 0,52 25 0,0 1 15,-27 0-15,27-1 0,-26 27 16,26-26-16,0 79 31,0-27-15,0 27-16,0-27 15,0 0-15,0 0 0,0 1 0,0-1 16,0 0-16,0 1 0,0-1 0,0 0 16,26 1-16,-26-1 0,0 0 0,27 1 15,-27-1-15,26 27 0,0-27 0,-26 0 16,27 0-16,-1 1 0,0-1 15,1 0-15,-1-26 0,0 0 16</inkml:trace>
  <inkml:trace contextRef="#ctx0" brushRef="#br0" timeOffset="13673.04">20420 3052 0,'0'27'47,"0"25"-31,0 1-16,0-27 16,0 1-16,0 25 0,0-25 0,0-1 15,0 26-15,0-25 0,0 25 0,0-25 16,0-1-16,0 27 0,0-27 15,0 0-15,0 1 0,26-27 0,-26 26 16,0 0-16,26-26 16,1-26 15,-1-27-31,0 27 16,-26 0-16,27-1 0,-27 1 15,26 26-15,-26-26 0,0-1 16,26 27-16,1 53 31,-27-27-15,26-26-16,-26 53 0,26-27 15,1 1-15,-27-1 0,0 0 16,26-26-16,-26 27 0,0-1 16,0 0-16,0 0 15,-26-26 1,-1 0-16,-25 0 15,25 0-15,1 0 0,0 0 16,-1 0-16,1 0 0,0 0 0,-1 0 16,1 0-16,26-26 0,-26 26 15,78-26 17,1 26-32,-27 0 0,27 0 15,-27-26-15,27 26 0,-27 0 0,27-27 16,-27 27-16,1 0 0,-1-26 0,0 0 15,0 26-15,-26-27 0,27 27 16,-27-26-16,26 0 0,-26-1 0,0 1 16,0 0-16,0-1 0,0 1 0,0 0 15,0-1-15,0 1 0,0 0 16,0 0-16,-26 26 0,26-27 16,-27 27-16,1 0 15,0 53-15,0-27 16,26 0-16,0 1 15,-27 25-15,27-25 0,0-1 0,0 27 16,0-27-16,0 0 0,0 1 0,53 25 16,-53-25-16,52-1 0,-25 0 0,-1 0 15,27 1-15,-27-1 0,27-26 0,-1 0 16,1 0-16</inkml:trace>
  <inkml:trace contextRef="#ctx0" brushRef="#br0" timeOffset="14261.76">22735 3368 0,'0'26'78,"0"1"-78,0-1 16,0 0-16,27 1 15,-27-1-15,26 0 0,-26 1 16,26-27-16,-26 26 0,27 0 0,-27 1 16,26-27-16,-26 26 0,26-26 15</inkml:trace>
  <inkml:trace contextRef="#ctx0" brushRef="#br0" timeOffset="14406.86">23025 3079 0,'0'-53'0,"0"27"0,-26 26 0,26-27 16,-27 1-16,27 52 31</inkml:trace>
  <inkml:trace contextRef="#ctx0" brushRef="#br0" timeOffset="15289.99">23656 3552 0,'0'-26'16,"0"0"-16,0-1 15,0 1-15,27 0 0,-27-1 16,0 1-16,0 0 15,0 0-15,0-1 0,0 1 16,0 0-16,-53-1 0,27 1 16,-27 26-16,1 0 15,25 0-15,1 0 0,0 0 16,-1 26-16,1-26 0,0 27 0,-1-27 16,27 52-16,-26-25 0,26-1 15,-26 0-15,26 0 0,0 1 0,0-1 16,0 0-16,0 1 0,0-1 0,0 0 15,0 1-15,26-1 0,27 0 16,-27-26-16,0 27 16,27-27-16,-27 0 0,1 0 0,-1 0 15,0 0-15,27-53 0,-27 53 0,0-26 16,1 26-16,-27-53 0,26 27 0,0-27 16,1 27-16,-27-27 0,26 1 0,-26-1 15,26 0-15,-26 1 0,0 25 0,0-25 16,0-1-16,0 0 0,0 27 0,0 0 15,-52 0-15,52-1 0,0 1 0,-27 26 16,27-26-16,0 78 31,-26-52-31,26 27 0,0 25 16,0-26-16,0 1 0,0-1 16,0 0-16,0 1 0,0-1 0,26 0 15,-26 27-15,0-27 0,0 1 0,27-1 16,-27 27-16,26-27 0,-26 0 0,26 0 15,1 27-15,-27-27 0,26 1 0,0-1 16,-26 0-16,27-26 0,-1 27 0,0-1 16,1-26-16,-1 0 15,0 0-15,0 0 0,1 0 16,-1-26-16,0 26 0,-26-27 16,27 27-16,-27-52 0,0 25 0,26 1 15,-26 0-15,0-1 0,0-25 0,0 26 16,0-1-16,0 1 0,0 0 15,0-1-15,-26 1 0,26 0 0,-27 26 16,27-27-16,-26 27 16,0 0-16,-1 53 15,27-27 1,-26 1-16,26-1 0,0 0 16,0 1-16,0-1 15,0 0-15,0 0 0,0 1 0,0-1 0,0 0 16,26 1-16,-26-1 0,0 0 0,53 1 15,-27-1-15,-26 0 16,27 1-16,-1-1 0,-26 0 0,26-26 16,-26 27-16,27-27 15,-1 0-15,0 0 16,-26-53-16,27 53 0,-27-53 16</inkml:trace>
  <inkml:trace contextRef="#ctx0" brushRef="#br0" timeOffset="16455.87">24393 3079 0,'0'-27'16,"0"1"0,0 79 15,0-1-31,0-25 0,0 25 16,0-25-16,0 25 0,0-25 0,0 25 15,0-26-15,0 27 0,0-27 0,0 1 16,0-1-16,0 0 0,0 1 0,0-1 15,0 0-15,27-26 16,25 0 0,-52-52-16,27 52 0,-1-27 0,0 27 15,-26-52-15,26 25 0,1 1 0,-27 0 16,26-1-16,-26 1 0,26 26 16,-26-26-16,27 26 15,-27 52-15,26 1 16,0 0-1,-26-27-15,27 0 0,-27 1 0,26-1 16,0 27-16,-26-27 0,27 0 0,-1 1 16,0-1-16,1-26 15,-27 26-15,26-26 0,0 0 16,0-52-16,1 52 16,-1-53-16,-26 27 0,26-1 15,27-25-15,-27-1 0,1 27 0,-1-53 16,0 26-16,1 1 0,-1-27 0,0 26 15,-26-26-15,27 26 0,-27-26 0,0 27 16,0-27-16,0 26 0,0 1 0,0-27 16,0 26-16,-27 0 0,27 1 0,-52-1 15,52 1-15,-27 25 0,27-25 0,-52 25 16,52 1-16,-27 26 0,27-26 0,-26 26 16,26 26 30,0 0-46,0 1 16,0-1 0,0 0-16,-26-26 0,26 27 15,0-1-15,-27 0 0,27 1 16,0-1-16,0 0 16,0 0-16,0 1 15,0-1-15,0 0 0,0 1 16,0-1-16,0 0 0,27 1 0,-27-1 15,0 0-15,0 1 0,26-1 0,-26 0 16,0 1-16,26-1 0,-26 0 0,0 0 16,0 1-16,27-1 0,-27 0 0,0 1 15,26-1-15,-26 0 0,0 1 0,26 25 16,-26-25-16,27-1 0,-27 0 0,26 27 16,-26-27-16,26 0 0,-26 1 0,0-1 15,27-26-15,-27 26 0,0 1 16,0-1-16,-27-52 31,-25-1-15,25-25-16,1 25 15,0-25-15,26 26 0,-27-1 0,27 1 16,-26-27-16,26 27 0,0 0 16,0-1-16,0 1 0,26 0 15,27 26 1,-27 0-16,27 0 0,-27 0 15,1 0-15,-1 0 0,27 0 0,-27 0 16,0 0-16,0 0 0,1 0 16,-27 26 77,0 27-77,0-27 0,0 0-16,0 1 0,52-1 15,-52 0-15,27 1 0,-27-1 16,0 0-16,26 0 16,-26 1-16,0-1 0,26-26 0,-26 26 15,0 1-15,0-1 16</inkml:trace>
  <inkml:trace contextRef="#ctx0" brushRef="#br0" timeOffset="16589.54">25788 3079 0,'0'-53'0,"0"27"0,0-27 16,-53 27-16,53 0 0,0-1 0,-52 1 16,52 0-16,-27-1 0,27 1 15,0 79 16</inkml:trace>
  <inkml:trace contextRef="#ctx0" brushRef="#br0" timeOffset="17239.22">26235 2842 0,'0'-26'0,"0"-1"0,0 1 0,0 0 15,0-1-15,0 1 0,0-27 0,-52 27 16,52 0-16,0-1 0,0 1 0,-27 0 16,27 0-16,-26 26 15,0 0-15,-1 0 16,27 26-16,-26-26 0,0 52 16,-1-25-16,1-1 15,26 0-15,0 1 16,-26-1-16,26 0 0,0 1 15,0-1-15,0 0 0,0 1 16,0-1-16,0 0 16,0 1-16,0-1 0,26 0 0,-26 0 0,26 1 15,-26-1 1,27 27-16,-27-27 0,26 0 0,-26 1 0,26-1 16,-26 0-16,0 27 0,0-27 15,0 1-15,27-1 0,-27 0 0,0 0 0,0 1 16,0-1-16,0 0 15,-27-26-15,27-26 32,-26 26-32,26-53 0,-26 1 15,26 26-15,0-1 0,0 1 16,0 0-16,0-1 0,52 27 0,-52-26 16,27 26-16,-27-26 0,26 26 0,27-27 15,-27 27-15,0 0 31,-26 27 16,0-1-47,0 0 16,0 1-16,0-1 0,27 0 16,-27 1-16,0-1 0,0 0 15,26 0-15,0 1 16,-26-1-16,0 0 0,0 1 0,27-27 15,-27 26-15,26 0 0</inkml:trace>
  <inkml:trace contextRef="#ctx0" brushRef="#br0" timeOffset="18022.54">26446 3079 0,'0'-53'0,"-53"27"0,53-27 0,0 27 15,0 0-15,-26-1 0,26 1 0,0 52 31,0 27-15,0-27-16,52 27 0,-52-27 16,27 27-16,-27-27 0,52 0 0,-25 1 15,-27 25-15,26-25 0,0-27 0,1 26 16,-1-26-16,0 0 0,1 0 0,-1 0 16,-26-53-16,26 53 0,-26-26 15,27 26-15,-27-53 0,0 27 0,26 0 16,-26-1-16,0 1 0,0 0 15,0-1-15,0 1 0,0 0 16,-53 26-16,53-26 16,-26 26-1,0 52-15,26-26 16,-27-26-16,27 53 0,0-27 0,0 1 16,0-1-16,0 0 0,0 1 0,0-1 15,0 0-15,0 1 0,27-1 16,-27 0-16,0 1 0,52-1 0,-52 0 15,53 0-15,-53 1 0,26-1 0,1-26 16,-1 26-16,0 1 0,0-27 0,1 0 16,-1 26-16,0-26 0,1 0 0,-1 0 15,0 0-15,1 0 0,-1 0 0,0 0 16,1 0-16,-1-26 16,-26-1-16,26 1 15,-26 0-15,0-1 0,0 1 16,0 0-16,0 0 0,0-1 15,0 1-15,0 0 0,-26-1 16,26 1-16,-26 26 16,-1 0-16,27-26 0,-26 26 15,0 0-15,-1 0 16,1 52-16,26-25 16,-26-27-16,26 26 0,0 0 15,0 1-15,0-1 0,0 0 0,0 0 16,0 1-16,0-1 0,0 0 15,0 1-15,26-1 0,0 0 16,1-26 0,-1 0-16,0 0 0,1 0 0,-1-52 15,0 52-15,1-27 0,-1 1 16,0-27-16,0 27 0,1 0 0,-1-27 16,-26 27-16,0-27 0,0 27 0,0-27 15,0 1-15,0 25 0,0-25 0,0-1 16,-26 1-16,26-1 0,-27 27 0,27-27 15,-26 27-15,26-1 0,-52 1 0,25 0 16,1 26-16,0 0 16,-1 52-16,27-25 15,-26-27-15,26 52 0</inkml:trace>
  <inkml:trace contextRef="#ctx0" brushRef="#br0" timeOffset="18539.16">28051 2710 0,'0'-26'0,"-26"26"0,26 53 47,0-27-32,0 0-15,0 27 0,0-27 16,0 1-16,0-1 0,0 0 0,0 27 16,26-27-16,-26 0 0,0 1 0,0-1 15,0 0-15,0 27 0,26-27 16,-26 1-16,27-27 31,-27-27-31,26 27 16,-26-52-16,26 52 0,-26-27 0,27 1 15,-27 0-15,26-1 0,0 1 16,-26 0-16,26 26 16,1 0-1,-1 0-15,0 52 16,1-25-16,-1 25 16,-26-25-16,26-1 0,-26 0 0,27 1 15,-27 25-15,0-25 0,0-1 0,0 0 16,0 0-16,0 1 0,-27-1 15,27 0-15,-52-26 0,25 27 16,-25-27-16,25 0 16,1 0-16,26-27 15,0-25-15,0 25 16,0-25-16</inkml:trace>
  <inkml:trace contextRef="#ctx0" brushRef="#br0" timeOffset="19063.97">28604 3079 0,'0'-27'0,"-27"27"0,27-26 15,-26 0-15,26-1 16,0 1 0,53 26-16,-53-26 0,26 0 15,0 26-15,-26-27 16,27 27-16,-1 0 0,-26 27 15,0 25 1,0-26-16,0 27 16,0-27-16,0 1 0,-53 25 0,53-25 15,0 25-15,0-25 0,0-1 0,0 0 16,0 1-16,0-1 0,0 0 16,53-26-16,-27 0 0,27 0 15,-27 0-15,0-52 0,1 52 16,-1-53-16,0 27 0,1-1 0,-1-25 15,0 25-15,-26 1 0,0 0 0,27-27 16,-27 27-16,0-1 0,0 1 16,0 52 15,-27 53-31,27-52 16,0 25-16,-26-25 0,26 25 15,0 1-15,0 0 0,0 25 0,0-25 16,0 0-16,0-1 0,0 1 0,0 0 15,0-1-15,0-25 0,0 25 0,0 1 16,0-27-16,0 27 0,0-1 0,-53-25 16,53-1-16,-26 0 0,26 1 0,-53-1 15,27-26-15,0 26 0,-1-26 16,1 0-16,0 0 0,0-26 16,-1 26-16,1-53 0,0 1 15,-27 25-15,0-25 0</inkml:trace>
  <inkml:trace contextRef="#ctx0" brushRef="#br0" timeOffset="20722.34">21209 5263 0,'27'0'15,"-27"-27"32,0 1-47,0 0 16,-53 26 0,27-27-1,-1 27-15,1 0 16,0 0-16,-1 0 15,1 0-15,0 0 0,-1 0 16,1 0-16,0-26 0,-1 26 16,1 0-16,0 0 0,0 0 15,-1 0-15,1 26 16,0-26-16,-1 0 0,27 27 0,-26-27 16,0 26-16,-1-26 0,27 26 0,-26-26 15,0 27-15,-1-1 0,1 0 16,0-26-16,26 27 0,-27-27 15,27 26-15,-26-26 0,26 26 0,-26 1 16,26-1-16,-27-26 0,27 26 16,0 0-16,-26-26 0,26 27 15,0-1 1,0 0-16,0 1 16,0-1-16,0 0 15,0 1-15,0-1 16,0 0-16,0 1 15,0-1-15,0 0 16,26-26 0,-26 27-16,27-27 15,-27 26-15,26-26 0,-26 26 16,26-26-16,-26 26 16,27-26-16,-1 0 0,-26 27 15,26-27-15,1 26 16,-1-26-16,0 0 0,1 0 15,-1 0 1,0 26-16,1-26 0,-1 0 16,0 0-16,1 0 15,-1 0-15,0 0 0,0 0 16,1 0-16,-1 0 0,0 0 16,1 0-16,-1 0 15,0 0-15,1 0 0,-1 0 16,0 0-16,1 0 15,-27-26-15,26 26 16,0 0-16,27 0 344,-27 0-329,0 0-15,1 0 16,-27-53 78</inkml:trace>
  <inkml:trace contextRef="#ctx0" brushRef="#br0" timeOffset="21130.21">22920 5578 0,'26'27'47,"-26"25"-47,26-25 16,-26-1-16,0 27 0,0-27 0,27 0 15,-27 27-15,0-27 0,0 27 0,0-1 16,0-25-16,0-1 0,0 27 15,0-27-15,0 0 0,0 1 0,-27-1 16,27 0-16,-52 0 0,52 1 16,-27-27-16</inkml:trace>
  <inkml:trace contextRef="#ctx0" brushRef="#br0" timeOffset="21461.29">23209 5578 0,'-26'-26'0,"-1"0"0,27-1 15,-26 1-15,26 0 16,53 26-16,-1 0 16,-25 0-16,25 0 0,1 0 0,0 26 15,-1-26-15,1 26 0,-27-26 0,27 53 16,-27-27-16,0 1 0,1-1 0,-27 0 15,0 1-15,0-1 0,0 0 0,0 1 16,-53-1-16,1 0 16,25-26-16,-25 27 0,-1-27 0,0 0 15,27 0-15,-27 0 0,1 0 16,-1 0-16,27 0 0,-27 0 0,27 0 16,26-27-16,52 27 15,-52-26 1</inkml:trace>
  <inkml:trace contextRef="#ctx0" brushRef="#br0" timeOffset="22006.06">23999 5868 0,'0'-26'0,"0"-1"16,26 27-1,-26-26-15,26 0 16,-26-1-16,26 27 0,1-26 16,-27 0-16,0-1 15,0 1-15,0 0 16,-27 26-1,1-27-15,-26 27 16,25 0-16,1 0 0,0 0 16,-1 53-16,1-53 0,0 26 0,-1-26 15,27 53-15,-26-27 0,0-26 0,26 27 16,-27-1-16,27 0 0,-26 1 0,26-1 16,0 0-16,0 0 0,0 1 15,0-1-15,53 0 0,-27-26 16,27 0-16,-27 0 15,27 0-15,-27 0 0,0 0 16,1-26-16,-1 26 0,0-26 0,0 26 0,1-27 16,-1 27-16,-26-52 0,26 52 0,-26-26 15,27 26-15,-27-27 0,26 27 47,-26 27-31,26-1-1,-26 0 1,27-26-16,-27 26 0</inkml:trace>
  <inkml:trace contextRef="#ctx0" brushRef="#br0" timeOffset="22338.86">24314 5526 0,'0'26'15,"53"0"1,-27 1 0,1-27-16,-1 26 0,27-26 15,-27 26-15,0-26 0,0 27 0,1-1 16,-1-26-16,-26 26 0,26 1 0,-26-1 15,27-26-15,-27 26 0,0 1 16,0-1-16,0 0 0,0 0 16,0 1-16,-27-27 0,1 0 31,26-27-31,-26 27 0,26-52 16,0 26-16,0-1 0,0-25 0,0 25 15,0-25-15,0-1 0,26 0 0,-26 1 16,53-1-16,-1 1 0,-25-1 0,-1 27 15</inkml:trace>
  <inkml:trace contextRef="#ctx0" brushRef="#br0" timeOffset="22922.36">25209 5763 0,'26'-27'47,"-26"1"-47,53 26 0,-53-26 15,26-1-15,-26 1 0,0 0 16,0-1-16,0 1 0,0 0 15,0-1 1,-26 27 0,0 0-16,26 53 15,-53-53-15,27 26 0,-1 1 16,1-27-16,0 26 0,26 0 0,-27 1 16,1-1-16,26 0 0,-26 1 15,26-1-15,0 0 16,0 1-16,0-1 0,52 0 0,-25 0 15,25-26-15,-25 0 16,-1 0-16,27 0 0,-27 0 0,0 0 16,1-26-16,-1 26 0,0-52 0,1 52 15,-1-27-15,-26 1 0,26 0 0,-26-1 16,26 1-16,-26 0 0,0-1 16,0 1-16,0 0 0,0-1 15,0 1-15,-26 26 16,0 0-1,26 53-15,0-27 16,0 27-16,-26-53 0,26 26 16,0 0-16,0 1 0,0-1 0,0 0 15,26 1-15,-26-1 16,26-26-16,-26 26 16,26-26-16</inkml:trace>
  <inkml:trace contextRef="#ctx0" brushRef="#br0" timeOffset="23856.04">25735 5473 0,'-26'0'32,"26"26"-32,53 1 15,-27-1 1,27 0-16,-27 1 15,0-27-15,1 0 0,-1 26 16,0-26-16,-26 26 0,26-26 0,-26 27 16,27-1-16,-27 0 0,0 1 15,0-1-15,0 0 16,-53 1-16,53-1 16,-26-26-16,26-26 46,0-1-30,0 1 0,0 0 46,0-1-46,0 1-16,0 0 15,0-1-15,52 1 0,-52 0 16,0-1-16,0 1 0,0 0 0,27-1 16,-27 1-1,26 26-15,0 53 47,-26-27-47,27-26 16,-27 26-16,26 1 0,-26-1 0,26 0 15,-26 1-15,27-1 0,-27 0 0,0 1 16,26-1-16,-26 0 0,0 1 16,0-1-16,0-79 47,-26 53-47,26-26 0,0-27 15,0 27-15,-27 0 0,27-1 16,0 1-16,0 0 0,0-1 0,0-25 15,0 25-15,0 1 0,0 0 0,27 26 16,-27-26-16,0-1 0,26 1 16,-26 0-1,26 26-15,1 0 0,-1 0 16,0 0-16,1 0 16,-1 0-16,-26 26 15,26-26-15,-26 26 0,26-26 0,-26 27 0,0-1 16,0 0-16,27 0 0,-27 1 15,0-1-15,0 0 0,26 1 16,-26-1-16,0 0 0,26 1 16,1-1-16,-1-26 15,0 0-15,1 0 0,-1 0 16,0 0-16,1 0 0,-1 0 0,0-26 16,27 26-16,-27 0 0,1-27 0,-1 27 15,0 0-15,-26-26 0,26 26 0,1 0 16,-27-26-16,26 26 15</inkml:trace>
  <inkml:trace contextRef="#ctx0" brushRef="#br0" timeOffset="29929.98">20472 6631 0,'0'-26'47,"27"26"-32,25 0 1,-25 0-16,-1 0 16,0 0-16,1 0 0,-1 0 0,0 0 15,1 0-15,-1 0 0,0 0 0,27 0 16,-27 0-16,0 0 0,27 0 0,0 0 16,-27 0-16,27 0 0,-1 0 0,1 0 15,0 0-15,-1 0 0,1 0 0,26 0 16,-27 0-16,1 0 0,0 0 0,26 0 15,-27 0-15,1 0 0,-1 0 0,27 0 16,-26 0-16,0 0 0,-1 0 0,1 0 16,0 0-16,-1 0 0,1-27 0,-1 27 15,-25 0-15,25 0 0,1 0 16,0 0-16,-1 0 0,1 0 0,0 0 0,-1-26 16,1 26-16,-27 0 0,27 0 15,-1 0-15,1 0 0,-27 0 0,27 0 16,0 0-16,-27 0 0,26-26 0,-25 26 15,25 0-15,-25 0 0,-1 0 0,0 0 16,27 0-16,-27 0 0,1 0 0,-1 0 16,0 0-16,27 0 0,-27 0 0,1 0 15,-1 0-15,26 0 0,-25 0 0,25 0 16,-25 0-16,-1-27 0,27 27 0,-27 0 16,27 0-16,-1 0 0,1 0 0,-27 0 15,27-26-15,-27 26 0,27 0 0,-27 0 16,27-26-16,-27 26 0,27 0 15,-27 0-15,27 0 0,-1 0 0,1 0 16,-1 0-16,-25 0 0,25-27 0,1 27 16,0 0-16,-1 0 0,1 0 0,0 0 15,-27 0-15,26 0 0,1-26 0,0 26 16,-27 0-16,27 0 0,-1 0 0,1 0 16,0 0-16,26 0 0,-27 0 0,1-26 15,26 26-15,-27 0 0,27 0 16,-26 0-16,0 0 0,26 0 0,-27 0 0,1 0 15,-1 0-15,1 0 0,0-27 16,-27 27-16,27 0 0,-1 0 0,1 0 0,-1 0 16,-25 0-16,25 0 0,1 0 15,-27 0-15,27 0 0,-27 0 0,1 0 16,-1 0-16,0 0 0,1 0 16,-80 27 93,27-27-109,-27 0 16,27 0-16</inkml:trace>
  <inkml:trace contextRef="#ctx0" brushRef="#br0" timeOffset="31405.06">27577 5631 0,'0'-26'0,"0"-1"16,-26 27 0,26-26-16,-53 26 15,27 0 1,0 0-16,-1 26 15,1 1-15,26-1 16,-26 0-16,26 1 16,0-1-16,0 0 15,26-26 1,0 0 0,1 0-1,-27-52-15,26 25 16,-52 27 31,26 27-47</inkml:trace>
  <inkml:trace contextRef="#ctx0" brushRef="#br0" timeOffset="45611.14">4184 8762 0,'0'26'63,"0"1"-48,0-1-15,0 0 16,0 1-16,0-1 16,0 0-16,0 1 0,0-1 15,0 0-15,0 1 16,0-1-16,0 0 15</inkml:trace>
  <inkml:trace contextRef="#ctx0" brushRef="#br0" timeOffset="46671.02">4631 8604 0,'0'-26'16,"0"0"-1,0-1 1,0 1-16,0 0 16,-52 26-16,52-27 0,-27 1 15,1 26 1,0 0-16,-1 0 16,27-26-16,-26 26 0,0 0 0,-1 0 15,1 0-15,0 0 16,-1-27-16,1 27 0,0 0 15,-1 0-15,1 0 16,0 0-16,-1 0 16,1 0-16,26 53 0,-26-53 0,0 0 15,-1 0-15,1 0 0,0 0 16,-1 0-16,1 0 16,26 26-16,-26-26 0,-1 0 15,27 27 1,-26-27-16,26 26 0,-26-26 0,26 26 15,-27-26-15,27 27 0,-26-27 16,26 26-16,0 0 0,-26-26 0,26 27 16,-27-27-16,27 26 0,-26 0 0,0 1 15,26-1-15,0 0 0,-27 0 16,27 1-16,-26-1 0,26 0 16,0 1-16,-26-1 0,26 0 15,0 1-15,0-1 16,-26 0-16,26 1 15,0-1-15,0 0 16,0 1-16,0-1 16,0 0-16,0 0 15,0 1-15,26-1 16,-26 0-16,26-26 16,-26 27-16,26-27 0,-26 26 15,27-26-15,-27 26 0,26-26 0,-26 27 16,26-1-16,1-26 15,-27 26-15,26-26 0,0 27 16,1-27-16,-1 26 0,0-26 16,1 0-16,-27 26 15,26-26-15,0 0 0,1 0 0,-1 0 16,0 27-16,1-27 16,-1 0-16,0 0 0,0 0 15,-26 26-15,27-26 0,-1 0 16,0 0-16,1 0 0,-1 0 15,0 0-15,1 0 0,-1 0 0,0 0 16,1 0-16,-1 0 0,0 0 0,1 0 16,-1 0-16,0-26 0,1 26 15,-1 0-15,0 0 0,-26-27 0,26 27 16,1-26-16,-1 26 0,0 0 0,-26-26 16,27-1-16,-1 1 0,0-27 15,1 27-15,-27 0 0,0-27 0,26 27 16,-26-27-16,0 1 0,0-1 15,0-26-15,0 26 0,0 1 0,0-27 16,-26 26-16,26 1 0,-53-1 0,53 0 16,-26 1-16,26 25 0,-53 1 0,53 0 15,-26-1-15,-1 1 0,1 26 16,0-26-16,0-1 0,-1 27 16</inkml:trace>
  <inkml:trace contextRef="#ctx0" brushRef="#br0" timeOffset="-171239.74">6657 9236 0,'27'0'16,"-27"26"-16,26-26 15,0 0 32,-26-53-47,27 27 16,-1 0-16,-26 0 0,26-1 15,-26 1-15,27 0 0,-27-1 0,0-25 16,26 25-16,-26 1 0,0-27 0,26 27 16,-26-27-16,0 1 0,26 26 15,-26-27-15,0 0 0,27 1 0,-27 25 0,0-25 16,26 25-16,-26-25 0,0 25 0,0 1 16,0 0-16,0-27 0,0 27 0,0 0 15,0-1-15,0 1 0,0 0 0,0-1 16,0 1-16,0 0 15,-26-1-15,26 1 0,-27 0 16,1 26 15,0 0-31,0 0 0,-1 0 16,27 26-16,-26-26 0,0 0 0,26 26 16,-27-26-16,27 27 0,-26-27 15,26 26-15,0 0 0,0 1 16,0-1-16,0 0 0,0 1 15,0-1-15,0 0 0,0 1 16,0-1-16,0 0 0,26 0 0,-26 1 16,0-1-16,27 0 0,-27 1 15,0-1-15,26 27 0,-26-27 0,0 0 16,0 1-16,26 25 0,-26-25 0,0-1 16,0 0-16,0 0 0,0 1 0,0-1 15,27 0-15,-27 1 0,0-1 0,0 0 16,0 1-16,0-1 0,0 0 0,26 1 15,-26-1-15,0 0 0,26 1 16,0-1-16,-26 0 0,27 0 16,-1 1-16,-26-1 15,26-26-15,-26 26 16,27-26-16,-27 27 0,26-27 0,0 0 16,1 0-16,-1 26 0,0-26 15,1 0-15,-1 0 0,0 0 16,1-26-16,-1-1 15,0-25-15,-26 25 0,27 1 16,-27 0-16,0 0 0,0-1 0,0 1 16,0 0-16,0-1 0,0 1 0,0 0 15,0-1-15,0 1 0,-27 26 0,27-26 16,0-1-16,0 54 62,0-1-46,0 0-16,0 1 16,0-1-16,0 0 15,0 1-15,0-1 16,0 0-16,0 1 16,0-1-16,27 0 0,-27 0 15,0 1-15,26-1 0,-26 0 16,26 1-16,0-27 15,-26 26-15,27-26 0,-1 0 16</inkml:trace>
  <inkml:trace contextRef="#ctx0" brushRef="#br0" timeOffset="-171103.88">7499 8762 0,'0'-26'0,"0"0"0,0-1 15,53 27 32</inkml:trace>
  <inkml:trace contextRef="#ctx0" brushRef="#br0" timeOffset="-169140.03">7815 8815 0,'26'0'31,"-26"52"-15,27-52-1,-1 27-15,-26-1 16,26 0-16,-26 1 0,0-1 16,27 0-16,-27 1 0,0-1 0,26 0 15,-26 1-15,0-1 0,0 0 16,0 0-16,0 1 16,0-1-16,-26-52 46,26-27-46,0 27 16,0 0-16,-27-1 0,27 1 0,0 0 16,0-27-16,-26 27 0,26-1 15,0-25-15,0 25 0,0 1 0,0 0 16,0-1-16,0 1 0,0 0 0,53 0 16,-53-1-16,26 27 0,0 0 15,1 0-15,-1 0 16,0 27-16,1-1 15,-27 0-15,26-26 0,-26 53 16,0-27-16,0 0 0,0 1 16,0-1-16,0 0 0,0 1 15,0-1-15,0 0 0,-26 1 0,26-1 16,0 0-16,0 1 0,0-1 16,-27 0-16,27 0 0,0 1 15,0-1-15,0 0 0,0 1 16,53-27-16,-53 26 15,26-26-15,1 0 0,-1 0 16,0 0-16,1 0 16,-1 0-16,-26-26 0,26 26 15,0-27-15,1-25 0,-1 25 16,-26 1-16,0 0 0,0 0 0,0-1 16,0-25-16,0 25 15,0 1-15,0 0 0,0-1 0,-26 1 0,26 0 16,-27-1-16,1 1 15,0 26 1,0 0 0,26 26-16,0 1 15,0-1 1,0 27-16,0-27 0,0 0 16,52 1-16,-52-1 15,26 0-15,-26 1 0,0-1 0,27 0 16,-1 0-16,0 1 15,1-1-15,-1 0 16,0-26-16,1 27 0,-1-27 0,0 0 16,-26 26-16,27-26 0,-1 0 0,0 0 15,1 0-15,-1 0 16,0 0-16,0 0 0,-26-26 16,27 26-16,-1 0 0,0-27 0,1 1 15,-1-27-15,0 53 16,-26-26-16,0 0 0,27 26 0,-27-26 15,0-1-15,0 1 0,0 0 0,0-1 16,0 1-16,0 0 0,0-1 0,-53 1 16,53 0-16,0-1 0,-26 1 0,26 0 15,-27-1-15,27 1 16,-26 26-16,0 0 31,-1 0-15,27 26-16,-26-26 0,26 27 0,-26-27 15,26 26-15,-26-26 0,26 26 0,-27 1 16,27-1-16,0 0 0,0 1 0,-26-1 16,26 0-16,0 1 0,0-1 0,0 0 15,0 1-15,0-1 0,0 0 16,0 0-16,0 1 0,26-27 0,-26 26 16,53-26-16,-53 26 0,26-26 15,0 0-15,1 0 0,-1 0 0,0 0 16,1 0-16,-27-26 15,26 26-15,0-53 0,1 27 16,-27 0-16,26 0 0,-26-1 0,26 1 16,-26 0-16,0-1 0,0 1 0,0 0 15,0-1-15,0 1 0,0 0 16,0-1-16,0 54 62,0-1-62,0 0 16,0 1-16,0-1 0,0 0 16,0 1-16,0-1 15,27 0-15,-1 1 0,-26-1 16,26-26-16,-26 26 0,27-26 0,-27 26 16,26-26-16,0 27 0,1-27 15,-1 0-15,0 0 0,0 0 16,1 0-16,-1 0 0,0-53 0,1 53 15,-1-26-15,0 0 0,1-1 16,-1 1-16,0 0 0,-26-27 0,27 27 16,-27-27-16,26 27 0,-26-27 0,0 0 15,0 1-15,0-1 0,0 1 16,0-1-16,0 0 0,0 27 0,-26-27 16,26 27-16,0 0 0,-53-1 0,53 1 15,-26 26-15,-1-26 0,1 26 16,0 0-1,-1 26-15,1-26 0,26 53 0,-26-53 16,-1 26-16,27 0 0,-26 1 0,0-1 16,26 0-16,0 1 0,0-1 0,0 0 15,0 1-15,26-27 16,0 0-16,27 0 16,0 0-16,-27-27 0,0 27 15,1 0-15,-1-26 0,0 26 0,1 0 16,-1 0-16,-26-26 0,26 26 15,1 0-15,-1 0 0,0 52 16,1-25 0,-1-1-16,-26 0 0,0 1 0,26-1 15,-26 26-15,0-25 0,0-1 0,0 27 16,26-27-16,-26 0 0,0 27 0,27-27 16,-27 1-16,26-1 0,-26 0 0,26 1 15,-26-1-15,27 0 0,-1-26 0,0 26 16,1-26-16,-1 0 0,0 0 0,1 0 15,25 0-15,-25 0 0,25 0 16,-26-26-16,27 26 0,0-52 0,-27 52 0,0-53 16,27 27-16,-27-1 0,1 1 15,-1 26-15,0-26 0,1-1 0,-27 1 16,26 26-16,-26-26 0,0-1 16,-26 27 30,-27 0-46,27-26 16,-1 26-16</inkml:trace>
  <inkml:trace contextRef="#ctx0" brushRef="#br0" timeOffset="-167972.85">7184 9736 0,'0'26'15,"26"-26"1,0 0-1,1 0-15,-1 26 16,0-26-16,1 0 0,-1 0 16,0 0-16,0 0 0,1 0 0,-1 0 15,0 0-15,1 0 0,-1 0 16,0 0-16,1 0 0,-1 0 0,0 0 16,1 0-16,25-26 0,-25 26 0,-1 0 15,0 0-15,0-26 0,27 26 0,-27 0 16,1 0-16,25 0 0,-25 0 0,-1 0 15,0 0-15,1 0 0,-1 0 0,0 0 16,1 0-16,-1 0 0,27 0 0,-27 0 16,0 0-16,27 0 0,-27 0 0,27 0 15,-27 0-15,27 0 0,-27 0 0,27 0 16,-27-27-16,0 27 0,1 0 0,25 0 16,-26-26-16,1 26 0,-1 0 15,0 0-15,1 0 0,-1 0 0,0-26 0,1 26 16,-1 0-16,0 0 0,1 0 15,-1 0-15,0 0 0,1 0 16,-1 0-16,0 0 0,1 0 0,-1 0 16,0 0-16,0 0 0,1 0 0,25 0 15,-25-27-15,-1 27 0,0 0 0,1 0 16,-1 0-16,0 0 0,1 0 0,-1 0 16,0 0-16,1 0 0,-1-26 15,0 26-15,1 0 0,-1 0 0,0 0 0,0 0 16,1 0-16,-1-26 0,0 26 15,1 0-15,-1 0 16,0 0-16,1 0 0,-1 0 16,0 0-16,1 0 0,-1 0 15,0-26-15,1 26 0,-1 0 0,0 0 16,0 0-16,1 0 0,-1 0 16,0 0-16,1 0 0,-1-27 15,0 27-15,1 0 0,-1 0 0,0 0 16,1 0-16,-1 0 0,0 0 0,1 0 15,-1 0-15,0 0 0,1 0 0,-1 0 16,0 0-16,0 0 0,1 0 0,-1 0 16,0 0-16,-26-52 140</inkml:trace>
  <inkml:trace contextRef="#ctx0" brushRef="#br0" timeOffset="-167756.56">11368 9288 0,'26'0'0,"-26"27"16,26-27 15,1 0-31,-1 0 15,-26-27 1,26 27-16,-26-26 0</inkml:trace>
  <inkml:trace contextRef="#ctx0" brushRef="#br0" timeOffset="-167623.9">11289 8815 0,'0'-27'16,"0"1"-16,-27 26 0,27-26 15,0 0-15,0-1 16,53 1 0</inkml:trace>
  <inkml:trace contextRef="#ctx0" brushRef="#br0" timeOffset="-165390.22">12920 8683 0,'0'27'78,"0"-1"-62,-26-26-1,26 26-15,-26 0 0,-1 1 16,27-1-16,-26-26 0,26 26 0,-26-26 16,26 27-16,-27-1 0,27 0 15,0 1-15,-26-1 0,26 0 16,0 1-16,0-1 0,0 0 15,0 1-15,0-1 0,26-26 16,-26 26-16,53-26 16,-27 26-16,1-26 0,-1 0 15,0 0-15,0 0 0,1 0 0,-1-52 16,0 52-16,1 0 0,-27-26 0,26 26 16,0-27-16,-26 1 0,27 0 15,-27-1-15,26 1 16,-26 0-16,0 52 47,0 27-47,0-27 15,0 0-15,0 1 16,0-1-16,0 0 0,26-26 16,-26 26-16,53-26 0,-27 27 15,1-27-15,-1 0 0,0 0 0,1 0 16,-1 0-16,0 0 0,0-27 15,1 27-15,-1-26 0,0-26 16,-26 25-16,0 1 0,0 0 16,0-1-16,0-25 0,-52 25 15,52 1-15,-53 0 0,27-1 0,0 1 16,-1 26-16,-25-26 0,25 26 0,1 0 0,0 0 16,-1 0-16,1 0 0,0 0 15,26 26 1,0 0-16,52-26 15,-52 27-15,53-27 0,0 0 16,-27 0-16,27 0 0,-27 0 0,26 0 16,1-27-16,-27 27 0,1-52 0,-1 52 15,0-53-15,1 53 0,-27-52 16,26 25-16,-26 1 0,26-27 0,-26 27 16,0 0-16,27-27 0,-27 27 0,0-1 15,0-25-15,0 25 0,0 1 0,0 0 16,-53 26-16,53-26 0,-26-1 0,-1 1 15,1 26-15,0 0 16,-1 0-16,27 26 16,-26 1-1,26-1-15,0 26 16,0-25-16,0-1 0,53 0 16,-53 1-16,0-1 0,26 0 15,-26 1-15,26-1 0,-26 0 0,27 27 16,-27-27-16,26 27 0,0-27 15,-26 27-15,27-27 0,-27 27 0,0-27 16,26 27-16,-26-27 0,26 0 0,-26 1 16,0-1-16,0 0 0,0 1 0,27-27 15,-27 26-15,0-79 32,26 27-17,-26 0-15,0-27 0,0 27 0,0-1 16,0 1-16,0-27 0,0 27 0,26 0 15,-26-1-15,26 27 16,-26-26-16,27 26 0,-1 0 16,0 0-1,1 0-15,-27 26 0,26-26 16,-26 27-16,26 25 0,-26-25 16,0-1-16,0 0 0,0 1 15,0-1-15,27 0 0,-27 1 16,0-1-16,0 0 0,26-26 15,-26 27-15,0-1 16,26-26-16,1 0 0,-1 0 16,0 0-16,1 0 15,-1-53-15,0 27 16,1 26-16,-1-53 0,-26 27 0,26 0 0,0-1 16,-26 1-16,0 0 0,27-1 15,-27 1-15,0 0 0,0-1 0,0 1 16,0 0-16,0 0 0,-53-1 0,53 1 15,-26 26-15,26-26 0,-53 26 0,27-27 16,0 27-16,-1 0 31,27 53-31,0-27 0,-26-26 16,26 27-16,0 25 0,0-26 16,0 1-16,0-1 0,0 0 15,0 1-15,26-1 0,-26 0 16,27 1-16,-27-1 0,26 0 15,-26 1-15,26-27 0,-26 26 0,27 0 16,-1-26-16,-26 27 0,26-27 0,0 26 16,1-26-16,-1 0 15,0-53-15,1 27 16,-1 26-16,0-53 0,-26 27 16,27-27-16,-27 27 0,26-27 0,-26 27 15,0 0-15,26-27 0,-26 27 0,0-27 16,0 27-16,0 0 0,0-1 15,0 1-15,0 52 47,0 1-31,0 25-16,0-25 16,0-1-16,0 0 0,0 27 0,0-27 15,0 0-15,0 1 0,0-1 0,53 27 16,-53-27-16,0 0 0,26-26 0,-26 27 15,27-1-15,-1-26 0,0 26 16,1-26-16,-1 0 16,0 0-16,-26-52 0,26 52 0,-26-27 15,27 27-15,-27-52 0,26 25 0,-26 1 16,0-27-16,26 27 0,-26 0 16,0-27-16,0 27 0,0-27 0,0 27 15,27 0-15,-27-1 0,0 1 0,0 0 16,0 52 15,0 0-15,26-26-16,-26 53 0,0-27 15,26 1-15,-26-1 0,27-26 0,-27 26 16,26 0-16,0 27 0,-26-27 16,27 1-16,-27-1 0,0 0 15,26 1-15,-26-1 0,0 0 0,26-26 16,-26 27-16,0-1 0,0 0 15,0 1-15</inkml:trace>
  <inkml:trace contextRef="#ctx0" brushRef="#br0" timeOffset="-164273.48">15604 8262 0,'0'53'47,"0"-27"-32,0 0-15,27-26 0,-27 27 16,26-1-16,-26 0 0,26-26 15,-26 27-15,0-1 0,0 0 0,27 1 16,-27-1-16,0 0 0,26 27 0,-26-27 16,26 1-16,-26-1 0,26 26 0,-26-25 15,27-1-15,-27 27 0,26-27 0,-26 0 16,26 1-16,-26-1 0,0 0 16,27 1-16,-27-1 0,0 0 0,0 1 15,-53-1-15,27-26 16,-1-53-1,1 1-15,0 25 0,0-25 16,26 25-16,-27 1 0,1-27 0,26 27 16,0 0-16,-26-1 0,26 1 15,0 0 1,26 26-16,27 0 16,-1 0-16,-26 0 0,27 0 15,0 0-15,-27 0 0,27 0 0,-27 0 16,27 0-16,-27-26 15,0 26-15,-26-27 0,27 27 0,-27-26 16,0 0-16,0-1 0,0 1 0,0 0 16,0-1-16,0 1 0,0 0 15,0-1-15,-27 27 0,27-26 0,0 0 0,-26 26 16,26-27-16,-26 1 0,26 0 16,-27 26-16,80 26 46,-53 0-30,26-26-16,-26 53 0,27-27 0,-27 1 0,0-1 16,26 0-16,0 1 0,-26 25 15,0-25-15,26 25 0,-26 1 0,0-27 16,0 27-16,27-27 0,-27 27 0,0-27 16,0 0-16,0 1 0,0-1 0,0 0 15,0 1-15,26-27 0,-26-27 31,26 27-31,-26-26 16,0 0-16,27-27 0,-27 27 0,0-1 16,26 1-16,-26-27 0,0 27 0,0 0 15,26 0-15,-26-1 0,0 1 16,27 26-16,-1 0 31,-26 26-31,26-26 0,-26 53 0,0-27 16,27 0-16,-27 1 0,26-1 0,-26 0 15,26 1-15,-26-1 0,27 0 0,-1 1 16,0-1-16,1 0 0,-1 1 0,0-27 16,0 26-16,1-26 0,-1 0 0,0 0 15,1 0-15,-1 0 0,0 0 0,1-53 16,-1 53-16,0-26 0,1-27 16,-1 27-16,-26 0 0,0-27 15,0 27-15,26-1 0,-26-25 0,0-1 0,0 27 16,-52 0-16,52-1 0,-27 1 15,27 0-15,-26-1 0,0 27 16,-1 27 0,1 25-16,26-25 0,0-1 15,0 27-15,0-27 0,0 0 0,0 27 16,53-27-16,-53 27 0,52-27 0,-25 27 16,-1-27-16,27 0 0,-27 1 15,26-1-15,1-26 0,0 26 0,-1-26 16,1 27-16,0-27 0,-1 0 0,1 0 15</inkml:trace>
  <inkml:trace contextRef="#ctx0" brushRef="#br0" timeOffset="-161987.89">18709 8894 0,'-26'0'16,"26"-27"-16,-26 1 15,26-27 1,-27 53-16,27-26 16,0 0-16,-26 26 0,26-26 15,-26 26-15,26-27 0,-27 27 0,27-26 16,-26 26-16,0 0 0,0 0 0,-1-26 16,1 26-16,0 0 0,-1 0 0,1 0 15,0 0-15,-1 52 0,1-52 0,0 0 16,26 27-16,-27-27 0,1 26 0,0 0 15,-1 0-15,27 1 16,-26-1-16,26 0 16,0 1-16,0-1 0,0 0 15,0 1-15,0-1 0,0 0 16,0 1-16,26-1 0,1 0 16,25 1-16,-25-27 15,-1 26-15,27-26 0,-27 0 16,0 0-16,1 0 0,25-53 0,-25 53 15,-1-26-15,0 26 0,0-53 0,1 1 16,-1 25-16,0-25 0,-26 25 0,27-25 16,-27-1-16,0-26 0,0 27 15,0-1-15,0-26 0,0 26 0,-53 1 0,53-1 16,0 1-16,-26 25 0,26-25 0,0 25 16,-27 27-16,27-26 0,0 0 15,0 78 1,0-25-1,0-1-15,27 0 0,-27 1 16,0 25-16,26-26 0,-26 1 0,26-1 16,-26 0-16,27 27 0,-27-27 0,26 1 15,-26-1-15,26 27 0,-26-27 16,27 0-16,-1 1 0,-26 25 0,26-26 0,1 1 16,-1-1-16,-26 0 0,26 1 15,1-1-15,-1 0 0,-26 1 0,26-27 0,0 26 16,-26 0-16,27-26 0,-27 27 0,26-27 15,-26 26-15,26-26 16,1 0-16,-1 0 16,0-26-1,1 26-15,-27-53 16,26 53-16,-26-26 0,26 26 0,-26-53 16,27 27-16,-27-1 0,26 1 15,-26 0-15,0-1 0,0 1 16,0 0-16,0 0 15,0-1-15,-26 27 16,26-26-16,-53 26 0,27 0 16,-1 0-16,1 0 0,0 0 15,-1 26-15,1-26 16,0 27-16,-1 25 16,1-52-16,26 26 0,-26 1 0,26-1 15,-26 0-15,26 1 0,0-1 16,0 0-16,0 1 0,0-1 15,52 0-15,-52 1 0,26-27 16,27 26-16,-27-26 0,27 0 16,-27 0-16,1 0 0,-1 0 0,0 0 15,1 0-15,-27-26 0,26 26 0,-26-53 16,26 53-16,-26-26 0,27-1 0,-27 1 16,0 0-16,26-1 0,-26 1 0,0 0 15,0-1-15,0 1 0,0 0 0,0 0 16,0-1-1,0 54 17,0 25-32,0-26 15,0 27-15,0-27 0,0 1 0,0-1 16,0 0-16,26 1 0,1-1 16,-27 0-16,26 1 0,0-27 15,0 26-15,1-26 0,-1 26 0,0-26 16,1 0-16,-1 0 15,0 0-15,1-26 16,-1-27-16,-26 1 16,26 25-16,-26 1 0,27-27 15,-27 27-15,0-27 0,26 1 0,-26-1 16,0 1-16,0-27 0,0 26 0,0 0 16,0 1-16,0-1 0,-53 1 0,53-1 15,0 0-15,-26 27 0,26-27 0,-53 27 16,53 0-16,0-1 0,-26 27 15,26-26-15,0 52 47,0 1-47,26 25 16,-26-25-16,0-1 0,0 0 16,0 1-16,0-1 0,0 27 0,27-27 15,-27 26-15,26-25 0,-26 25 0,0-25 16,0 25-16,0 1 0,0-27 0,0 27 15,0 0-15,0-1 0,0 1 0,-26-27 16,26 0-16,0 27 0,-27-53 0,27 26 16,0 1-16,27-80 31,25 0-31,1 27 16,-27-27-16,27 27 0,0 0 0,-1 0 15,1-1-15,-1 1 0,1 0 0,-27-1 0,27 1 16,-27 26-16,1-26 0,-1 26 0,0 0 15,1 0-15,-27-27 16,-27 27 15,-25-26-15,25 26-16,1 0 0,0 0 16,-1 0-16,1 0 0,0 0 15,-1 53-15,1-53 16,26 26-16,-26 0 0,26 1 15,0-1-15,0 0 0,0 1 0,-27-1 0,27 0 16,0 0-16,0 27 0,0-27 0,53 1 16,-53-1-16,0 0 0,53 1 15,-27-1-15,27 0 16,-27-26-16,0 0 0,1 0 16,-1 0-16,-26-26 0,26 26 15,-26-53-15,27 53 0,-27-52 0,26 25 16,-26 1-16,0 0 0,0-27 0,0 1 15,0 25-15,0-25 0,0-1 0,0 27 16,0-27-16,0 27 0,0-1 0,0 1 16,-26 26-16,26 26 31,0 27-15,0 0-16,0-27 0,0 27 15,0-27-15,0 27 0,0-1 0,0-26 16,52 27-16,-52 0 0,0-27 0,26 27 15,-26-27-15,27 0 0,-27 1 0,0-1 16,26 0-16,-26 1 0,26-27 0,1 26 16</inkml:trace>
  <inkml:trace contextRef="#ctx0" brushRef="#br0" timeOffset="-159266.36">21499 8788 0,'0'27'16,"26"-27"46,0-53-46,1 27-16,-1 0 0,-26-1 16,26 1-16,1-27 0,-1 27 0,-26 0 15,26-27-15,1 27 0,-1-1 0,0 1 16,0 0-16,-26-1 0,27 1 15,-27 0-15,26 0 0,-26-1 0,0 1 16,26 26-16,-26-26 0,0-1 16,-52 27-1,25 0-15,1 0 16,0 0-16,0 0 0,-27 27 0,27-27 16,-1 26-16,1-26 0,0 26 15,-1-26-15,27 27 0,-26-1 0,26 0 0,0 0 16,0 1-1,26-1 1,27-26-16,-27 0 0,1 0 16,25 26-16,-25-26 0,25 0 0,-26 27 15,27-27-15,-27 26 0,27-26 0,-27 26 16,1 1-16,-1-1 0,0 0 0,1-26 16,-1 27-16,-26-1 0,0 0 0,26 1 15,-26-1-15,0 0 0,0 0 0,0 1 16,0-1-16,-26 0 0,26 1 0,-53-27 15,53 26-15,-52-26 0,25 26 0,1-26 16,-27 0-16,27 0 0,0 0 16,26-52-16,-27 52 0,27-53 0,0 27 15,0-27-15,0 27 0,0-27 0,79 1 16,-52-1-16,-1 27 0,27-27 0,-1 27 16,-25-27-16,25 27 0,-25-1 15,-1 1-15,0 0 0,0 26 0,1-26 16,-27-1-16,26 1 0,-26 0 15,0-1 1,0 1-16,-26 26 16,26-26-16,-27 26 15,27 26 32,0 27-47,0-27 16,27 0-16,-27 1 0,0-1 15,26 0-15,-26 0 0,26 27 0,-26-27 16,0 1-16,0-1 0,27 27 0,-27-27 16,0 27-16,26-27 0,-26 27 0,0-27 15,0 0-15,0 0 16,0 1-16,26-27 16,-26-53-1,0 27 1,27 0-16,-27-1 0,0-25 0,0 25 15,26 1-15,-26 0 0,26-1 0,-26 1 16,27 0-16,-27-1 0,0 1 0,26 26 16,0 0-1,1 0 1,-27 26-16,26 1 16,0 25-16,-26 1 15,27-27-15,-27 1 0,26-1 16,-26 0-16,0 1 0,26-27 0,-26 26 15,26 0-15,-26 0 0,27-26 16,-27 27-16,26-27 16,-26 26-16,26-26 15,1 0 1,-1-53-16,0 1 0,1 52 16,-27-26-16,26-1 0,-26 1 0,26-27 15,-26 27-15,0 0 0,27-1 0,-27 1 16,0 0-16,0-1 0,0 1 15,-53 26 1,27 26 15,-1-26-31,27 27 0,-26-27 0,26 26 16,0 27-16,0-27 16,0 0-16,0 1 0,53-1 15,-53 0-15,26-26 0,-26 27 0,26-1 16,1 0-16,-1-26 15,0 26-15,1-26 16,-1 0-16,-26-26 16,0-26-1,0 25-15,0-25 0,0 25 16,-26 1-16,26 0 0,-27-1 0,27 1 16,-26-27-16,0 27 15,26 0-15,-27 26 0,27-27 0,0 1 16,0 0-1,27 26-15,25 0 16,1-26-16,-27 26 0,0 0 16,1 0-16,-1 0 0,0 0 15,1 0-15,-1 26 0,0 0 16,-26 0-16,27 1 16,-27-1-1,0 0-15,26-26 0,-26 27 16,0-1-16,0 0 0,0 1 15,0-1-15,0 0 0,0 1 0,0 25 16,0-25-16,0-1 0,0 0 0,0 0 16,0 1-16,26-27 15,1 26-15,25-26 16,-25 0-16,-1-53 16,0 53-16,1-26 0,-1-26 15,-26 25-15,26 1 0,-26-27 0,0 27 16,26 0-16,-26-27 0,0 27 0,0-1 15,0 1-15,0 0 0,0 52 79,0 0-79,0 1 15,0-1-15,0 0 16,0 1-16,0-1 0,0 0 15,0 1-15,0-1 16,0 0-16,27 1 0,-27-1 16,26-26-16,-26 26 0,26-26 0,-26 26 15,27-26-15,-27 27 0,26-27 0,0 0 16,1 0-16,-1 0 16,0 0-16,1 0 0,-1-27 15,0 1-15,1 26 0,-27-52 0,26 25 16,-26 1-16,0 0 0,26-1 15,-26 1-15,0 0 0,0-27 0,0 27 16,-52-1-16,52 1 0,-53 0 0,27-1 16,-1 27-16,1 0 0,0 0 15,-1-26-15,1 26 0,0 0 16,26 53 0,26-53-1,0 0-15,27 0 16,-27 26-16,1-26 0,-1 0 15,0 0-15,1 0 0,-1 0 0,0 0 16,0-26-16,1 26 0,-1-27 16,0 1-16,1 26 0,-27-52 15,26 25-15,-26 1 0,0 0 16,0-1-16,0 1 16,0 0-16,-26 26 15,26-27-15,-27 27 16,1 0-16,0 0 15,26 53-15,-27-53 0,27 26 16,-26 1-16,26-1 16,0 0-16,0 1 15,53-1-15,-53 0 16,26 0-16,27 1 16,-27-1-16,0 0 15,1-26-15,-1 27 0,-26-1 0,26 0 16,1 1-16,-1-27 0,-26 26 15,26 0-15,1 1 0,-27-1 0,26-26 16,-26 26-16,0 1 0,26-27 0,-26 26 16,0 0-16,0 0 15,0 1-15,-52-27 16,52 26-16,-53-26 0,27 0 16,-1 26-16,1-26 0,-27 27 0,27-27 15,-27 0-15,27 0 0,0 26 0,-27-26 16,27 0-16,0 0 15,26-26-15,-27 26 0,27-53 0,-26 0 16,26 27-16</inkml:trace>
  <inkml:trace contextRef="#ctx0" brushRef="#br0" timeOffset="-157206.83">25314 8341 0,'27'0'16,"-1"0"-1,0 0-15,-26-26 16,27 26-16,-1 0 0,0 0 0,-26-26 15,26 26-15,1 0 0,-1 0 16,0 0-16,1 0 0,-1 0 16,0 0-16,1 0 0,-1 0 0,0 0 15,1 0-15,-1 0 0,0 0 0,27-27 16,-27 27-16,1 0 0,-1 0 0,0 0 16,27 0-16,-27 0 0,0 0 0,1-26 15,-1 26-15,0 0 0,1 0 16,-27-26 31,0-1-47,0 1 15,0 0-15,-27-1 16,27 1 0,0 52 15,0 1-16,0 25-15,0-25 0,0-1 16,0 0-16,0 1 0,0-1 16</inkml:trace>
  <inkml:trace contextRef="#ctx0" brushRef="#br0" timeOffset="-156724.08">27156 7920 0,'-26'0'0,"26"26"16,0 1 0,0-1-1,0 0-15,0 1 16,26-27-16,-26 26 0,0 0 0,27 1 16,-27-1-16,0 0 0,26 1 15,-26-1-15,26 0 0,-26 1 0,0-1 16,0 0-16,27 0 0,-27 1 0,0-1 15,0 0-15,0 1 0,0-1 16,0 0-16,0 1 0,0-1 16,-27-26-1</inkml:trace>
  <inkml:trace contextRef="#ctx0" brushRef="#br0" timeOffset="-156423.27">27235 8157 0,'0'-26'0,"0"-1"0,-52 1 15,52 0-15,0-1 0,-27 1 0,27 0 16,-26-1-16,26 1 16,0 0-16,0 0 15,53-1 1,-27 27-16,0 0 16,1 0-16,-1 0 0,0 0 0,0 0 15,1 0-15,-1 27 0,0-1 16,1-26-16,-27 52 0,26-25 0,-26-1 15,26 0-15,-26 1 0,0-1 16,0 0-16,0 1 0,0-1 16,0 0-16,0 1 15,-26-27-15,0 0 16,26 26-16,-27-26 0,-25 0 16,25 0-1</inkml:trace>
  <inkml:trace contextRef="#ctx0" brushRef="#br0" timeOffset="-155337.4">27893 8025 0,'-26'0'15,"26"27"32,-27-1-31,27 0 0,-26-26-16,26 27 0,0-1 15,0 0 1,0 1-16,0-1 0,0 0 15,0 1-15,0-1 16,0 0-16,26-26 0,-26 26 0,0 1 16,53-27-16,-53 26 0,26-26 15,1 0-15,-1 0 16,0 0 0,1 0-16,-27-26 15,26-27-15,-26 1 16,0 25-16,0 1 0,0 0 15,0-1-15,-53 1 0,53 0 0,-52 26 16,52-27-16,-27 27 0,27-26 0,-52 26 16,25 0-1,27 26 17,27-26-32,25 27 15,1-27-15,-27 0 16,1 0-16,-1 0 0,0 0 15,1 0-15,-27-53 0,26 53 0,-26-26 16,26 26-16,-26-27 0,0 1 16,0 0-16,0-1 15,0 1 1,-26 26-16,0 0 16,26 53-1,-27-53-15,1 26 0,0 0 16,26 1-1,0-1-15,0 0 0,0 1 16,26-27-16,-26 26 16,53-26-16,-53 26 0,26-26 15,-26 27-15,53-1 0,-27 0 16,0-26-16,-26 27 0,26-1 0,1 0 16,-1 0-16,0 1 15,-26-1 1,-26-26 15,0 0-15,-1 0-16,1-26 15,26-27 1,0 27-16,0 0 0,0-1 0,53 1 16,-53 0-16,52-1 0,-25 1 15,-27 0-15,26 26 0,0 0 16,1 26 62,-27 0-62,52-26-16,-52 27 0,0-1 15,0 0 1,27-26-16,-27 27 0,0-1 15,0 0-15,0 0 16,26-26-16,-26 27 16,26-27-1,-26 26-15</inkml:trace>
  <inkml:trace contextRef="#ctx0" brushRef="#br0" timeOffset="-155190.61">28761 7946 0,'-26'-26'0,"-26"0"16,52 78 31</inkml:trace>
  <inkml:trace contextRef="#ctx0" brushRef="#br0" timeOffset="-154857.87">28814 8025 0,'26'0'47,"-26"27"-47,27-27 16,-27 26-16,26-26 0,-26 53 0,26-53 15,-26 26-15,27 0 0,-27 1 0,26-1 16,-26 0-16,0 1 0,26-1 0,1 0 16,-27 0-16,0 1 15,26-27-15,-26-27 32,0 1-17,26 26-15,-26-26 16,0 0-16,0-1 15,27 27 1,-27-26 0</inkml:trace>
  <inkml:trace contextRef="#ctx0" brushRef="#br0" timeOffset="-154137.84">28919 7736 0,'0'26'0,"0"1"31,27-1 0,-27 0-31,26 1 16,-26-1-16,0 0 16,0 0-16,26 1 0,-26-1 15,27 0-15,-1 1 16,-26-1-16,26 0 0,-26 1 0,27-1 15,-27 0-15,26 1 0,-26-1 0,0 0 16,26 1-16,-26-1 0,0 0 0,0 0 16,0 1-16,0-1 0,-26-79 47,26 27-32,-53 0-15,53 0 0,0-1 16,-26 1-16,26 0 0,0-1 15,0 1-15,0 0 16,53 26-16,-27-27 0,26 27 16,-25 0-16,-1 0 0,27 0 15,-27 0-15,0 0 0,1 0 0,-1 0 16,0 0-16,-26 27 62,0-1-46,0 0-16,0 1 16,27-1-16,-27 0 15,26 1-15,-26-1 16,26-26-16,-26 26 0,0 0 16,27-26-16,-1 0 46,-26-52-46</inkml:trace>
  <inkml:trace contextRef="#ctx0" brushRef="#br0" timeOffset="-153621.66">29656 7894 0,'0'-26'0,"0"-1"0,0 54 47,0-1-47,0 26 15,0-25-15,0-1 0,0 0 0,0 1 16,0 25-16,0-25 0,0-1 16,0 0-16,0 1 0,26-1 15,-26 0-15,27-26 0,-1 0 16,0 0 0,1 0-16,-27-26 0,26 26 0,0-53 15,1 1-15,-1 52 16,-26-27-16,26 1 0,-26 0 0,27-1 15,-27 1-15,26 0 0,0-1 16,-26 1-16,0 0 16,27 26-16,-27 26 31,0 0-15,0 1-16,26 25 15,-26-25-15,26-1 16,1 0-16,-1-26 15,0 0-15,0 0 0,1 0 16,-1 0-16,0-26 16,1 0-16,-27-1 15,26 27-15,-26-26 0,0 0 16,0-1-16,-26 27 31,26 53-31,-27-27 16,27 27-16,-26-53 15,26 26-15,-26 27 0,-1-27 0,27 1 16,-26 25-16,-26 1 0,25-27 0</inkml:trace>
  <inkml:trace contextRef="#ctx0" brushRef="#br0" timeOffset="-152590.33">25683 8631 0,'52'0'63,"-52"26"-63,27-26 16,-27 26-16,26-26 0,27 0 15,-53 27-15,26-1 0,0-26 0,-26 26 16,27-26-16,-27 26 0,26-26 0,-26 27 15,26-27-15,-26 26 0,26 0 0,1 1 16,-1-1-16,0 0 16,1 1-16,-1-1 15,0-26-15,-26 26 0,27 1 0,-1-1 16,0 0-16,1 1 16,-1-1-16,-26 0 0,26-26 15,-26 26-15,27-26 0,-27 27 16,26-27-16,-26 26 0,0 0 15,26-26-15,-26 27 16,-52-27 31,52 26-47,-27-26 0,1 0 0,0 0 16,-1 0-16,1 0 15,0 0-15,-1 0 16,27-26-16,-26 26 15,26-27 1,53 27 0,-27 0-16,0 0 15,1 27-15,-1-27 16,0 52-16,1-52 0,-1 27 16,0-27-16,0 0 0,1 0 15,-1 0-15,0 0 0,1 0 16,-1 0-16,-26-27 0,26 27 15,-26-26-15,27 26 0,-27-53 0,26 27 16,-26 0-16,26-1 0,-26 1 0,0 0 16,27 0-16,-27-1 0,26 27 15</inkml:trace>
  <inkml:trace contextRef="#ctx0" brushRef="#br0" timeOffset="-151734.28">27551 9657 0,'0'26'0,"0"-52"62,0-1-46,-26 27-16,26-26 0,0 0 0,0 0 16,0-1-16,0 1 0,-27 26 0,27-26 15,0-1-15,0 1 0,0-27 0,0 27 16,0 0-16,0-1 0,0 1 0,0 0 15,0-1-15,0 1 0,0 0 0,53 0 16,-53-1-16,26 27 0,-26-26 16,27 26-16,-1 0 0,0 0 15,1 0-15,-27 26 16,26-26 0,-26 27-16,26-1 15,-26 0 1,0 0-16,27-26 0,-27 27 15,0-1-15,0 0 0,0 1 16,0-1-16,0 0 16,0 1-16,0-1 0,0 0 15,0 1-15,0-1 16,26-26-16,-26 26 0,0 1 16,26-1-16,-26 0 0,26 0 15,1 1 1,-1-1-16,0-26 15,1 26-15,-1-26 16,0 0-16,1 0 16,-27-52-16,26 52 15,-26-27-15,0 1 16,26 0-16,-26 0 0,0-1 0,0 1 16,0 0-16,0-1 0,0 1 0,0-27 15,0 27-15,0 0 0,0-1 16,0 1-16,-26-27 0,26 27 0,0 0 15,0 0-15,0 52 32,26 0-17</inkml:trace>
  <inkml:trace contextRef="#ctx0" brushRef="#br0" timeOffset="-151024.33">28340 9604 0,'27'-26'16,"-27"-27"-1,26 53-15,-26-26 0,0 0 16,26 26-16,-26-27 0,0 1 16,0 0-1,-26 26 32,26 52-31,0-25-1,0-1-15,0 0 0,0 1 16,0-1-16,26-26 16,-26 26-16,27 0 0,-1-26 15,-26 27-15,53-27 0,-27 0 16,0 0-16,1 26 15,-1-26-15,0 0 16,1 0-16,-1 0 0,0-53 16,0 53-16,1-26 0,-1 0 15,0 26-15,-26-26 0,27-1 0,-1 1 16,-26 0-16,0-1 16,0 1-16,26 26 15,-26-26-15,-52 26 16,25 0-1,-25 0 1,52 26-16,-27-26 0,1 0 0,26 26 16,-26-26-16,26 27 0,0-1 15,0 0-15,0 1 16,26-27-16,-26 26 16,26 0-16,27 0 0,-53 1 15,53-27-15,-27 26 0,0 0 0,1 1 16,-1-27-16,-26 26 0,26 0 15,-26 1-15,0-1 16,-26-26 0,-27 0-1,27 0-15,0 0 16,-1 26-16,-25-26 0,25 0 0,1 0 0,0 0 16,0 0-1,26-26 1,52-27-16</inkml:trace>
  <inkml:trace contextRef="#ctx0" brushRef="#br0" timeOffset="-149724.14">29393 9604 0,'0'-26'47,"26"0"-47,-26-1 15,27 27-15,-27-26 0,26 0 16,-26-1-16,0 1 16,0 0-1,-26-1-15,-1 27 16,27-26-16,-26 26 15,0 0-15,-1 0 16,1 53 0,0-53-16,26 26 0,-27-26 0,27 26 15,-26-26-15,0 27 0,26-1 0,0 0 16,-27-26-16,27 27 0,0-1 0,-26 0 16,26 0-16,0 1 0,0-1 15,0 0-15,53 1 0,-27-1 16,0-26-16,1 0 15,-1 0-15,0 0 16,1 0-16,-27-26 0,26 26 16,-26-53-16,26 53 0,-26-26 0,0-1 15,27 1-15,-27 0 0,0 0 0,0-1 16,0 1-16,0 0 16,0 52 30,0 0-46,0 27 16,52-27-16,-52 0 16,27 1-16,-27-1 0,0 0 15,26-26-15,0 27 0,1-27 16,-1 26-16,0-26 16,0 0-16,1 0 15,-1 0-15,0 0 0,-26-53 0,27 53 0,-1-26 16,0 26-16,1-26 0,-1-1 15,0 1-15,1 0 0,-27 0 0,26-27 16,-26 27-16,26-1 0,-26 1 0,0-27 16,0 27-16,0-27 0,0 1 0,0 25 15,0-25-15,0-1 0,0 1 0,-26-1 16,26 0-16,-53 27 0,53-27 0,-26 27 16,26-27-16,-26 27 0,26 0 0,-53 0 15,53-1-15,0 1 0,-26 26 16,26 26 31,0 1-47,0-1 15,0 0-15,0 0 16,0 1-16,0-1 0,0 0 16,0 1-16,0-1 15,0 0-15,0 1 0,26-27 0,-26 26 16,0 0-16,26 1 0,-26-1 15,0 0-15,27 1 0,-27-1 0,26 0 16,-26 0-16,0 1 0,26 25 16,-26-25-16,0-1 0,27 0 0,-27 1 0,0-1 15,0 0-15,26 1 0,-26-1 16,0 0-16,26 1 0,-26-1 16,0 0-16,0 0 15,0 1-15,0-80 31,0 27-15,0 0-16,0-1 0,0 1 16,0-27-16,0 27 0,0 0 0,0-1 15,0 1-15,0 0 0,0-1 16,53 27-16,-27-26 0,27 26 16,-27 0-16,0 0 0,1 0 15,-1 0-15,-26 26 31,0 1 16,0-1-31,0 0 0,0 1-1,26-1-15,-26 0 0,0 1 16,27-27-16,-27 26 0,26 0 15,-26 1-15,26-27 16,-26 26-16,27 0 16</inkml:trace>
  <inkml:trace contextRef="#ctx0" brushRef="#br0" timeOffset="-149122.39">30419 9209 0,'0'-26'0,"0"0"0,-26 0 0,26-1 15,0 1-15,0 0 0,0 52 47,0 0-31,0 1-16,0-1 0,0 0 16,0 0-16,0 1 15,26-1-15,-26 0 0,0 1 0,27-27 16,-27 26-16,26-26 0,-26 26 0,26-26 15,-26 27-15,27-1 16,-1-26 15,-26-26-15,26 26-16,-26-53 0,26 53 0,1-26 16,-27-1-16,26 1 0,0 0 0,-26-1 15,27 1-15,-27 0 0,26 0 0,-26-1 16,0 1-16,0 52 47,0 1-32,0-1-15,0 0 0,0 0 16,0 1-16,0-1 0,0 0 16,53-26-16,-53 27 0,26-27 15,0 0-15,27 0 16,-27 0-16,1-53 15,-1 53-15,-26-26 0,26 26 16,-26-27-16,27 27 0,-27-26 0,0-26 16,0 25-1,0 1-15,-27 26 16,-25 0-16,25 0 16,1 0-16,26 26 0,-26-26 15,26 53-15,-27-53 0,27 26 16,53-26 15</inkml:trace>
  <inkml:trace contextRef="#ctx0" brushRef="#br0" timeOffset="-148443.49">31051 8236 0,'-26'0'0,"-1"0"16,27-26 0,0-1-16,0-25 15,0 25-15,53 1 16,-53 0-16,26-1 0,-26 1 0,26 0 15,-26-1-15,53 1 0,-53 0 0,26 0 16,1-1-16,-27 1 0,26 26 0,-26-26 16,26 26-16,1 0 15,-1 26-15,0 27 16,1-53-16,-1 26 0,0 0 16,-26 0-16,27 1 0,-27-1 15,26 0-15,-26 1 0,0-1 0,0 0 16,0 1-16,0-1 0,0 0 0,-53 1 0,53-1 15,0 0-15,-26 1 0,26-1 16,-26 0-16,26 0 0,-27 1 0,27-1 16,-26-26-16,26 26 0,-26 1 0,26-1 15,0 0-15,0 1 0,-27-1 16,27 0-16,0 1 0,0-1 16,0 0-16,0 1 0,0-1 15,53-26-15,-53 26 0,0 0 0,26-26 16,-26 27-16,27-27 0,-27 26 0,26-26 15,0 26-15,1-26 0,-27 27 0,26-27 16,0 26-16,0 0 0,-26 1 16,27-1-16,-27 0 0,0 1 0,0-1 15,0 0-15,0 1 0,0 25 16,0-26-16,0 1 0,0 25 0,0-25 16,-27-1-16,27 0 0,0 1 0,-26-1 15,26 0-15,-26 1 0,26-1 0,-26 0 16,-1 1-16,27-1 15,-26-26-15,0 0 16,26 26-16,0-78 47,0 25-47,0-25 16,26 25-16,-26 1 0</inkml:trace>
  <inkml:trace contextRef="#ctx0" brushRef="#br0" timeOffset="-147874.39">29261 10762 0,'0'-26'15,"-26"-1"-15,-27 27 16,1-26-16,26 26 15,-1 0-15,1 0 16,0 0-16,26 53 0,-27-53 0,27 26 16,-26-26-16,26 26 0,-26 1 15,26-1-15,0 0 0,0 0 0,-27 1 16,27-1-16,0 0 0,0 1 16,0-1-16,0 0 0,53 1 15,-53-1-15,26 0 0,1 1 16,-27-1-16,52-26 0,-25 26 15,-1-26-15,0 0 0,0 26 0,1-26 16,-1 0-16,0 0 0,1 0 0</inkml:trace>
  <inkml:trace contextRef="#ctx0" brushRef="#br0" timeOffset="-147474.42">29525 10972 0,'-53'0'31,"53"27"1,0-1-17,0 0-15,0 1 16,0-1-16,26 0 16,-26 1-16,27-1 15,-27 0-15,26-26 0,-26 26 16,26-26-16,-26 27 0,27-27 15,-1 26-15,0-26 0,0 26 16,1-26-16,-1 0 0,0 0 16,1 0-16,-27-52 0,26 52 15,-26-27-15,26 27 0,-26-26 16,27 26-16,-27-26 0,0 0 0,0-1 0,0 1 16,0 0-16,0-1 15,-53 1-15,27 0 0,26-1 16,-53 27-16,53-26 0,-26 26 0,-1 0 15,1-26-15,0 26 0,0 0 0,-1 0 16,1 0-16,0 0 16,26 26-16,0 0 15</inkml:trace>
  <inkml:trace contextRef="#ctx0" brushRef="#br0" timeOffset="-147074.39">29972 10762 0,'-26'0'0,"26"53"47,26-53-47,27 52 16,-27-26-1,27 1-15,-27-27 0,-26 26 16,26-26-16,0 26 0,-26 1 0,27-27 16,-27 26-16,26-26 0,-26 26 0,0 1 15,0-1-15,0 0 0,0 1 16,0-1-16,0 0 16,0-52 15,0-27-16,0 27-15,-26 0 0,26-1 16,0-25-16,0 25 0,0 1 0,0-27 16,0 27-16,0-26 0,0 25 15,0 1-15,26 0 0,-26-1 0,0 1 0</inkml:trace>
  <inkml:trace contextRef="#ctx0" brushRef="#br0" timeOffset="-146641.5">30261 10683 0,'0'-26'16,"27"26"15,-1 0-31,-26 52 0,26-52 15,1 27-15,-1-27 16,0 0-16,1 26 0,-1 0 16,-26 1-16,26-27 0,1 26 15,-27 0-15,26 0 16,-26 1-16,26-1 0,-26 0 16,0 1-1,26-27-15,-26 26 0,0 0 16,0 1-1,-26-27 1,26 26-16,-26-26 16,0 0-1,26-53 1,0 27-16,0-27 16,0 27-16,0 0 0,26-27 0,-26 27 15,26-27-15,-26 27 0,53 0 16,-53-27-16,26 27 0,-26-1 0,0 1 15,26 26-15</inkml:trace>
  <inkml:trace contextRef="#ctx0" brushRef="#br0" timeOffset="-146308.28">30867 10893 0,'0'-26'16,"26"26"-16,-26-26 0,26 26 0,-26-53 15,0 27-15,0 0 0,27-1 0,-27 1 16,0 0-16,0-1 0,0 1 16,0 0-16,0-1 0,-27 27 15,1 0 1,-27 0-16,27 0 16,0 27-16,-1-27 15,27 26-15,-26-26 0,0 26 0,26 1 16,-27-1-16,27 0 0,0 1 15,0-1-15,0 0 0,0 1 16,0-1-16,27 0 0,-27 0 16,52 1-16,-52-1 0,27 0 15,-1-26-15,0 27 0,1-1 0,-1-26 16,0 0-16,1 26 0,-1-26 0,0 0 16,1 0-16,-1 0 0,0 0 0,0 0 15,1-26-15</inkml:trace>
  <inkml:trace contextRef="#ctx0" brushRef="#br0" timeOffset="-144774.33">31130 10472 0,'-27'0'16,"1"0"-16,26 27 46,53-27-46,-53 26 0,26 0 16,-26 1-16,26-1 0,-26 0 16,27 1-16,-27-1 0,0 0 0,0 1 15,26-1-15,-26 0 0,0 27 0,26-27 16,-26 0-16,0 1 0,0-1 0,27 0 16,-27 1-16,0-1 0,0 0 15,26 1-15,0-1 0,1 0 16,-1-26-16,0 0 15,1 0-15,-1 0 16,0 0-16,0-26 16,1 26-16,-27-53 0,26 53 15,-26-26-15,26 26 0,-26-26 0,0-1 16,27 27-16,-27-26 16,0 0-16,0-1 15,0 1-15,0 0 16,0 0-16,-53-1 15,53 1-15,0 0 16,-26 26-16,-1 0 16,1-27-16,0 27 0,0 0 15,-1 0-15,1 0 0,26 53 0,-26-53 16,26 26-16,-27-26 0,27 53 0,-26-53 16,26 26-16,0 0 0,-26 1 15,26-1-15,0 0 0,0 1 0,0-1 0,0 0 16,0 1-16,0-1 15,26-26-15,-26 26 16,53-26-16,-27 0 16,0 0-16,1 0 0,-1 0 0,0-52 15,0 25-15,1 27 0,-27-26 16,26 26-16,-26-53 0,26 53 0,-26-26 16,0 0-16,0-1 0,27 27 31,-27 27 0,0-1-31,0 0 16,0 1-1,26-27-15,-26 26 0,26-26 0,-26 26 16,27 1-16,-1-27 16,0 0-1,1 0-15,-1 0 16,0-27-16,1 1 15,-1 0-15,-26-1 16,0 1-16,26 0 0,-26-1 0,0-25 16,0 26-16,0-27 0,0 27 0,0-27 15,0 0-15,0 1 0,0-1 0,0-26 16,0 27-16,0-1 0,0-26 0,-26 26 16,26-26-16,0 27 0,-26-1 15,26 1-15,-27 25 0,27-25 0,-26 25 16,26 1-16,-26 0 0,26-1 0,-27 27 0,1 0 47,26 27-47,0-1 15,0 0-15,0 1 16,0-1-16,0 0 16,0 1-16,0-1 15,0 0-15,26 0 0,-26 1 16,0-1-16,0 0 0,0 1 15,27-1-15,-27 0 16,26-26-16,-26 27 0,0-1 0,26 0 16,-26 1-16,0-1 0,0 0 0,27 1 15,-27-1-15,0 0 0,0 27 0,0-27 16,0 0-16,26 1 0,-26-1 0,0 0 16,0 27-16,26-27 0,-26 1 0,0-1 15,27 0-15,-27 1 0,26 25 0,-26-26 16,0 1-16,26-1 0,0 0 15,-26 1-15,0-1 0,0 0 16,27-26 0,-27-52-1,0 25-15,0 1 16,0 0-16,0-1 0,-53-25 16,53 26-16,0-1 0,-26 1 0,26 0 15,0-1-15,0 1 0,-26 26 0,26-26 16,0-1-16,52 27 15,-52-26-15,53 26 0,-27 0 16,27 0-16,-27-26 0,0 26 0,1 0 16,-1 0-16,0 0 0,1 0 15,-27 26 79,0 0-78,0 1-16,0-1 15,0 0-15,0 1 0,0-1 16,0 0-16,0 1 0,0-1 16,0 0-16,0 0 0,0 1 15,26-1-15,-26 0 16,26-26-16,1 0 15</inkml:trace>
  <inkml:trace contextRef="#ctx0" brushRef="#br0" timeOffset="-144635.39">32603 10288 0,'0'-26'0,"-52"0"15,52 52 16,0 27-31,0-27 0,0 0 16,0 27-16</inkml:trace>
  <inkml:trace contextRef="#ctx0" brushRef="#br0" timeOffset="-144219.48">32761 10525 0,'0'-26'0,"-26"26"15,26 26 32,0 0-47,0 1 16,0-1-16,0 0 0,0 1 16,0-1-16,0 0 15,0 1-15,0-1 0,0 0 16,0 1-16,0-1 15,26 0-15,-26 0 0,27-26 16,-27 27-16,26-27 0,-26 26 16,26-26-16,1 0 0,-1 0 15,-26-26 1,26 26-16,-26-53 0,26 27 16,-26 0-16,0-1 0,0 1 15,0-27-15,0 27 0,0 0 0,-52-1 0,52 1 16,-26 0-16,26-1 0,-53 1 0,53 0 15,-53-1-15,27 27 16,0 0-16,-1 0 16,27 27-1,0-1-15</inkml:trace>
  <inkml:trace contextRef="#ctx0" brushRef="#br0" timeOffset="-143851.85">33182 10341 0,'0'53'16,"0"-27"-1,0 0-15,0 0 16,0 1-16,0-1 0,-26 0 16,26 1-16,0-1 0,0 27 0,0-27 15,-26 0-15,26 1 0,0-1 0,0 0 16,0 1-16,0-1 0,0 0 0,-27 0 15,27 1 1,0-80 0,53 53-1,-53-26-15,26-27 0,-26 27 0,53-27 16,-53 27-16,26-27 0,1 1 0,-1 25 16,0-25-16,0 25 0,1 1 0,-1 0 15,0 0-15,1 26 0,-1 0 16,0 0-16,1 26 0,-1 53 15,0-27-15,1 1 0,-27 0 16,0 26-16,0-27 0,0 1 0,0 26 16,-53-27-16,53 1 0,-26 0 0,26-1 15,-53-25-15,27 25 0</inkml:trace>
  <inkml:trace contextRef="#ctx0" brushRef="#br0" timeOffset="-141857.7">17920 9630 0,'0'27'110,"0"-1"-95,0 0-15,0 1 16,0-1-16,0 0 0,0 1 15,0-1-15,0 0 0,0 1 16,0-1-16,0 0 16,0 1-16,0-1 0,0 0 15,0 0 1,-26-26-16,26 27 16,-27-27-16,1 0 15,0 0-15,-1 0 0,1 0 16,26-53-16,-26 27 0,26 0 15,-27 26-15,27-27 0,0 1 16,53 52 15,-27 27-15,1-27-16,-1 0 0,0 1 16,1-1-16,25 0 0,-25 1 0,25-1 15,-26-26-15,27 26 0,-27-26 0,27 0 16,-27 0-16,1 0 0,-1-52 15,0 52-15,-26-27 0,27 27 0,-27-52 16,0 25-16,26 1 0,-26 0 0,26 0 16,-26-1-16,0 1 0,27 0 15</inkml:trace>
  <inkml:trace contextRef="#ctx0" brushRef="#br0" timeOffset="-140758.04">16420 11235 0,'26'0'0,"1"0"15,-1 0 1,0-26-16,1 26 0,-27-52 15,26 52-15,-26-27 0,26 27 16,1-26-16,-27 0 0,26-1 0,-26 1 16,26 0-16,-26-1 0,26-25 0,-26 25 15,0-25-15,0-1 0,0 1 0,0-1 16,0 0-16,0-26 0,-26 27 0,26-27 16,-52 0-16,52 26 0,-27 1 0,27-27 15,-52 26-15,52 27 0,-27-1 16,27 1-16,-26 0 0,26 78 31,0-25-31,0 25 16,0-25-16,0-1 0,0 0 0,0 1 15,0-1-15,0 0 0,0 1 0,0-1 16,0 0-16,0 1 0,0-1 16,0 0-16,0 0 0,0 1 0,0-1 15,0 27-15,0-27 0,0 0 0,0 1 16,26-1-16,-26 27 0,0-27 0,0 0 15,27 1-15,-27 25 0,0-26 0,0 1 16,0-1-16,26 27 0,-26-27 0,0 0 16,0 1-16,26-1 0,-26 0 15,27 1-15,-1-1 0,0-26 16,0 26-16,1-26 0,-1 26 16,0-26-16,1 0 0,-1 0 0,0 0 15,27 0-15,-27 0 0,1 0 0,-1 0 16,0 0-16,1-52 0,-1 26 15,0 26-15,-26-27 0,26 1 16,-26 0-16,0-1 0,27 1 0,-27 0 0,0-1 16,0 1-16,0 0 0,0-1 15,0 54 63,-27-27-62,27 26-16,0 0 16,0 1-16,0-1 15,0 0-15,0 1 16,0-1-16,0 0 16,27-26-16,-27 27 0,26-1 15,0 0-15,1 0 16,-1 1-16,0-27 15,-26 26-15,27-26 0</inkml:trace>
  <inkml:trace contextRef="#ctx0" brushRef="#br0" timeOffset="-140624.79">17315 10788 0,'0'-26'0,"-53"0"0,53-1 0,-53 1 16,53 0-16,-26-1 0,26 1 0,0 52 31,26-26-31,-26 27 16</inkml:trace>
  <inkml:trace contextRef="#ctx0" brushRef="#br0" timeOffset="-138874.95">17525 10815 0,'27'0'16,"-1"0"-1,-26 52 1,26-26-16,-26 1 0,0-1 16,26 0-16,-26 1 0,0-1 15,0 0-15,0 1 0,0-1 16,0 0-16,0 1 0,0-1 0,0 0 15,0 0-15,0 1 16,0-80 15,27 27-31,-27-27 16,26 27-16,-26 0 0,26-1 0,-26-25 16,0 25-16,27 1 0,-27-27 0,0 27 15,0 0-15,26 0 0,-26-1 0,0 1 16,0 0-16,26 26 31,-26 26-31,27-26 16,-27 26-16,26-26 0,-26 53 15,0-27-15,26-26 0,-26 26 0,0 1 16,0-1-16,27-26 0,-27 26 0,0 1 16,0-1-16,26-26 0,-26 26 0,26 1 15,-26-1-15,27 0 16,-27 1-16,26-27 0,0 26 15,0-26 1,1 0-16,-1 0 16,0 0-16,1-53 0,-1 53 0,-26-26 0,26 26 15,-26-26-15,27-1 0,-27 1 0,0 0 16,0-1-16,26-25 0,-26 25 16,0 1-16,0 0 0,0 0 0,0-1 15,0 1-15,0 0 0,-53-1 16,27 27-16,0 0 15,26 27 1,-27-27-16,1 52 0,26-25 16,0-1-16,0 0 15,0 0-15,0 1 16,0-1-16,26-26 0,-26 26 0,27 1 16,-1-1-16,-26 0 15,26-26-15,-26 27 0,27-27 0,-27 26 0,26-26 16,-26 26-16,26-26 0,-26 27 15,27-27-15,-1 26 0,0-26 16,1 26-16,-1-26 16,0 0-16,1 0 15,-1 0-15,0-26 16,0 26-16,1-26 0,-1-1 16,0 1-16,-26 0 15,27 26-15,-27-27 0,0 1 16,26 0-16,-26-1 0,26 1 0,-26 0 15,0-1-15,0 1 0,0 0 16,0 0-16,0-1 0,0 1 16,-26 26-16,-27-26 15,27 26 1,0 0 0,-1 0-16,1 0 15,26 26-15,-26-26 0,26 26 0,-26-26 16,26 53-16,-27-53 0,27 26 0,0 0 15,-26-26-15,26 27 0,0-1 0,0 0 16,0 1-16,0-1 0,0 0 16,0 1-16,0-1 0,53-26 15,-53 26-15,26-26 0,0 0 16,0 0-16,1 0 0,-1 0 16,0 0-16,1 0 0,-1 0 0,0 0 15,-26-26-15,27 26 0,-1-26 0,0-1 16,-26-25-16,27 25 15,-27 1-15,0 0 16,0-1-16,0 1 0,0 0 0,0 0 16,-53-1-16,53 54 47,-26-27-47,26 26 0,0 26 15,0-25-15,0-1 0,0 0 16,0 1-16,0-1 15,26 0-15,-26 1 16,53-1-16,-27 0 16,0-26-16,1 0 0,-27 27 15,26-27-15,0 0 0,0 0 16,1 0-16,-1 0 16,0-53-16,1 27 0,-1 26 15,0-27-15,1 1 0,-27 0 0,26-1 16,-26 1-16,26 26 0,-26-53 15,0 27-15,0 0 0,27 0 0,-27-1 16,0-25-16,0 25 0,0 1 0,0-27 16,-53 27-16,53 0 0,-26-1 0,26 1 15,-27 26-15,27-26 0,-52 26 0,52-27 16,-27 27-16,1 0 0,0 0 16,-1 53-16,1-27 15,0 27-15,26-27 0,-26 1 16,26-1-16,0 0 0,0 1 15,0-1-15,26 0 16,26-26-16,-52 27 0,27-27 16,-1 0-16,0 0 0,1 0 15,-1 0-15,27 0 0,-27 0 0,0-53 16,1 53-16,-1 0 0,0 0 0,-26-26 16,27 26-16,-1 0 0,0 0 15,-26 52 1,27-25-16,-27 25 15,26-26-15,-26 1 0,26-27 0,-26 26 16,26 0-16,-26 1 0,27-27 0,-1 26 16,0-26-16,1 0 0,-1 0 15,0 0-15,1 0 0,-1-53 16,0 27-16,1 0 16,-27-27-16,0 27 15,0 0 1</inkml:trace>
  <inkml:trace contextRef="#ctx0" brushRef="#br0" timeOffset="-137925.28">20236 10972 0,'52'-52'31,"1"25"-31,-1 1 16,-25-26-16,25 25 0,1 1 0,-27-27 16,1 27-16,25-27 0,-25 1 0,-1-1 15,-26 0-15,0 1 0,0-1 0,0 1 16,0-1-16,0-26 0,-26 26 0,26 1 15,-53 25-15,27-25 0,-27-1 0,27 27 16,-1 0-16,1-1 0,0 27 0,-1-26 16,1 26-16,0 0 0,0 0 0,-1 0 15,1 0-15,0 0 16,26 26-16,0 27 0,0-27 16,-27 1-16,27-1 0,0 0 15,0 0-15,0 1 0,0 25 16,0-25-16,53-1 0,-53 0 15,0 1-15,26-1 0,-26 0 0,27 1 16,-27-1-16,26 0 0,-26 1 0,0-1 16,0 0-16,26 0 0,-26 1 15,0-1-15,0 0 0,0 1 0,0-1 16,26-26-16,-26 26 0,0 1 16,0-1-16,27 0 0,-1 1 0,-26-1 15,0 0-15,26 1 0,-26-1 16,27 0-16,-27 0 15,26-26-15,-26 27 16,26-27-16,1 0 16,-27 26-1,-27-26 376,1-26-375</inkml:trace>
  <inkml:trace contextRef="#ctx0" brushRef="#br0" timeOffset="-137531">20183 11183 0,'0'-53'16,"0"1"0,0 25-16,53 1 0,-53-27 15,26 1-15,0-1 0,1 1 16,25-1-16,-26 0 0,27 1 0,-27-27 0,1 26 15,-1-26-15,0 27 0,1-1 16,-27-26-16,0 26 0,0 1 0,0-1 16,0 27-16,-53-1 0,53-25 0,-26 26 15,-27-1-15,27 27 0,-1-26 16,1 26-16,0 0 0,0 0 0,-1 0 16,1 53-16,0-27 0,-1 26 0,1-25 15,26 25-15,-26 1 0,26 0 0,0 26 16,0-27-16,0 1 0,0 26 0,0-27 15,52-25-15,-25 25 0,25-25 0,1-1 16,-1-26-16,1 0 0,0 0 0,-1 0 16,1-26-16,0 26 0,-1-53 0,-25 0 15,-1 27-15,0-27 0,1 27 0,-27-26 16,0 25-16,0-25 0,0-1 16,-53 27-16,53-1 0,-26 1 0,26 0 15,-53-1-15,53 1 0,-26 26 0,26-26 16,-27 26-16,1 0 0</inkml:trace>
  <inkml:trace contextRef="#ctx0" brushRef="#br0" timeOffset="-134908.58">21209 11051 0,'0'27'0,"0"-54"46,27 27-46,-1-26 16,0 26-16,-26-26 0,26 26 16,1 0-1,-27-27-15,26 27 16,-26-26-16,26 0 16,-26-1-16,0 1 0,0 0 15,0 0-15,0-1 16,0 1-16,0 0 0,0-1 0,-26 1 15,26 0-15,-53 26 0,53-27 16,-26 27-16,-26 0 0,25 0 16,1 0-16,0 27 0,-1-1 15,27 0-15,0 1 16,0-1-16,27-26 16,25 0-16,-25 0 15,-1 0-15,26 0 0,-25 0 0,25 0 0,-25 0 16,-1 0-16,0 0 0,1 0 15,-1 0-15,0 0 0,1 0 16,-27 53-16,26-53 0,-26 26 16,0 0-16,0 0 0,26 1 15,-26-1-15,0 0 0,0 1 16,0-1-16,0 0 16,27 1-16,-27-1 0,26-26 15,0 0-15,-26 26 0,27-26 0,-1 0 16,0 0-16,0 0 0,1 0 15,-27-26-15,26 26 0,-26-53 16,26 53-16,-26-26 0,27 0 16,-27-1-16,0 1 0,26 0 0,-26-1 15,0 1-15,0 0 0,0 0 0,0-1 0,-53 27 16,53-26-16,-26 0 0,0 26 16,26-27-16,-27 27 0,1 0 15,0 0 1,26 27-16,-26 25 15,26-25-15,0 25 16,0-26-16,0 1 16,0-1-16,52 0 0,-26 1 15,-26-1-15,27 0 0,-1-26 0,0 27 16,1-1-16,-1-26 0,0 0 0,1 26 16,-1-26-16,27 0 0,-27 0 0,0 0 15,1 0-15,-1 0 0,0-52 0,0-1 16,-26 27-16,27-1 0,-27 1 15,26-27-15,-26 27 0,26-26 16,-26-1-16,0 0 0,0 1 0,0-27 16,0 26-16,0-26 0,-52 27 0,52-1 15,0-26-15,-27 26 0,27 27 0,-26-27 16,26 27-16,0 0 0,-26 26 16,0 0-16,-1 0 15,1 26-15,26 27 0,-26-53 16,26 52-16,0-25 0,0-1 0,0 0 15,0 1-15,0-1 0,0 0 16,52 1-16,-52-1 0,27 26 0,-27-25 16,26-1-16,-26 0 0,26 1 0,-26-1 15,26 0-15,-26 1 0,27 25 0,-1-25 16,-26-1-16,26 0 0,1 1 0,-27-1 16,26-26-16,0 26 0,1 0 0,-27 1 15,26-27-15,0 26 0,1 0 0,-1-26 16,0 0-16,-26 27 0,27-27 0,-1 0 15,-26 26-15,26-26 16,1 0 15,-27-53-31,26 53 16,-26-26-16,26 26 0,0-26 0,-26-1 0,27 1 16,-27 0-16,0 0 15,0-1-15,0 1 16,0 0-16,0-1 0,-27 1 15,1 0 1,0 26-16,0-27 16,-1 27-16,1 0 15,0 0-15,-1 0 16,1 0-16,26 53 0,-26-53 16,26 26-16,-27-26 0,27 27 0,-26-27 15,26 52-15,-26-25 16,26-1-16,0 0 0,0 0 0,0 1 15,0-1-15,52 0 16,-25 1-16,-1-27 16,27 0-16,-27 0 15,0 0-15,1 0 0,-27-27 16,26 1-16,-26 0 16,26 26-16,-26-53 0,0 27 15,0 0-15,0-1 0,0 1 16,0 0-16,0-1 0,0 54 47,0 25-32,0-25-15,0-1 16,26 0-16,-26 0 0,27 1 16,-1-1-16,0-26 0,1 26 15,-1-26-15,0 0 16,1 0-16,-1 0 15,0 0-15,1-26 0,-1 0 16,0 26-16,1-53 0,-1 27 0,0 0 16,-26-1-16,26 1 0,-26-27 15,0 27-15,0 0 0,0-27 0,0 27 16,0-27-16,0 0 0,0 1 0,0-1 16,-52 1-16,52-1 0,-26 0 15,26 1-15,-53 25 0,27-25 0,-1 25 16,27 1-16,-26-26 0,0 25 0,-1 1 15,1 0-15,0-1 0,26 1 16,-27 26-16,27-26 0,0 52 47,27-26-47,-27 53 16,0-27-16,26-26 15,-26 26-15,0 1 0,0-1 16,26-26-16,-26 26 0,0 0 15,27 1-15,-27-1 0,26-26 16,-26 26-16,26 1 0,-26-1 0,27-26 16,-27 26-16,26 1 0,0-1 15,-26 0-15,0 1 0,27-1 0,-27 0 16,0 1-16,0-1 0,0 26 0,26-25 16,-26-1-16,0 27 0,0-27 0,26 0 15,-26 27-15,0-27 0,26 1 16,-26-1-16,27 0 0,-27 1 0,26-27 15,-26 26-15,26 0 16,-26-52 15,-52 26-31,52-26 16,-27 26-16,27-53 0,-26 27 0,26-1 16,-26 1-16,26 0 15,0-1-15,0 1 0,52 0 16,1-1-16,-27 27 15,27 0-15,-27-26 0,1 26 0,-1 0 16,0 0-16,1 0 0,-1 0 16,-26 26 77,0 1-93,26 25 16,-26-25-16,27-1 0,-1 0 16,-26 1-16,0-1 0,26 0 15,-26 1-15,27-1 0,-27 0 16,26 0-16,-26 1 16,0-1-16,26-26 31,-26-26-31</inkml:trace>
  <inkml:trace contextRef="#ctx0" brushRef="#br0" timeOffset="-134775.54">23788 10472 0,'0'-52'0,"0"26"0,0-1 0,-53-25 16,53 25-16,0 1 0,-26 0 16,26 52-1,0 27-15,0-27 16,0 0-16,53 27 0,-53-27 15,26 0-15,-26 1 0</inkml:trace>
  <inkml:trace contextRef="#ctx0" brushRef="#br0" timeOffset="-132858.53">23999 10630 0,'26'0'16,"-26"-26"-16,0 0 0,0-1 16,0 1-16,0 0 15,0 52 32,0 27-31,0-27-16,-26 0 15,26 1-15,0-1 0,0 0 0,0 1 16,0-1-16,0 0 0,26 1 16,-26-1-16,0 0 0,26 0 0,-26 1 15,26-1-15,1 0 0,-1-26 16,0 0-16,1 27 0,-1-27 15,-26-53 1,26 53-16,-26-53 0,0 27 0,0 0 16,0 0-16,0-1 0,0-25 0,0 25 15,-52 1-15,52 0 0,0-27 0,-53 27 16,53-1-16,-26 1 0,26 0 0,0-1 16,0 1-16,0 0 15,26 26 16,0 0-15,-26 26-16,27-26 0,-27 53 0,52-53 16,-52 26-16,27 0 0,-1 1 0,-26-1 15,26 0-15,1 1 0,-1-1 0,-26 0 16,26 1-16,1-1 0,-27 0 0,26 1 16,-26-1-16,26-26 0,-26 26 0,0 0 15,27 1-15,-27-1 0,0-52 47,-27 26-47,27-53 16,0 27-16,0 0 0,-26-1 0,26 1 15,0 0-15,-26-27 0,26 27 0,0-1 16,0-25-16,0 25 0,0 1 0,0 0 16,0-1-16,0 1 0,0 0 15,26 26 1,0 0-1,1 0-15,-27 26 0,26 0 16,0 27-16,-26-27 16,0 1-16,26-1 0,-26 0 15,0 1-15,0-1 0,0 0 16,0 1-16,0-1 0,27-26 0,-27 26 16,0 1-16,0-1 0,26-26 15,-26 26-15,26-26 16,1-26-1,-1-27-15,0 53 16,-26-26-16,27-27 0,-1 27 0,-26 0 16,26-1-16,-26-25 0,0 25 0,0-25 15,0-1-15,0 27 0,0-27 0,0 27 16,0-27-16,0 27 0,-26 26 0,26-26 16,-26 26-16,-1 0 15,1 0 1,26 26-1,0 27-15,0-1 16,0-25-16,0-1 0,0 0 16,0 0-16,53-26 0,-53 27 0,26-1 15,-26 27-15,26-27 0,-26 0 0,53 1 16,-53-1-16,26 0 0,1 27 0,-1-27 16,0 1-16,0-1 0,1 0 0,-1 0 15,0 1-15,1-1 0,-27 0 16,0 1-16,0-1 15,-27-26 1,1 0 0,26-53-16,-26 53 0,26-26 15,-27 0-15,27-1 0,0-25 0,0 26 16,0-27-16,0 0 0,0 27 0,0-27 16,0 1-16,27-1 0,-27 0 0,52 1 15,-52-1-15,27 27 0,-27-27 0,52 27 16,-25 0-16,-27-1 0,0 1 0,26 26 15,-26-26-15,26 26 0,-26-27 0,0 1 16,0 0 0,0 52 62,0 0-78,0 27 15,0-27-15,0 1 0,0-1 16,53 0-16,-53 1 0,26 25 0,-26-25 0,0 25 16,0-26-16,27 27 0,-27-27 0,26 27 15,0-27-15,-26 27 0,0-27 0,27 1 16,-27-1-16,26 0 0,-26 1 0,0-1 16,26 0-16,-26 0 15,0-52 16,0-26-15,26 52-16,-26-53 0,0 27 16,0-1-16,0 1 0,27-27 0,-27 27 15,0 0-15,0-1 0,0 1 0,0 0 16,0-1-16,0 1 0,26 26 31,-26 53-15,26-53-16,-26 26 0,27 0 15,-27 1-15,0-1 16,26 0-16,-26 1 0,0-1 16,0 0-16,0 1 0,0-1 15,26-26-15,-26 26 0,0 1 0,0-1 16,27-26-16,-1 0 16,0 0-1,1-26-15,-1-1 16,0-25-16,1 25 15,-27 1-15,26 0 0,-26-1 0,26 1 16,-26 0-16,0-27 0,0 27 0,27-1 16,-27 1-16,0 0 0,0 0 15,0-1-15,0 54 63,0 25-48,26-52-15,-26 26 16,26 1-16,-26-1 0,26-26 0,-26 26 16,27-26-16,-27 27 0,0-1 0,26-26 15,-26 26-15,26-26 0,-26 27 0,0-1 16,27-26-16,-27 26 0,26 1 16,0-1-16,1 0 15,-27 1-15,26-27 16,0 26-16,-26-52 47,0-27-47,0 27 0</inkml:trace>
  <inkml:trace contextRef="#ctx0" brushRef="#br0" timeOffset="-132751.86">26183 10551 0,'-27'-52'0,"27"-1"0,-26 1 16,26 25-16,-26-25 0,-1-1 15,27 0-15,-26 1 0,26 25 0,0-25 0,0 25 16,0 1-16,53 26 15,-53 53 1,26-53-16,-26 26 0,53-26 16</inkml:trace>
  <inkml:trace contextRef="#ctx0" brushRef="#br0" timeOffset="-132225.68">26341 10236 0,'26'0'47,"0"26"-32,-26 0-15,26-26 0,-26 53 16,0-27-16,0 1 0,27-1 0,-27 0 16,0 27-16,0-27 0,26 0 15,-26 1-15,0-1 0,0 0 0,0 27 16,26-27-16,-26 1 0,0-1 0,27 0 15,-27 27-15,0-27 0,26 0 0,-26 1 16,0-1-16,26 0 0,-26 1 0,0-1 16,0 0-16,27 1 0,-27-1 15,26 0-15,-26-52 47,26 26-47,-26-53 0,0 1 16,0 25-16,0 1 0,0 0 0,0-27 15,0 27-15,-26-27 0,26 1 0,0-1 16,-53 0-16,53 1 0,0-1 0,-26 0 16,26 1-16,0-1 0,0 1 0,0-1 15,-26 27-15,26-1 0,0 1 0,0 0 16,26 26 0,-26 52-1,26-52-15,-26 53 0,27 0 0,-27-1 16,26 1-16,-26 26 0,0-27 15,0 27-15,0-26 0,0 26 0,0-26 16,-26-1-16,26-26 0,-53 27 0,53-27 16,-26 1-16,-1-1 0,-25-26 15,25 0-15</inkml:trace>
  <inkml:trace contextRef="#ctx0" brushRef="#br0" timeOffset="-129308.58">4342 12209 0,'26'0'0,"-26"26"16,0 1 0,-53-27-1,27 26 1,0-26-1,-1 0-15,1 0 16,26-53-16,0 27 0,-26 26 16,26-26-16,0-1 15,0 1 1,0 0-16,0-1 16,0 1-1,26 26-15,27 0 0,-27 0 16,0 0-16,1 0 15,-1 0-15,0 26 0,1-26 16,-1 53-16,-26-27 16,26-26-16,-26 27 0,0-1 0,0 0 15,27-26-15,-27 27 0,0-1 0,0 0 16,0 1-16,0-1 16,0 0-16,0 1 0,-27-1 15,27 0-15,-26 0 0,0 1 16,-27-1-16,53 0 15,-26-26-15,-1 27 0,1-27 0,0 26 16,-1-26-16,1 0 0,26 26 16,-26-26-16,26-52 15,-27 52-15,27-27 0,0 1 16,0 0-16,0-1 16,0 1-16,27 26 31,25 0-16,-25 0-15,-1 0 16,0 0-16,1 26 0,-1-26 0,0 0 16,-26 27-16,27-27 0,-1 26 0,-26 0 15,26-26-15,-26 27 0,27-27 0,-27 26 16,26-26-16,-26 26 0,26 1 16</inkml:trace>
  <inkml:trace contextRef="#ctx0" brushRef="#br0" timeOffset="-128725.27">4894 12025 0,'0'-26'16,"0"-1"-16,0 1 0,-26 0 15,26-1-15,0 1 0,-26 0 16,26-1-16,-27 27 15,1-26-15,0 0 0,-1 26 16,1-27-16,0 27 0,26-26 0,-27 26 16,1-26-16,0 26 0,0-27 0,-1 27 15,1 0-15,0-26 0,-1 26 0,1 0 16,0 0-16,-1 0 0,1 0 16,0 0-16,-1 0 0,1 0 15,0 53-15,-1-53 0,1 0 0,0 52 16,-1-52-16,27 27 0,-26-27 15,0 26-15,0 0 0,-1 1 0,1-1 16,0 0-16,-1 1 0,27-1 0,-26-26 16,0 26-16,-1 1 0,27-1 0,-26 0 15,0 0-15,26 27 0,-27-27 0,27 1 16,-26 25-16,26-25 0,-26 25 0,26-25 16,-27 25-16,27-25 0,0 25 0,0 1 15,0-27-15,-26 27 0,26-1 0,0 1 16,0-27-16,0 27 0,53 0 15,-53-1-15,52-26 0,-25 27 0,-1-27 16,27 27-16,-1-27 0,-25 1 0,25-1 16,27 0-16,-26-26 0,26 27 0,0-27 15,0 0-15,0 0 0,26 0 0,-26 0 16,0-53-16,0 53 0,0-53 0,0 27 16,-27 0-16,1-27 0,-1 27 0,-25-27 15,-1 1-15,0 25 0,-26-25 0,0-1 16,0 0-16,0 1 0,-26-1 15,26 0-15,-53-25 0,1 25 0,25 0 16,-25-26-16,26 27 0,-1-1 0,1 27 16,0-1-16,-1 1 0,27 0 0</inkml:trace>
  <inkml:trace contextRef="#ctx0" brushRef="#br0" timeOffset="-128108.98">6920 12551 0,'53'0'31,"-27"0"-31,1 0 0,25 0 16,-25 0-16,-1 0 0,0 0 0,1 0 15,-1 0-15,-26 26 0,26-26 0,1 0 16,-27 27-16,26-27 0,0 26 0,1 0 16,-27 1-16,26-27 0,-26 26 15,0 0-15,26-26 0,-26 27 0,0-1 16,26-26-16,-26 26 0,0 1 0,27-1 16,-27 0-16,0 0 15,0 1-15,26-27 0,-26 26 0,0 0 16,0 1-16,0-1 0,0 0 15,0 1-15,-26-27 16,26 26-16,-27-26 16,-25 0-16,26 0 15,-1 0-15,1 0 0,0 0 16,26-26-16,-27 26 0,1-27 0,0-25 16,26 25-16,-27 1 0,27 0 15,0-1-15,0 1 0,0-26 0,53 25 16,-53-25-16,79 25 0,-26 1 0,-27-27 15,26 27-15,1 0 0,0 26 0,-1-27 16,1 27-16,-27 0 0,27 0 0,-27 0 16,1 0-16,-1 0 15</inkml:trace>
  <inkml:trace contextRef="#ctx0" brushRef="#br0" timeOffset="-127475.66">8026 12235 0,'26'0'0,"-26"27"15,0-1-15,0 0 16,0 1-16,26-1 15,-26 0-15,0 1 0,0-1 16,0 0-16,0 0 0,0 27 0,0-27 16,0 1-16,0-1 0,0 0 0,0 1 15,0-1-15,0 0 0,27 1 0,-27-1 16,0 0-16,26 1 0,-26-1 16,26 0-1,-26 0-15,27-26 16,-1 0 15,-26-26-31,26 26 0,1-52 0,-1 25 16,0 1-16,0 0 0,1-1 15,-27 1-15,26 0 0,0-1 0,-26 1 16,27 0-16,-1-1 0,-26 1 16,26 26-16,1 0 0,-1 0 15,0 0-15,-26 53 16,27-27-16,-1 27 15,-26-27-15,0 0 0,26 1 0,-26-1 16,0 0-16,0 1 0,0 25 0,0-26 16,0 1-16,0-1 0,0 0 15,0 1-15,0-1 0,-26-26 16,0 26-16,-27-26 16,27 0-16,-1 0 0,1 0 15,0 0-15,-1 0 0,1 0 0,-27 0 16,27 0-16,0 0 0,0 0 0,-1-26 15,1 26-15,26-26 0,-26 26 16,26-27-16,0 1 0,0 0 16,0-1-16,0 1 0,0-26 0,0 25 15</inkml:trace>
  <inkml:trace contextRef="#ctx0" brushRef="#br0" timeOffset="-126872.61">9210 12446 0,'52'0'0,"-25"-26"0,25 26 16,-52-27-16,27 27 15,-1-26-15,0 0 0,-26-1 16,0 1-16,0 0 0,0-1 16,0 1-16,-26 0 0,26-1 15,-26 27-15,26-26 0,-53 26 0,0-26 16,27 26-16,0 0 0,0 0 0,-1 0 16,1 0-16,0 0 0,-1 0 15,27 26 1,0 0-1,0 1-15,0-1 0,0 0 16,0 1-16,27-27 0,-27 26 16,0 0-16,26 1 0,-26-1 15,26 0-15,-26 1 0,0-1 16,0 0-16,27 0 16,-27 1-16,0-1 0,0 0 0,0 1 15,26-1-15,-26 0 0,0 1 16,0-1-16,0 0 0,26-26 0,-26 27 15,0-1-15,0 0 0,0 1 0,0-1 16,0 0-16,0 0 16,0 1-16,0-1 0,0 0 15,0 1-15,0-1 0,0 0 16,26 1-16,-26-1 0,0 0 16,0 1-16,0-1 15,27-26-15,-27 26 16,0 1-1,-53-27 1</inkml:trace>
  <inkml:trace contextRef="#ctx0" brushRef="#br0" timeOffset="-126698.45">8815 13051 0,'-26'-26'0,"-1"26"16,1 0-16,0 0 0,0 0 15,26-27 1,52 27 0,1 0-16,-27-26 0,53 26 0,-26-26 15,26 26-15,0-27 0,0 27 0,-1-26 16,-25 26-16,0 0 0,-1 0 0,1-26 16,0 26-16,-27 0 0</inkml:trace>
  <inkml:trace contextRef="#ctx0" brushRef="#br0" timeOffset="-126091.59">7710 13630 0,'26'0'16,"1"0"15,-1 0-31,0 0 16,0 0-16,1 0 0,-1 0 0,27 0 15,-27 0-15,0 0 0,27 0 0,-27-26 16,27 26-16,-27 0 0,27 0 0,0 0 16,-1 0-16,1-27 0,-27 27 0,27 0 15,-1-26-15,1 26 0,0 0 0,-1 0 16,1 0-16,-1 0 0,1 0 0,0 0 15,-1 0-15,27-26 0,-26 26 16,26 0-16,-26-27 0,25 27 0,-25-26 16,26 26-16,-26 0 0,-1-26 0,1 26 15,0 0-15,-27 0 0,27 0 0,-27-27 16,0 27-16,0 0 0,1 0 16,-1 0-16,0 0 15,-26-26 79</inkml:trace>
  <inkml:trace contextRef="#ctx0" brushRef="#br0" timeOffset="-125873.72">10473 13077 0,'26'0'0,"1"0"16,-1 0-16,0 0 0,1 0 15,-1 0-15,-26-26 31,-26 0-15,-27-1-16,27 1 16</inkml:trace>
  <inkml:trace contextRef="#ctx0" brushRef="#br0" timeOffset="-125754.72">10394 12814 0,'0'27'0,"-26"-27"0,-1 0 15,27-53-15,-26 53 16,26-26-16,-26-1 0</inkml:trace>
  <inkml:trace contextRef="#ctx0" brushRef="#br0" timeOffset="-122958.2">12289 12919 0,'0'27'47,"0"-1"-32,0 0-15,-27 1 0,27-1 16,-26 0-16,26 1 15,-26-1-15,26 0 0,0 1 16,0-1-16,0 0 16,0 1-1,0-1 1,26-26-16,27 0 16,-53 26-16,26-26 15,0 0-15,1 0 16,-1 0-16,0 0 15,1-26-15,-1 26 16,-26-26-16,26 26 0,-26-27 16,26 27 15,-26 27-15,27-27-16,-1 26 15,0-26-15,1 0 16,-1 0-16,0 0 0,1 0 15,-1 0-15,0-26 0,1 26 16,-1 0-16,0-27 0,1 27 0,-27-52 16,26 52-16,-26-27 0,0 1 0,0 0 15,0-1-15,-26 27 16,-27-26-16,27 26 16,-27 0-16,27 0 15,-1 0-15,1 0 16,79 0 15,-27 0-15,0 0-16,1 0 0,-1 0 0,0 0 15,27 0-15,-27-53 0,0 53 16,1-26-16,-1 0 0,0-1 16,-26 1-16,0 0 0,27 0 0,-27-27 15,0 27-15,0-1 0,26-25 0,-26 25 16,0-25-16,0 25 0,0 1 0,0 0 15,0-1-15,0 1 0,-53 0 16,53 0-16,0-1 0,-26 27 16,26 27 15,0-1-15,0 26-16,0-25 0,26-1 15,-26 0-15,0 1 0,0-1 16,27 0-16,-27 27 0,0-27 0,26 1 0,-26 25 15,0-25-15,26 25 0,-26-26 16,0 27-16,27-27 0,-27 1 0,0 25 16,26-25-16,-26-1 0,0 0 15,26 1-15,1-54 47,-27 1-47,26 0 16,-26-1-16,26 1 0,-26 0 15,27-1-15,-1 1 0,-26 0 0,26 26 16,1-27-16,-27 1 0,26 26 0,0 0 16,-26-26-16,26 26 0,1 0 15,-1 0-15,-26 26 16,26-26-16,-26 26 0,27 27 16,-27-27-16,26 1 15,-26-1-15,0 0 0,0 1 16,26-27-16,-26 26 0,27 0 15,-1 1-15,0-27 16,1 0-16,-1 0 16,0 0-16,1 0 15,-1 0-15,-26-27 0,26 27 16,0-26-16,1 0 0,-1 26 16,-26-53-16,26 27 0,-26-1 15,0 1-15,0 0 0,0-1 16,0 1-16,0 0 0,-52 26 15,52-26-15,-27 26 0,1 0 16,26-27-16,-26 27 16,26 53 15,-26-27-15,26 0-16,0 27 15,0-27-15,0 1 0,0-1 16,52 0-16,-52 1 15,26-1-15,-26 0 0,27-26 16,-27 27-16,0-1 0,26-26 16,0 26-16,1-26 0,-1 0 15,0-52 1,1 25-16,-1 27 0,-26-52 16,26 25-16,-26 1 0,27 0 15,-27-1-15,0-25 0,26 25 0,-26 1 0,0 0 16,0 0-16,26-1 0,-26 1 15,0 0-15,0-1 16,0 80 15,-26 0-31,26-27 16,0 0-16,0 0 0,-26 1 0,26-1 16,0 0-16,0 1 0,0-1 0,0 0 15,0 1-15,0-1 0,26-26 0,-26 26 16,26-26-16,1 0 15,25 0 1,-25-26-16,-1 26 0,0-26 0,0-27 16,1 53-16,-27-26 0,26-1 15,0 1-15,-26 0 16,27 26-16,-27-27 0,0 1 0,26 26 16,-26-26-16,0 0 15,26 26 1,-26 52-16,27-26 15,-1 1-15,0-1 16,-26 0-16,27 1 0,-1-27 0,-26 26 16,26 0-16,1 1 0,-27-1 0,26-26 15,-26 26-15,26 1 0,1-27 0,-27 26 16,26-26-16</inkml:trace>
  <inkml:trace contextRef="#ctx0" brushRef="#br0" timeOffset="-121957.4">15341 12551 0,'0'26'31,"0"1"-15,26-27-16,-26 26 0,27 0 0,-1 1 16,-26-1-16,26 0 0,-26 1 15,27-1-15,-27 27 0,26-27 0,-26 0 16,26 0-16,-26 1 0,0-1 0,27 0 16,-27 1-16,0-1 0,0 0 0,0 1 15,0-1-15,0 0 0,0 1 0,0-1 16,0 0-16,0 1 0,-27-27 15,1 0 1,26-27-16,-26 27 16,-1-26-16,1 0 0,0 26 15,26-27-15,-27 27 0,1-26 16,26 0-16,0-1 16,53 27-16,-53-26 15,79 26-15,-53-26 0,27 26 0,-27-27 16,27 1-16,-27 26 0,27-26 0,-27-1 15,0 27-15,0-26 0,-26 0 16,27 26-16,-27-26 0,0-1 0,0 1 0,0 0 16,0-1-16,0 1 0,0 0 15,0-1-15,-27 27 0,27-26 0,0 0 16,-26 26-16,26 26 47,0 27-47,0-27 15,0 0-15,0 1 0,0-1 16,0 0-16,0 1 0,0-1 0,0 0 16,0 0-16,0 1 0,26-1 0,-26 0 15,0 1-15,27-1 0,-27 0 0,0 1 16,0-1-16,26-26 0,-26 26 16,26-26-16,1 0 31,-27-52-31,26 25 0,0 27 15,-26-26-15,27 0 0,-1-1 16,0 1-16,-26 0 0,27 26 0,-27-27 16,26 27-16,-26-26 0,26 26 31,-26 26-15,27-26-16,-27 27 0,26-27 0,-26 52 15,26-52-15,-26 27 0,0-1 0,26-26 16,1 26-16,-1-26 0,0 27 0,1-27 15,-1 0-15,27 0 0,-27 0 0,0 0 16,27 0-16,-27 0 0,1 0 0,-1-27 16,0 27-16,-26-52 0,27 52 0,-27-27 15,26-25-15,-26 25 0,0 1 16,0 0-16,0 0 16,0-1-16,0 1 0,-53 26 0,53-26 15,-26 26-15,26-27 0,-26 27 16,-1 53-1,1 0-15,26-27 16,0 0-16,0 0 0,0 1 0,0 25 0,53-25 16,-53-1-16,52 0 0,1-26 0,-1 27 15,1-1-15,26-26 0,-26 0 0,-1 0 16,1 0-16,26 0 0</inkml:trace>
  <inkml:trace contextRef="#ctx0" brushRef="#br0" timeOffset="-119606.52">18104 13130 0,'26'0'0,"1"0"31,-27-26-31,26 26 0,-26-27 16,26 1-16,-26 0 0,0-1 16,0 1-16,0 0 15,0-1-15,-26 27 16,26-26-16,-53 26 0,27 0 16,0 0-16,-1 0 0,1 0 0,0 0 15,-27 53-15,27-53 0,0 26 0,-1-26 16,1 26-16,0-26 0,-1 27 0,27-1 15,-26 0-15,0-26 0,26 27 16,-27-1-16,1 0 0,26 1 16,0-1-16,0 0 15,0 1-15,53-27 0,-53 26 16,26-26-16,-26 26 0,26-26 0,-26 26 16,53-26-16,-27 0 0,1 0 0,-1 0 15,27 0-15,-27 0 0,0 0 0,0 0 16,1-52-16,-1 52 0,0-26 0,1 26 15,-1-53-15,0 27 0,-26-1 0,0 1 16,27-27-16,-27 27 0,0-27 16,0 27-16,0-27 0,0 1 0,0-1 0,0 1 15,0-1-15,0 0 0,0 1 0,0 25 16,0 1-16,0-27 0,-27 53 0,27-26 16,0 0-16,0 78 31,0-25-31,0-1 15,0 0-15,0 27 0,0-27 0,0 1 16,0 25-16,0-25 0,0-1 0,0 0 16,0 1-16,0 25 0,53-26 0,-53 1 15,26-1-15,-26 0 0,53 1 0,-27-1 16,1 0-16,-1 1 0,-26-1 0,26 0 16,1 1-16,-1-1 0,0 0 15,0-26-15,-26 27 0,27-27 16,-27 26-16,26-26 0,0 0 15,1 0 1,-1 0-16,0 0 16,1-26-16,-1 26 15,0-27-15,1 1 0,-1 26 16,0-26-16,-26-1 16,0 1-16,0 0 15,0-1 1,0 1-16,0 0 15,-26 26-15,26-27 0,-26 1 16,-1 26 0,1 0-1,0 0-15,-1 26 16,1-26-16,0 27 0,-1-27 0,1 52 16,0-25-16,-1-27 0,1 26 0,26 0 15,-26 1-15,26-1 0,0 0 16,0 1-16,0-1 15,26 0-15,27-26 16,-27 0-16,0 0 16,1 0-16,-1 0 0,0-26 0,1 26 15,-1-53-15,0 27 16,-26-27-16,27 53 0,-27-26 16,0 0-16,26-1 0,-26 1 15,0 0-15,0-1 16,0 54 15,0-1-15,53 0-16,-53 27 15,26-53-15,-26 26 0,26 1 16,0-1-16,1 0 16,-1-26-16,-26 27 0,26-27 15,1 0-15,-1 0 0,0 0 16,1 0-1,-27-27-15,26 27 0,-26-26 16,26 26-16,-26-53 0,27 27 0,-1 0 16,-26-1-16,26 1 0,-26-27 0,27 27 15,-27-27-15,0 27 0,0-26 0,0-1 16,0 0-16,0 1 0,0 25 0,-27-25 16,27-1-16,0 27 0,-52-27 0,52 27 15,-27 0-15,27-1 0,-26 27 0,26-26 16,-26 26-16,26-26 0,-27 26 0,27 26 62,27 0-62,-27 27 16,0-27-16,26 0 0,-26 1 16,0-1-16,26 0 0,-26 27 0,0-27 15,0 27-15,0-27 0,27 1 0,-27 25 16,0-25-16,0 25 0,0-26 0,0 1 15,0-1-15,0 0 0,0 1 0,0-1 16,-27-26-16,27 26 0,0-78 31,27 52-31,-27-27 0,52 1 16,1 0-16,-27-1 0,1 1 0,25 0 16,-26 0-16,1-1 0,25 1 15,-25 26-15,-1-26 0,0 26 0,1 0 16,25-27-16,-25 27 0,-1 0 15,0 0-15,-78 0 79,25 27-64,-25-27-15,52 26 16,-27-26-16,27 26 0,-26 1 0,0-1 15,26 0-15,-27 0 0,27 1 16,0-1-16,0 0 0,0 1 16,0-1-16,0 0 15,27 1-15,25-1 16,-25 0 0,-1-26-16,0 0 0,1 0 15,-1-52-15,0 52 0,-26-27 16,27 27-16,-27-52 0,26 25 0,-26 1 15,26 0-15,-26-1 0,0 1 16,0 0-16,0 0 0,0-1 0,0 1 16,0 0-16,-52-1 0,25 1 15,1 26 1,0 0-16,-1 0 16,1 0-16,26 53 0,-26-53 15,26 26-15,0 0 16,0 1-16,0-1 0,0 0 0,0 0 15,0 1-15,0-1 0,26 0 16,-26 1-16,26-1 0,-26 0 0,53-26 16,-27 27-16,1-1 0,-1-26 15,0 0-15</inkml:trace>
  <inkml:trace contextRef="#ctx0" brushRef="#br0" timeOffset="-117190.7">21025 12472 0,'-53'-26'0,"53"0"0,-26-1 0,26 1 16,-26 26-16,26-26 0,-27 26 0,27-27 15,-26 27-15,0 0 0,0 0 16,-1 0-1,1 0-15,26 27 16,-26-27-16,26 26 16,0 0-16,0 1 15,0-1 1,52 0-16,-52 0 16,27 1-16,-27-1 0,26 0 0,-26 1 15,26-1-15,-26 0 0,26 27 0,-26-27 16,27 1-16,-27 25 0,0-25 0,26 25 15,-26-26-15,26 1 0,-26 25 0,0-25 16,0 25-16,0-25 0,0-1 0,0 0 16,0 1-16,0 25 0,-26-25 0,26-1 15,-53 0-15,53 0 16,-26-26-16,0 0 16,26-52-16,0-1 15,0 27-15,0 0 0,0-1 16,0 1-16,0-27 0,0 27 0,52 0 15,-52-1-15,53 1 0,-27 0 0,27-1 16,-27 27-16,27-26 0,0 26 0,-1 0 16,-25 0-16,25 0 0,1 0 15,-27 0-15,0 0 0,1 0 0,-1 0 16,-52 26 31,-1 1-32,1-27-15,0 26 16,-1 0 0,27 1-1,-26-27-15,26 26 16,0 0-16,0 1 16,0-1-16,53-26 15,-53 26-15,26 1 0,27-27 16,-53 26-16,26-26 15,-26 26-15,26-26 16,-26-52 0,0 25-1,0 1-15,0 0 16,0-1-16,-26 1 0,26 0 0,0-1 16,-53 1-16,53 0 0,0-1 15,-26 27-15,26-26 0,26 26 31,27 0-15,-27 0-16,1-26 0,25 26 16,-25 0-16,-1-26 0,27 26 0,-27-27 15,0 1-15,1 0 0,-1-1 16,-26 1-16,0 0 0,0-1 16,0 1-16,26-27 0,-26 27 0,0 0 0,0-1 15,0 1-15,0 0 0,-52 0 16,52-1-16,0 1 0,-27 26 0,27-26 15,-26 26-15,0 0 0,-1 0 32,1 26-32,26 27 15,-26-53-15,26 26 0,0 0 0,0 0 16,0 27-16,0-27 0,0 1 0,0-1 16,26 0-16,-26 1 0,0-1 0,53 0 15,-53 1-15,26-1 0,-26 27 16,26-27-16,-26 0 0,27 0 0,-27 1 15,26-1-15,0 0 0,-26 1 0,26-1 16,1-26-16,-1 26 0,-26 1 0,26-27 16,1 0-16,-27 26 0,26-26 0,0 0 15,1 0-15,-1 0 0,-26-53 16,26 53-16,1-26 0,-1-27 16,0 27-16,-26 0 0,27-1 0,-27 1 15,26-26-15,-26 25 0,0-25 0,0 25 16,0-25-16,0-1 0,0 27 0,-26-27 15,26 0-15,-53 27 0,53 0 16,-26-27-16,26 27 0,-27 0 0,27-1 16,-26 1-16,0 0 0,-1 26 15,27 26 17,0 0-17,0 27-15,0-27 16,0 1-16,27-1 0,-27 0 0,52 27 15,-52-27-15,0 0 0,0 1 16,27-1-16,-1 0 0,-26 27 0,0-27 16,26 1-16,-26-1 0,0 27 0,27-27 15,-27 0-15,0 0 0,26 27 16,-26-27-16,26 1 0,-26-1 0,0 0 0,0 1 16,26-1-16,-26 0 0,0 1 15,27-27 1,-27 26-16,26-26 0,0 0 15,1-53-15,-1 27 16,0 26-16,1-53 0,-27 27 0,0 0 16,26-1-16,-26 1 0,0 0 0,0-1 15,0 1-15,0 0 0,0 0 16,0 52 62,0 0-78,0 0 0,0 1 16,0-1-16,0 0 0,-26-26 15,26 27-15,0-1 0,0 0 0,0 1 16,52-1-16,-52 0 0,0 1 16,27-27-16,-27 26 0,26-26 0,0 26 15,1-26-15,-1 0 16,0 0-1,-26-26-15,27-27 16,-27 27-16,0 0 0,0-1 16,-53 1-16,53 0 0,-53-1 0,53 1 15,-52-27-15,25 53 0,1-26 0,0 0 16,26 0-16,-27-1 0,1 27 16,26-26-16,53 26 31,-27 0-31,0 0 15,1 0-15,-1 0 0,0 0 0,1 0 16,-1 0-16,0 0 0,-26 26 16,27-26-16,-27 27 0,26 25 15,-26-26-15,0 1 16,0-1-16,0 0 0,0 1 0,0-1 16,0 0-16,0 1 0,0-1 15,0 0 1,52-26-16,-25 0 0,-1 0 15,0 0-15,1 0 0,-27-26 16,26 26-16,0 0 0,-26-53 0,27 53 16,-27-26-16,26 26 0,-26-26 0,26-1 15,-26 1-15,0 0 0,0-1 16,0 1-16,0 52 62,0 1-46,0 25-16,53-25 0,-27-1 16,-26 0-16,27-26 0,-1 27 15,0-27-15,0 26 0,1-26 16,-1 0-16,0 0 0,1 0 0,-1 0 16,0 0-16,-26-53 0,27 53 0,-1-26 15,0 26-15,-26-53 0,27 53 0,-27-26 16,26-27-16,-26 27 0,0 0 0,0 0 15,0-1-15,0-25 0,0 25 16,-53 1-16,53 0 0,-26-1 0,26 1 16,-26 26-16,26-26 0,-27 26 15,1 0 1,0 0 0,-1-27-16</inkml:trace>
  <inkml:trace contextRef="#ctx0" brushRef="#br0" timeOffset="-116087.89">24235 13051 0,'-52'26'0,"25"-26"47,1 0-32,26-26 1,-26-27-16,26 27 16,0-27-16,0 27 0,0 0 15,-27 0-15,27-1 0,0 1 0,0 0 16,0-1-16,0 1 0,-26 0 0,26-1 15,0 1-15,0 0 16,0-1-16,53 27 16,-27 0-16,-26-26 15,26 26-15,1 0 0,-1 0 16,0 0-16,-26 53 16,0-27-1,27-26-15,-27 26 0,0 1 31,0-1-31,0 0 16,0 1 0,0-1-16,-27 0 15,27 1-15,0-1 16,0 0 0,27-26-16,-27 26 0,26 1 15,0-1 1,1-26-16,-27 26 15,26-26-15,0 27 0,1-27 0,-1 0 16,0 26-16,1-26 0,-1 0 0,0 26 16,0-26-16,1 0 15,-27-52 1,0 25 0,0 1-16,0 0 0,0-1 0,0 1 15,0 0-15,0 0 0,0-27 0,0 27 16,0-1-16,0-25 0,0 25 0,0-25 15,-27 25-15,27 1 0,0 0 0,0-1 16,0 1-16,0 52 47</inkml:trace>
  <inkml:trace contextRef="#ctx0" brushRef="#br0" timeOffset="-115668.48">24920 12709 0,'-27'0'0,"1"0"0,26 26 62,0 1-62,0-1 16,26-26-16,-26 26 0,0 1 16,0-1-16,27-26 0,-27 26 15,0 0-15,0 1 0,26-1 16,-26 0-16,0 1 0,26-1 0,0 0 16,1 1-16,-1-27 15,0 0-15,1 0 16,-1 0-16,0 0 0,1-27 15,-1-25-15,-26 25 0,26 1 16,-26 0-16,0-1 0,0 1 0,0-26 16,0 25-16,0 1 0,-52 0 0,52-1 15,-27 1-15,-25 0 0,25-1 0,1 1 16,0 26-16,-1 0 0,1 0 0,0 0 16,0 0-16,-1 0 0,27 26 0,-26-26 15,0 27-15,26-1 0,-27-26 16,27 26-16</inkml:trace>
  <inkml:trace contextRef="#ctx0" brushRef="#br0" timeOffset="-115282.39">25235 12735 0,'27'0'32,"-27"27"-32,26-27 0,0 26 15,1-26-15,-1 0 0,-26 26 16,26-26-16,1 0 0,-27 27 0,26-27 16,0 26-16,0 0 0,-26 0 15,27 1-15,-27-1 16,0 0-16,0 1 15,0-1-15,-27-26 47,27-26-47,0-27 16,-26 27-16,26-1 0,0 1 0,0-26 16,0-1-16,0 27 0,0-27 0,0 27 15,53-27-15,-53 27 0,0-1 16,52 27-16,-52-26 0,27 26 0</inkml:trace>
  <inkml:trace contextRef="#ctx0" brushRef="#br0" timeOffset="-114558.85">25788 12577 0,'53'27'16,"-27"-1"15,0 0-31,1 1 16,-1-1-16,-26 0 0,26-26 15,-26 27-15,26-1 0,-26 0 16,0 1-16,27-1 0,-27 0 15,0 0-15,0-52 63,0 0-47,0 0-16,0-1 0,0 1 15,0 0-15,0-1 0,0 1 0,0 0 16,0-1-16,0 1 15,0 0-15,26 26 0,-26-27 16,26 27-16,-26-26 16,27 26-16,-1 0 0,0 0 15,1 0-15,-1 0 16,-26 26-16,26 1 0,-26 25 16,0-25-16,0-1 15,27 0-15,-27 1 0,0-1 16,26 0-16,-26 1 15,0-1 1,0-52 15,0-27-15,0 27-16,0-1 0,0 1 16,26 0-16,-26-1 0,0 1 0,27-27 15,-27 27-15,26 0 0,0-1 0,-26 1 16,26 26-16,1-26 0,-1 26 15,0 0-15,1 0 16,-1 52-16,0-25 0,1-27 16,-1 52-16,-26-25 0,26-1 0,-26 0 15,27 1-15,-1-1 0,-26 0 16,26 1-16,-26-1 0,27 0 0,-1 1 16,-26-1-16,26-26 15</inkml:trace>
  <inkml:trace contextRef="#ctx0" brushRef="#br0" timeOffset="-113670.58">27077 12709 0,'0'-26'31,"0"-1"-15,0 1-16,27 0 15,-1-1-15,0 1 16,1 0-16,-27-1 16,26 27-16,-26-26 0,0 0 15,-53 26 1,27 0-16,0 0 16,-27 0-16,27 0 15,-1 0-15,1 0 0,26 26 16,-26-26-16,26 26 15,-27-26-15,27 27 0,-26-27 0,26 26 16,-26-26-16,26 26 0,0 1 0,-26-27 16,26 26-16,0 0 0,-27-26 0,27 27 15,0-1-15,0 0 0,0 1 0,0-1 16,0 0-16,27 1 16,-27-1-16,52-26 0,-26 26 15,1-26-15,-1 0 16,0 0-16,1 0 0,-1 0 15,0-52-15,-26 25 0,27 27 16,-27-52-16,26 25 0,-26 1 0,0 0 16,26-1-16,-26 1 0,0 0 0,0-1 15,0 1-15,0 0 0,0-1 0,0 1 16,0 0 0,0 52 30,0 0-30,0 1 0,0-1-16,0 0 0,0 1 15,0-1-15,0 0 0,0 1 0,27-1 16,-27 0-16,52 1 0,-25-1 16,-1-26-16,-26 26 15,26-26-15,0 0 0,1 0 0,-1 0 16,0 0-16,1 0 0,-1 0 15,0-52-15,1 25 0,-1 27 16,0-52-16,1 25 0,-27-25 0,26 25 16,-26 1-16,0-27 0,0 27 0,0-26 15,0-1-15,0 0 0,0 1 0,-26-1 16,26 0-16,-27 1 0,27-1 0,-52 1 16,25-1-16,1 27 0,0-27 0,26 27 15,-27-1-15,1 1 0,26 0 0,-26 26 16,26-27-16,-27 27 15,27 53 1,0 0-16,0-27 0,0 0 0,0 27 16,0 0-16,0-1 0,27 1 15,-27-1-15,52 1 0,-52 26 0,53-26 16,0 26-16,-27-27 0,0 1 0,27-1 16,0 1-16,-27 0 0,27-27 0,-27 0 15,0 1-15,27-1 0,-1-26 0,-25 0 16</inkml:trace>
  <inkml:trace contextRef="#ctx0" brushRef="#br0" timeOffset="-112276.39">28867 12867 0,'26'0'0,"-26"-53"16,26 53-16,-26-26 0,27 26 16,-27-26-16,0-1 0,0 1 0,26 0 15,-26-1-15,0 1 0,0 0 16,0-1-16,0 1 0,-53 26 16,53-26-16,-26 26 0,-27-27 15,27 27-15,0 0 16,-1 0-16,1 0 0,0 0 0,0 0 15,-1 0-15,1 0 0,0 0 0,-1 0 16,1 0-16,26 27 0,-26-27 16,26 26-16,0 0 15,0 1-15,0-1 0,-27-26 16,27 26-16,0 1 0,0-1 0,0 0 16,0 1-16,0-1 15,0 0-15,27 1 16,-27-1-16,52 0 0,-25-26 15,-1 26-15,0-26 0,1 0 16,-1 0-16,26 0 0,-25 0 16,-1 0-16,0-26 0,1 26 0,-1-52 15,0 52-15,1-53 0,-1 27 0,0-1 16,1-25-16,-27 25 0,26-25 0,-26-1 16,0 0-16,26 1 0,-26-1 0,0 1 15,0-1-15,0 0 0,0 1 0,0-1 16,-52 27-16,52-27 0,0 27 0,-27 26 15,27-26-15,0 52 47,0 0-31,0 0-16,0 1 16,0-1-16,0 0 0,0 1 0,0-1 15,0 0-15,0 1 0,0-1 0,0 0 16,0 1-16,0-1 0,0 0 0,0 1 15,0-1-15,27 26 0,-27-25 0,0-1 16,26 0-16,-26 1 0,26-1 0,-26 0 16,27 1-16,-27-1 0,26 0 0,0 1 15,0-1-15,1-26 16,-1 26-16,0-26 0,1 27 16,-1-27-16,0 0 0,1 0 15,-1 0-15,0-53 0,-26 27 16,27 26-16,-27-27 0,26 1 15,-26 0-15,0-1 0,0-25 0,0 25 16,0 1-16,0 0 0,0-1 0,0 1 16,0 0-16,0 0 15,-26 26-15,26 26 63,0 0-48,0 0-15,0 1 16,0-1-16,0 0 16,26 1-16,-26-1 0,26 0 15,-26 1-15,0-1 0,0 0 16,27 1-16,-1-1 0,-26 0 16,26 1-16,1-1 0,-27 0 15,26-26 1,-26-26-1</inkml:trace>
  <inkml:trace contextRef="#ctx0" brushRef="#br0" timeOffset="-112126.52">29735 12393 0,'0'-52'0,"0"25"0,0-25 0,0 25 16,0 1-16,0 0 0,0-1 15,-26 27-15,26 53 16,0 0-1,0-27-15,0 0 0,0 27 16,0-27-16,0 27 0,0-27 0,0 27 16</inkml:trace>
  <inkml:trace contextRef="#ctx0" brushRef="#br0" timeOffset="-111706.2">29788 12814 0,'52'0'0,"-25"0"15,-27-52 1,52 52-16,-52-27 0,27 27 0,-27-26 15,26 0-15,0-1 0,-26 1 0,27 0 16,-27-1-16,26-25 0,-26 25 0,26 1 16,-26 0-16,0-27 0,0 27 0,27 0 15,-27-1-15,0 1 16,-53 26 0,27 0-1,-1 53-15,1-53 16,26 26-16,0 0 15,0 1-15,0-1 0,0 0 16,0 0-16,0 1 0,0-1 0,26 0 16,-26 1-16,53-1 0,-53 0 0,26 1 15,1-1-15,-1 0 0,0 1 0,0-27 16,-26 26-16,27 0 0,-1 1 16,-26-1-16,0 0 15,26-26-15,-26 26 0,-52-26 47,25-26-31,1 0-1,26-27-15,-26 1 16,26 25-16,0 1 0,0-27 0,0 1 16</inkml:trace>
  <inkml:trace contextRef="#ctx0" brushRef="#br0" timeOffset="-110725.55">30288 12156 0,'0'-26'0,"0"79"78,0-27-78,26 0 16,-26 27-16,26-27 15,-26 1-15,0-1 0,0 0 16,27 1-16,-1-1 0,-26 26 0,26-25 16,-26-1-16,27 0 0,-27 1 0,26 25 15,-26-25-15,0-1 0,26 0 0,-26 1 16,0-1-16,0 0 0,0 1 0,27-27 16,-27 26-16,0 0 0,0 0 15,0-78 16,-27 26-15,27-27-16,0 27 16,0-1-16,53 1 15,-27 0-15,27-1 0,-27 1 16,0 26-16,1-26 0,-1 26 0,0-27 16,-26 1-16,27 26 0,-27-26 0,0-1 15,0 1-15,0 0 16,0 0-16,0-1 15,-27 27-15,27-26 0,-26 26 16,26-26-16,-53 26 16,27 0-16,0 0 15,-1 0 1,27 52-16,0-25 0,0-1 16,0 0-16,53 0 15,-27 1-15,-26-1 16,53-26-16,-53 26 0,26-26 0,-26 27 15,27-27-15,-27 26 0,26 0 0,0 1 16,-26-1-16,27 0 0,-27 1 16,0-1-16,0 0 0,26-26 15,-26 27-15,0-1 0,0 0 16,0 0 0,26-26-1,1 0 1,-1-52-16,0 26 15,1 26-15,-1-27 0,0 1 16,0 26-16,-26-26 0,27-1 16,-27 1-16,26 26 0,-26-26 0,0-1 15,26 1-15,-26 0 16,0-1 0,0 80 93,0-27-109,0 1 16,0-1-16,27 0 15,-1 1-15,-26-1 0,0 0 16,26 1-16,1-1 0,-1 0 15,0 0-15,-26 1 16,27-27 0,-27-53-1,26 27-15</inkml:trace>
  <inkml:trace contextRef="#ctx0" brushRef="#br0" timeOffset="-110591.47">31472 12367 0,'0'-53'0,"0"27"0,-26-27 0,26 27 15,-53-27-15,53 27 0,-26 26 0,26-26 16,-27 26-16,27 26 31,-26 0-31</inkml:trace>
  <inkml:trace contextRef="#ctx0" brushRef="#br0" timeOffset="-110126.77">31524 12209 0,'0'-26'0,"0"-1"16,0 80 31,0-27-47,0 27 0,0-27 16,0 1-16,0 25 0,0-25 15,0 25-15,0-26 0,0 27 0,0-27 0,0 1 16,0-1-16,0 0 0,0 1 15,27-27 1,-1-27 15,0 27-31,-26-52 0,27 52 0,-1-27 16,0 1-16,-26 0 0,27 26 0,-1-27 16,0 27-16,-26 27 31,27-27-31,-27 52 15,26-52-15,-26 27 0,0-1 16,26 0-16,-26 1 0,27-1 0,-27 0 16,0 1-16,0-1 0,0 0 15,0 1-15,0-1 16,-27 0-16,1-26 16,0 0-16,-27 0 15,27 0-15,-1-26 16,1 26-16,26-53 0,-26 53 15,26-26-15,0 0 0,0-1 16,0 1-16,0 0 0,0-1 0</inkml:trace>
  <inkml:trace contextRef="#ctx0" brushRef="#br0" timeOffset="-108876.89">32024 12341 0,'-26'0'16,"26"26"47,0 0-63,0 27 15,0-27-15,0 0 0,0 1 0,-26-1 16,26 0-16,0 1 15,0-1-15,0 0 16,0 1-16,0-1 16,0 0-16,26-26 0,0 27 15,1-27 1,-1 0-16,0 0 0,1 0 16,-1 0-16,-26-53 0,26 53 0,1 0 15,-27-26-15,26-1 0,-26 1 16,0 0-16,0-1 0,26 1 15,-26 0-15,0-1 0,0 54 63,0-1-63,0 27 16,27-27-16,-27 0 0,26-26 15,-26 27-15,26-1 0,1 0 16,-1-26-16,0 0 15,0 0-15,1 0 0,-1 0 16,0-26-16,1 0 16,-27-1-16,0 1 15,26 0-15,-26-1 0,0-25 16,0 25-16,0-25 0,0 26 0,0-27 0,0 0 16,0 1-16,0-1 0,0 0 15,0 1-15,-26-1 0,26 1 0,0-1 16,0 0-16,-27 1 0,27 25 0,-26-25 15,26-1-15,-26 27 0,26-1 16,0 1-16,0 0 0,0 0 0,-27 26 31,27 26-15,0 0 0,0 0-1,0 1-15,0-1 16,0 0-16,0 1 15,0-1-15,0 0 0,0 1 16,0-1-16,0 0 0,0 1 16,0-1-16,27 0 15,-27 1-15,26-1 0,-26 0 16,0 0-16,0 1 0,26-1 16,-26 27-16,0-27 0,0 0 0,27 1 15,-27-1-15,0 27 0,0-27 16,26 0-16,-26 1 0,26-1 0,-26 26 15,27-25-15,-27-1 0,26 0 0,-26 1 16,26-1-16,-26 0 0,27 1 0,-27-1 16,26-26-16,-26 26 0,26-26 0,-26 27 15,0-1-15,-26 0 32,0-26-17,26-52-15,-27 52 0,27-27 16,-26 27-16,26-52 0,-26 25 0,26-25 15,0 25-15,0 1 0,0 0 0,0-1 16,0 1-16,0 0 0,0 0 0,26-1 16,-26 1-16,53 26 0,-1-26 15,-25 26-15,-1 0 0,0 0 16,1 0-16,-1 0 16,0 0-16,0 0 15,-26 26-15,0 0 16,0 1-1,0-1 1,0 0-16,0 0 16,0 1-1,0-1-15,0 0 16,0 1-16,0-1 16,27 0-16,-27 1 15,0-1-15,0 0 0,0 1 16,26-1-16,-26-52 47</inkml:trace>
  <inkml:trace contextRef="#ctx0" brushRef="#br0" timeOffset="-108725.85">33103 12262 0,'0'-53'15,"-52"27"-15,52-27 0,0 27 0,0-1 16,-27 1-16,27 0 0,0 78 47,0 1-47,53-27 0,-53 1 15,26-1-15,-26 0 0,27 1 0</inkml:trace>
  <inkml:trace contextRef="#ctx0" brushRef="#br0" timeOffset="-108288.79">33261 12367 0,'-26'26'110,"26"1"-110,0-1 0,0 0 15,-26-26-15,26 26 0,0 1 16,0-1-16,0 0 0,0 1 15,0-1-15,0 0 0,26 1 16,-26-1-16,0 0 0,26 1 16,-26-1-16,27-26 0,-1 26 15,0-26-15,0 0 16,1 0-16,-1 0 0,0-26 16,1 26-16,-1-26 0,0-1 15,1 27-15,-27-52 0,26 25 16,-26 1-16,0 0 0,0-1 15,0 1-15,0 0 0,-53-1 0,53 1 16,-26 0-16,26 0 0,-53-1 0,27 1 16,0 0-16,-1 26 0,-25 0 0,26-27 15,-1 27-15,1 0 0,0 0 16,-1 0-16,27 27 0,-26-27 16,26 26-16,0 0 15,53-26-15</inkml:trace>
  <inkml:trace contextRef="#ctx0" brushRef="#br0" timeOffset="-107918.27">33656 12288 0,'0'26'63,"0"1"-48,0-1-15,26 0 0,-26 1 16,0-1-16,27 0 0,-27 0 0,0 1 16,26-27-16,-26 26 0,0 0 0,26-26 15,-26 27-15,0-54 47,0-25-47,0 25 16,0 1-16,0 0 0,0 0 0,27-27 15,-27 27-15,26-1 0,-26 1 16,26 0-16,0 26 16,1 52-1,25-52-15,-25 79 0,-1-26 0,27-1 0,-27 1 16,27 0-16,-53-1 0,26 1 0,-26 0 16,0-1-16,0 1 0,-53-1 0,53 1 15,-52-27-15,-1 27 0,0-27 16,1 27-16</inkml:trace>
  <inkml:trace contextRef="#ctx0" brushRef="#br0" timeOffset="-105470.6">23288 13788 0,'26'0'0,"1"0"0,-1 0 16,0 0-16,1 0 0,-1 0 15,0 0-15,27 0 0,-27-27 0,1 27 16,25 0-16,1 0 0,-27-26 0,27 26 15,-1 0-15,1 0 0,0 0 0,-1 0 16,1 0-16,-1 0 0,1 0 0,0 0 16,-1 0-16,-25 0 0,25 0 0,1 0 15,-27 0-15,27 0 0,0 0 16,-1 0-16,1 0 0,-27 0 0,27 0 16,-1 0-16,1 0 0,0 0 0,-1 0 15,1-26-15,-1 26 0,1 0 0,0 0 16,-1 0-16,1-26 0,0 26 0,-1-27 15,1 27-15,-27 0 0,27 0 0,-1-26 16,1 26-16,-27 0 0,27 0 0,-27 0 16,27-26-16,0 26 0,-27 0 15,27 0-15,-1 0 0,1 0 0,-1-27 16,1 27-16,0 0 0,-1 0 0,1 0 0,0-26 16,-1 26-16,1 0 0,-1 0 0,27 0 15,-26 0-15,0-26 0,-1 26 0,1 0 16,0 0-16,-1 0 0,1 0 15,-27 0-15,27 0 0,-27 0 0,27 0 16,-27 0-16,0 0 0,27 0 0,-27 0 16,27 0-16,0 0 0,-27 0 0,26 0 15,1 0-15,0 0 0,-1 0 0,27 0 16,-26 0-16,0 0 0,26 0 0,-27 0 16,1 0-16,26 0 0,-27 0 0,1 0 15,0 0-15,-1 0 0,1 0 0,-27 0 16,27 0-16,-27 0 0,27 0 15,-1 0-15,-25 0 0,25-27 0,-25 27 16,25 0-16,1-26 0,-27 26 0,27 0 16,-1 0-16,-25-26 0,25 26 0,1 0 15,0 0-15,-1-27 0,1 27 0,0 0 16,-27 0-16,26 0 0,1 0 0,0 0 16,-27 0-16,27-26 0,-27 26 0,27 0 15,-27 0-15,27 0 0,-1 0 0,1 0 16,-1 0-16,1 0 0,0 0 0,-1 0 15,27 0-15,-26 0 0,0 0 0,26 0 16,-27 0-16,1 0 0,26 0 0,-27 0 16,27 0-16,0 0 0,-26 0 0,26 0 15,-27 0-15,27-26 0,-26 26 0,0 0 16,-1 0-16,-25 0 0,25 0 16,1 0-16,-27 0 0,27 0 0,-27 0 15,0 0-15,1 0 0,25 0 0,-25 0 16,-1 26-16,0-26 0,1 0 15,-1 26-15,-26-52 32,-53 26-17,53-26-15</inkml:trace>
  <inkml:trace contextRef="#ctx0" brushRef="#br0" timeOffset="-102559.43">4421 15235 0,'26'0'156,"0"0"-156,1-26 0,-1 26 15,0-27-15,1 27 0,-1-26 16,0 26-16,0 0 0,1 0 16,-1-26-16,0 26 15,1 0-15,-1 0 0,0 0 32,-26 26-17,0 0 1,0 1-16,0-1 15,0 0-15,-26-26 16,26 27-16,-26-27 16,26 26-16,-27-26 15,27 26-15,-26-26 0,52 0 78,27 0-62,-27-26-16,1 26 0,-1 0 16,0 0-16,1 0 15,-1 0-15,0 0 16,-26 26-16,27-26 0,-27 27 16,0-1-16,0 0 15,0 0-15,0 1 0,0-1 16,0 0-16,-27 1 15,27-1-15,-26-26 16,0 26 0,-1-26-16,1 0 15,0 0-15,-1 0 16,1 0-16,0 0 0,-1 0 16,1 0-16,0 0 0,-1 0 15,27-26-15,-26 26 0,0 0 0,0-26 16,-1 26-1,27-27-15,-26 27 0,26-26 16,-26 26 0,26-26-1,-27 26 1,27-27 0,0 1-16,0 0 15</inkml:trace>
  <inkml:trace contextRef="#ctx0" brushRef="#br0" timeOffset="-101744.37">5131 14919 0,'0'-26'15,"0"0"17,0-1-17,-26 27 1,26-26 0,-27 26-16,-25-26 0,26 26 15,-1 0-15,1 0 0,0 0 0,-1-27 16,1 27-16,0 0 0,-1 0 0,1 0 15,0 0-15,-1 0 16,1 0-16,0 0 0,-1 0 16,1 0-16,0 0 0,0 0 0,-1 0 15,1 27-15,0-27 0,-1 0 0,1 26 16,0 0-16,-1-26 0,1 27 16,0-1-16,-1 0 0,1-26 0,0 27 15,26-1-15,-27 0 0,1-26 0,26 26 16,-26 1-16,26-1 0,-27-26 0,27 26 15,0 1-15,-26-1 0,26 0 16,-26 1-16,26-1 0,-26 0 0,-1 1 16,27-1-16,0 0 0,0 1 15,0-1-15,0 0 16,0 0-16,0 1 16,0-1-16,27 0 0,-27 1 15,26-1-15,-26 0 16,26 1-16,-26-1 15,26 0-15,1 1 16,-27-1-16,0 0 0,26 1 0,0-1 0,1 0 16,-1 0-16,-26 1 15,26-27-15,1 26 0,-1 0 0,0-26 16,1 27-16,-1-1 0,0-26 0,-26 26 0,27 1 16,-1-27-16,0 26 0,1-26 0,-1 26 15,0-26-15,0 27 0,1-27 0,25 26 16,-25-26-16,-1 0 0,0 0 15,27 0-15,-27 0 0,27 0 0,-27 0 16,27 0-16,-1-26 0,-25 26 0,25-53 16,1 53-16,0-53 0,-1 27 0,-25 0 15,25-1-15,1-25 0,0 25 0,-27-25 16,0 26-16,0-27 0,1 27 0,-1-1 16,-26-25-16,0 25 0,26-25 0,-26 25 15,0 1-15,0-27 0,0 1 16,0-1-16,-52 27 0,52-27 0,-53 1 0,53 25 15,-52-25-15,25 25 0,1 1 16,26 0-16,-26 26 0,26-27 0,-27 27 16,27-26-16</inkml:trace>
  <inkml:trace contextRef="#ctx0" brushRef="#br0" timeOffset="-101258.16">7368 15156 0,'0'26'46,"0"1"-30,0 25-16,52-25 16,-52-1-16,0 0 0,27 1 0,-27-1 15,0 0-15,0 27 0,0-27 0,0 0 16,0 27-16,0-27 0,0 27 0,0 0 16,0-27-16,0 27 0,0-27 0,0 26 15,0-25-15,0-1 0,-27 0 0,27 1 16,0-1-16,0-52 31</inkml:trace>
  <inkml:trace contextRef="#ctx0" brushRef="#br0" timeOffset="-100957.45">7289 15261 0,'0'-26'0,"26"26"16,27 0 0,-27-26-16,0 26 15,27 0-15,-27 0 0,1 0 0,-1 0 0,27 0 16,-27 0-16,0 26 16,1 27-16,-27-27 15,0 0-15,0 1 0,0-1 16,0 0-16,0 0 0,0 1 0,-27-1 15,27 0-15,-52 1 16,25-1-16,1-26 0,0 0 31,26-26-31,-27 26 0</inkml:trace>
  <inkml:trace contextRef="#ctx0" brushRef="#br0" timeOffset="-100519.59">7920 15551 0,'0'26'63,"0"0"-48,-26-26-15,26 27 0,0-1 16,0 0 0,0 1-16,0-1 0,0 0 15,0 1-15,0-1 0,0 0 16,0 0-16,26 1 0,-26-1 16,53 0-16,-53 1 15,53-27-15,-27 0 0,0 0 16,-26-27-1,27-25-15,-27 25 16,0 1-16,26 0 0,-26 0 0,0-1 16,0 1-16,26 0 0,-26-1 0,0 1 15,0 0-15,0-1 16,-52 1-16,25 0 16,-52 26-16,53 0 15,0 0-15,-1 0 0,-25 0 0,25 0 16,1 0-16,0 0 0,26 26 15,-26-26-15,26 26 16</inkml:trace>
  <inkml:trace contextRef="#ctx0" brushRef="#br0" timeOffset="-99586.64">8263 15866 0,'0'27'0,"26"-27"31,0-27-15,0 1-1,1 26-15,-27-52 0,26 25 16,0 1-16,-26 0 0,27-1 0,-27-25 16,0 25-16,0 1 0,0-27 15,0 27-15,0-27 0,0 1 0,0 26 0,-27-27 16,27 0-16,-26 1 0,26 25 0,-53-25 15,53 25-15,-26 1 0,26 0 16,-26 26-16,26-27 0,-26 27 16,26 27-1,0-1 1,-27-26-16,27 53 0,0-27 16,0 0-16,0 1 0,0-1 15,0 0-15,0 1 0,0-1 16,27 0-16,-27 1 0,0 25 0,26-26 15,-26 1-15,26-1 0,-26 0 0,26 1 16,-26-1-16,0 0 0,27 1 0,-27-1 16,26 0-16,-26 1 0,0-1 0,26 0 15,1 1-15,-27-1 16,26-26-16,-26 26 16,26-26-16,-26-52 31,27 25-31,-27-25 15,26 25-15,-26 1 0,0 0 16,0-1 0,26 27 15,-26 27-31,0-1 16,27-26-16,-27 53 0,0-27 15,26 0-15,-26 1 0,26-27 0,1 26 16,-27 0-16,26-26 0,0 0 15,0 0-15,1 0 0,-1 0 0,0 0 16,1-26-16,-1 26 0,-26-26 0,26 26 16,1-53-16,-27 27 0,26-1 15,-26 1-15,0 0 0,0-1 16,0 1-16,0 0 0,0-1 16,-26 27-16,26 27 31,0 25-16,0-25-15,26 25 16,-26-25-16,0-1 0,26 27 0,-26-1 16,27-26-16,-27 27 0,26 0 0,0-27 15,-26 27-15,27-1 0,-27-25 0,0 25 16,26-26-16,-26 1 0,0-1 0,26 27 16,-26-27-16,0 0 0,0 1 15,0-1-15,0 0 0,-52 1 16,25-27-16,1 0 15,26 26-15,-53-26 0,27 0 16,0 0-16,26-53 0,-27 53 0,27-52 16,-26 25-16,26-25 0,-26 25 0,26-25 15,0-1-15,-27 27 0,27-27 0,0 1 16,0-1-16</inkml:trace>
  <inkml:trace contextRef="#ctx0" brushRef="#br0" timeOffset="-97777.56">9289 15524 0,'0'27'31,"0"25"-15,52-25-1,-52-1-15,27 0 0,-27 1 0,0-1 16,0 0-16,26 1 0,-26-1 0,26 0 16,-26 0-16,0 1 0,0-1 0,0 0 15,0 1 1,0-54 15,0-25-31,0 25 16,0-25-16,0 26 0,0-1 15,0 1-15,0 0 0,0-1 0,0 1 16,0 0-16,0-1 0,0 1 16,0 0-16,0-1 0,27 1 15,-27 0 1,26 26-16,0 0 16,1 0-1,-27 52-15,26-52 0,-26 27 0,26-27 16,-26 26-16,27-26 0,-27 26 0,26 1 15,-26-1-15,26 0 0,-26 1 0,27-1 16,-1 0-16,-26 1 0,0-1 16,0 0-16,26-26 0,-26 26 0,0 1 15,26-27 1,1-27 0,-1-25-16,0 26 15,1-1-15,-27 1 0,26 0 16,-26-1-16,26 1 0,-26 0 15,0 52 48,0 0-47,0 1-16,0-1 0,0 0 15,53 1-15,-53-1 16,0 0-16,26-26 0,-26 26 0,27 1 0,-27-1 15,26-26-15,-26 26 0,26-26 16,1 0-16,-27-26 31,26 26-31,-26-53 0,26 1 16,-26 26-16,0-1 0,0 1 16,0 0-16,0-1 0,0 1 0,-52 0 15,52-1-15,-27 1 0,-25 0 16,25 26-16,27-27 0,-26 27 15,0 0-15,-1 0 16,1 0-16,26 53 0,-26-53 0,-1 26 16,27 1-1,27-27 1,25 0 0,1-27-16,-27 27 0,27 0 15,-27-52-15,1 52 0,-1-27 0,0 27 16,0 0-16,1 0 15,-27 27 1,26-1 0,-26 0-16,0 1 15,0-1-15,26 0 0,-26 1 0,0-1 16,0 27-16,0-27 0,0 0 16,27-26-16,-27 26 0,0 1 0,0-1 15,0 0-15,0-52 47,0-27-31,0 27-16,0 0 15,0 0-15,0-1 0,0 1 0,0-27 0,0 27 16,0 0-16,0-1 0,26 27 0,-26-26 16,0 0-16,26 26 0,-26-27 0,27 27 15,-1 0 16,-26 27-15,26-1-16,1 27 16,-27-27-16,0 0 0,26 1 0,-26-1 15,26 0-15,-26 1 0,0-1 16,27 0-16,-27 0 0,0 1 16,0-80 15,0 1-16,0 25-15,0 1 16,0 0-16,0-1 0,0 1 0,0 0 16,0-1-16,0 1 0,0 0 0,0-1 15,26 27-15,0 0 32,1 27-17,-1-1-15,0 0 16,0 1-16,-26-1 15,27 0-15,-27 1 0,0-1 0,26-26 16,-26 26-16,26 1 0,-26-1 0,27-26 16,-27 26-16,26-26 15,0 0 1,-26-52-16,27 52 0,-1-27 16,0 27-16,1-52 0,-1 25 0,0 1 15,1 0-15,-27-1 0,26 1 0,0 0 16,-26-1-16,26 27 0,-26-26 15,0 0-15,0 78 125,0-25-109,27-27-16,-27 26 0,26-26 0,-26 26 16,26 1-16,1-1 0,-1 0 15,-26 1-15,26-1 16,-26 0-16,27 1 0,-27-1 16,0 0-16,26-26 15,-26-26 1,26 26-16</inkml:trace>
  <inkml:trace contextRef="#ctx0" brushRef="#br0" timeOffset="-97654.11">11447 15288 0,'0'-27'0,"0"1"0,0 0 0,0-1 16,-27 27 0,1 0-1,26 27-15,-26 25 0,26-25 16,0-1-16,0 0 0,0 1 0</inkml:trace>
  <inkml:trace contextRef="#ctx0" brushRef="#br0" timeOffset="-96657.12">11920 15630 0,'27'0'0,"-1"0"16,0 0-16,-26-27 15,26 27-15,-26-26 0,0 0 16,27 26-16,-27-27 0,0 1 31,0 0-31,0-1 0,-53 27 16,53-26-16,-26 26 16,26-26-16,-26 26 0,-1 0 15,1 0-15,0 0 0,-1 0 16,1 0-16,0 0 15,-1 0-15,27 26 0,-26-26 16,26 26-16,-26-26 16,26 27-16,-27-1 0,27 0 15,-26-26-15,26 27 0,0-1 16,-26 0-16,26 1 0,0-1 16,0 0-16,0 1 15,52-1-15,-52 0 16,27-26-16,-27 27 0,26-27 0,0 0 15,1 0-15,-1-27 16,0-25 0,1 52-16,-27-27 0,26 27 0,-26-26 15,0 0-15,26-1 0,-26 1 16,0 0-16,0-1 0,0 1 16,0 0-16,0-1 0,0 1 15,0 52 32,0 1-31,0 25-16,0-25 0,0-1 15,0 0-15,27-26 16,-27 27-16,26-1 16,0-26-16,-26 26 0,26 1 15,1-27-15,-1 0 16,0 0-16,1 0 0,-1 0 15,0 0-15,-26-27 0,27 27 16,-1 0-16,0-52 0,1 25 0,-1 27 16,0-26-16,1 0 0,-27-1 0,26 1 15,-26 0-15,26-1 0,-26-25 0,0 26 16,0-1-16,0-25 0,0 25 16,0-25-16,0 25 0,-26-25 0,26 25 0,-53 1 15,53-27-15,-26 27 0,26 0 0,-26 0 16,26-1-16,-53 1 0,27 0 15,26 52 32,0 0-47,0 1 16,0-1-16,0 0 0,0 0 16,0 1-16,0-1 0,0 0 15,0 1-15,0-1 0,0 0 0,0 1 16,26-1-16,-26 0 15,0 1-15,26-1 0,1 0 0,-27 1 16,26-1-16,0-26 0,-26 26 16,27-26-16,-1 26 0,-26 1 0,26-27 15,1 26-15,-27 0 0,26-26 0,-26 27 16,26-1-16,0 0 0,1 1 16,-1-27 15</inkml:trace>
  <inkml:trace contextRef="#ctx0" brushRef="#br0" timeOffset="-96493.67">13183 15551 0,'27'-27'63</inkml:trace>
  <inkml:trace contextRef="#ctx0" brushRef="#br0" timeOffset="-96358.02">13131 15235 0,'-27'0'0,"1"0"15,26-26-15,0-1 16,0 1 0</inkml:trace>
  <inkml:trace contextRef="#ctx0" brushRef="#br0" timeOffset="-94294.54">15183 15182 0,'27'0'0,"-27"27"16,0-1-1,0 0 1,-53 1-16,53-1 16,-26 0-16,26 1 0,-27-27 0,27 26 15,0 0-15,-26 0 0,26 1 16,-26-1-16,26 0 0,0 1 0,0-1 15,0 0-15,0 1 16,0-1-16,26-26 31,0 0-15,1 0-16,-1 0 16,0 0-16,1-26 0,-1 26 15,0-27-15,0 1 0,1 26 16,-27 26 31,52 1-32,-25-27 1,-1 26-16,0-26 0,1 0 0,-1 0 0,27 0 16,-27 0-16,0 0 0,1 0 15,-1 0-15,0 0 0,1-26 16,-27-1-1,0 1-15,0 0 16,0-1-16,0 1 0,-27 0 16,27-1-16,-52 27 0,52-26 15,-27 26-15,54 0 63,25 0-63,-25 0 15,-1 0-15,0 0 0,0 0 0,1 0 16,-1-26-16,0 26 0,1-26 0,-1-1 16,-26 1-16,26 0 0,-26-1 15,0 1-15,0 0 0,0-1 16,0 1-16,0 0 0,0-1 0,0 1 16,0 0-16,-26-1 0,26 1 15,0 0-15,-26 26 0,26-26 16,0 52 31,0 0-32,0 27-15,0-27 0,0 0 16,0 1-16,0-1 0,0 0 0,0 1 16,52-1-16,-52 27 0,27-27 0,-27 0 15,26 27-15,-26-27 0,0 0 0,0 1 16,26-1-16,-26 0 0,27 1 0,-27-1 15,26-26-15,-26-26 32,0-1-17,53 27-15,-53-52 0,26 25 16,-26 1-16,26 0 0,-26 0 0,26 26 16,-26-27-16,0 1 0,0 52 46,0 1-30,0 25-16,27-26 0,-27 1 16,26-1-16,-26 0 15,26-26-15,-26 27 0,27-27 0,-27 26 0,26-26 16,0 0-16,-26 26 0,27-26 16,-1 0-16,27 0 0,-27 0 0,0 0 0,1 0 15,-1 0-15,0-52 0,1 52 0,-1-27 16,0 27-16,-26-26 0,26 0 15,-26-1-15,27 1 0,-27 0 0,0 0 16,0-1-16,26 27 0,-26-26 0,0 0 16,0-1-16,-53 27 15,53-26-15,-26 26 0,26 26 47,0 1-31,0-1-16,0 0 15,-26-26-15,26 27 0,0-1 0,0 0 16,0 0-16,0 1 16,0-1-16,0 0 0,52-26 0,-52 27 15,27-1-15,-27 0 0,26-26 16,-26 27-16,26-27 16,1 0-1,-27-53-15,26 53 16,0-26-16,1 26 0,-27-27 0,26 1 15,0 0-15,1-1 0,-1 1 16,0 26-16,-26-26 0,0 0 16,27 26-16,-27-27 0,0 1 15,0 0-15,0-1 0,0 1 16,0 52 31,0 1-32,0-1-15,0 0 0,0 1 16,0-1-16,0 0 0,26 0 0,-26 1 16,0-1-16,26 0 0,-26 1 15,26-1-15,-26 0 0,27-26 16,-1-26 15,0 26-31,1-53 0,25 27 16,-52 0-16,27-27 0,-1 53 0,0-26 15,1 0-15,-27-1 0,26 1 0,-26 0 16,26 26-16,1 0 16,-27 52-1,26 1-15,0-27 0,-26 0 16,27 27-16,-1-27 0,-26 27 0,0-27 16,26 1-16,-26 25 0,0-25 0,26-1 15,-26 0-15,0 1 0,0-1 16</inkml:trace>
  <inkml:trace contextRef="#ctx0" brushRef="#br0" timeOffset="-92577.7">17999 14998 0,'26'0'0,"-26"26"0,26-26 31,-26 27-15,27-27-1,-27 26-15,26 0 16,-26 1-16,0-1 0,26 0 0,-26 1 15,27-1-15,-27 0 0,26 1 0,-26 25 16,0-25-16,0-1 0,0 26 0,0-25 16,0-1-16,0 0 0,0 1 0,-26 25 15,26-25-15,0-1 0,-53 0 0,53 1 16,-26-27-16,26 26 0,-27-52 16,27-27-1,-26 27-15,26-27 16,0 27-16,0-1 0,-26 1 15,26 0-15,0-1 16,-26 27-16,78 0 31,-26 0-15,27 27-16,-27-27 0,1 0 0,-1 0 16,0 0-16,1 0 0,-1 0 15,0 0-15,1 0 0,-27-53 16,26 53-16,-26-26 0,26 26 0,-26-26 15,0-1-15,27 1 0,-27 0 0,0-1 16,0 1-16,0 0 0,0-1 0,0 1 16,0 0-16,0-1 15,0 54 32,0-1-31,0 0-16,0 1 0,0-1 0,26 0 15,-26 1-15,0 25 0,0-25 0,0-1 16,26 26-16,-26-25 0,0-1 0,27 0 16,-27 1-16,0-1 0,0 0 15,26 1-15,-26-1 0,26-26 0,0 0 32,1 0-32,-1 0 0,0-53 0,1 53 15,-1-26-15,0 26 0,1-26 16,-1-1-16,-26 1 0,26 26 0,-26-26 15,0-1-15,27 27 0,-27-26 16,0 52 31,52 1-31,-25 25-16,-1-25 15,26-1-15,-25-26 16,-1 26-16,0-26 0,1 0 15,-1 0-15,0 0 0,1 0 0,-1 0 16,0 0-16,1 0 0,-27-26 0,26 26 16,0-53-16,1 27 15,-27 0-15,0-1 0,0 1 0,0 0 16,0 0-16,0-1 0,0 1 16,-27 0-16,1-1 15,0 27 16,26 27-31,0 25 0,0-25 16,-27 25-16,27-26 0,0 27 0,0-27 16,0 1-16,0-1 0,0 27 0,53-27 15,-53 0-15,26 1 0,53-1 16,-26-26-16,-27 0 0,53 0 16</inkml:trace>
  <inkml:trace contextRef="#ctx0" brushRef="#br0" timeOffset="-90206.45">20209 15551 0,'27'0'62,"-27"-27"-62,26 1 16,-26 0-16,26 26 0,-26-27 15,27 1-15,-27 0 0,0 0 16,0-1-16,0 1 16,-27 0-16,27-1 15,-26 27-15,0-26 16,-1 26-1,1 0 1,0 0-16,-1 0 0,1 26 16,0-26-16,-1 27 15,1-1-15,0-26 0,26 53 16,-27-27-16,27 0 0,-26 0 16,26 1-16,0-1 0,0 0 15,0 1-15,0-1 0,0 0 16,0 1-16,0-1 0,26-26 15,-26 26-15,27-26 0,-27 27 16,52-27-16,-25 0 16,-1 0-16,0 0 0,1-53 15,-1 53-15,-26-53 0,26 27 0,1 0 16,-1-1-16,0 1 0,-26-27 0,27 1 16,-27 26-16,26-27 0,-26 0 0,0 27 15,0-27-15,0 27 0,0 0 0,0-1 16,0 1-16,-26 26 0,26-26 0,0-1 15,-27 27-15,27 53 32,0-27-17,-52-26-15,52 27 16,0-1-16,0 0 0,0 1 0,0-1 16,0 0-16,0 1 0,52-1 15,-52 27-15,27-27 0,-27 0 0,26 0 16,-26 1-16,52-1 0,-25 0 0,-1 1 15,0-1-15,-26 0 0,27-26 0,-1 27 16,0-1-16,1-26 0,-1 26 16,0-26-16,1 0 15,-1 0 17,0 0-32,-26-26 0,27 26 15,-1-26-15,0 26 16,-26-27-16,27 27 0,-27-26 0,26 26 15,-26-26-15,26-1 0,-26 1 0,0 0 16,26 26-16,-26-27 0,0 1 0,0 0 16,-26 26 15,-26 0-15,25 0-16,1 0 0,0 0 0,-27 26 15,27-26-15,-1 26 0,1-26 0,0 27 16,-1-27-16,1 26 0,0 0 15,-1 1-15,27-1 16,27 0 0,-1-26-1,27 0-15,-1 0 0,-25 0 16,-1 0-16,0 0 0,1 0 0,-1 0 16,0-26-16,1 26 0,-1 0 0,-26-26 15,26 26-15,0-27 0,1 1 16,-27 0-16,0-1 15,26 27 17,0 53-1,1-53-31,-1 26 16,0-26-16,1 27 0,-1-27 15,0 26-15,1-26 0,-1 0 16,0 0-16,1 0 15,-1 0-15,0-26 0,0-1 16,1 27-16,-27-26 0,26 0 16,-26-1-16,26 1 0,-26 0 0,0 0 15,27-1-15,-27-25 0,0 25 16,0 1-16,0-27 0,0 27 0,0 0 16,-53-27-16,53 27 0,0-1 0,-26-25 15,26 26-15,-27-1 0,27 1 0,-26 0 0,26-1 16,-26 27-16,0-26 15,52 52 64,-26 1-64,26-27-15,-26 26 0,26 0 16,-26 1-16,27-1 0,-27 0 15,26 27-15,-26-27 0,26 0 0,-26 27 16,27-27-16,-27 1 0,26-1 0,-26 27 16,0-27-16,0 0 0,0 27 0,0-27 15,0 0-15,-26 1 0,26-1 16,-27-26-16,27-26 31,0-27-15,0 1-16,0 25 0,27 1 15,-27 0-15,52-1 0,-25 27 0,-1-26 16,0 26-16,27 0 0,-27-26 0,27 26 16,-27 0-16,27 0 0,-27-27 0,0 27 15,27 0-15,-27 0 0,1 0 16,-1 0-16,-52 0 78,-1 0-62,1 27-16,0-27 0,-1 0 0,1 26 15,0-26-15,0 0 0,26 26 0,-27-26 0,1 27 16,26-1-16,-26 0 0,26 1 16,0-1-16,0 0 0,0 0 15,52 1-15,-25-1 16,25 0-16,1-26 15,-27 0-15,0 0 0,1 0 16,-1-26-16,0 26 0,-26-53 16,27 53-16,-27-26 0,0 0 0,26 0 15,-26-27-15,26 27 0,-26-1 0,0 1 16,0 0-16,0-1 0,0 1 0,0 0 16,0-1-16,0 1 0,0 0 15,-26 26-15,0 26 31,26 27-31,0-27 16,-27 0-16,27 1 0,0 25 0,0-25 16,0-1-16,0 0 0,0 1 0,0 25 15,27-26-15,-27 1 0,0-1 0,52 0 16,-52 1-16,27-27 0,-1 26 0,0 0 16</inkml:trace>
  <inkml:trace contextRef="#ctx0" brushRef="#br0" timeOffset="-89340.3">22630 15472 0,'0'26'0,"27"-26"31,-1-26-15,0 26-1,0-53-15,1 53 0,-1 0 16,0-26-16,1 0 0,-1 26 0,0-27 16,1 27-16,-1-26 0,0 0 15,1-1-15,-27 1 0,0 0 16,0-1-16,0 1 15,0 0-15,-27 26 0,27-27 16,-52 27-16,-1 0 16,27 0-16,-1 0 0,1 0 0,0 53 15,-1-53-15,27 26 32,0 1-32,53-1 15,-27 0-15,1-26 0,25 27 16,-25-1-16,-1-26 0,0 26 0,27 1 15,-27-1-15,1 0 0,-1 0 0,0 1 16,0-27-16,1 26 0,-1 0 0,0-26 16,-26 27-16,27-1 15,-27 0-15,0 1 16,-53-27-16,0 0 16,1 0-16,26 0 0,-1 0 15,1 0-15,0 0 0,-1 0 0,27-27 16,0-25-16,0 25 15,0 1-15,0-27 0,0 27 0,0 0 16,27-27-16,-27 27 0,52 0 0,1-27 16,-27 27-16,27-1 0,-27 1 0,27 0 15,-27 26-15,27-27 0</inkml:trace>
  <inkml:trace contextRef="#ctx0" brushRef="#br0" timeOffset="-87638.24">23472 14998 0,'0'-26'15,"-26"26"1,26-26-16,-53 26 15,53-27-15,0 80 47,0-27-31,0 0-16,0 1 0,0-1 0,0 0 16,0 1-16,0 25 0,0-25 0,0-1 15,0 27-15,0-27 0,0 0 0,0 27 16,0-27-16,0 0 0,0 1 0,0-1 15,0 0-15,0 1 0,0-1 16,53-26 0,-53-53-16,26 53 15,1-52-15,-1 25 0,-26 1 0,26 0 16,1 0-16,-1-1 0,-26 1 16,26 0-16,0-1 0,1 1 15,-27 0-15,26 26 0,-26-27 16,26 27 15,-26 53-31,27-53 0,-27 26 16,26-26-16,-26 27 0,26-27 0,-26 26 15,27-26-15,-27 26 0,26 1 0,0-27 16,1 26-16,-1-26 16,-26 26-16,26-26 0,1 0 31,-1-52-16,0 25-15,0 1 16,1-27-16,-1 27 16,-26 0-16,0-1 15,0 54 32,0-1-31,0 27-16,0-27 15,0 0-15,0 27 0,53-53 16,-53 26-16,0 27 0,26-27 0,-26 0 16,26-26-16,-26 27 0,53-1 15,-27 0-15,1-26 0,-1 0 16,-26-26 0,0-27-1,0 27-15,0 0 0,-26-1 16,26 1-16,-53 0 0,53 0 0,-26-1 15,26 1-15,-27 0 0,27-1 0,-26 27 16,26-26-16,0 0 0,0-1 16,0 1-1,26 26 1,1 0 0,-27-26-16,26 26 0,0 0 15,1 0-15,-1 0 0,0 0 0,1 0 16,-1 0-16,0 0 15,-26 26-15,27-26 16,-27 26-16,0 27 16,0-27-16,0 1 15,0-1-15,0 0 0,0 1 0,0-1 16,0 0-16,0 0 0,0 1 16,0-1-16,0 0 0,0 1 15,26-27 1,0 0-16,27-27 15,-27 1 1,0 26-16,-26-53 0,27 27 0,-1 0 16,-26 0-16,26-1 0,-26 1 15,0 0-15,27-1 0,-27 1 16,0 0-16,0-1 16,0 54 30,0-1-46,0 27 16,0-27-16,0 0 16,0 1-16,0-1 0,0 0 15,0 0-15,0 1 16,52-27-16,-52 26 0,27-26 0,-1 0 16,0 26-16,1-26 15,-1 0-15,0 0 0,0 0 0,1-52 16,-1 52-16,0-27 0,1 27 0,-1-26 15,0-26-15,-26 25 0,0 1 16,0 0-16,0-1 0,0 1 16,-26 0-16,26-1 0,-26 27 15,26-26-15,-53 26 0,27-26 0,-1 26 16,1 0-16,0 0 0,0 0 16,-1 0-16,1 0 15,79 0 16,-27 0-31,0 0 16,0 0-16,1 0 0,-1 0 0,0 0 16,1 0-16,-1-27 0,0 27 0,-26-26 15,27 26-15,-27-26 0,26 26 0,-26-27 16,0 1-16,0 0 16,0 0-16,0-1 15,-26 27 1,-1 0-16,1 0 15,0 0-15,-1 0 16,27 27-16,0-1 16,0 0-1,0 0-15,27 1 16,-1-1-16,27 0 16,-27 1-16,0-27 0,-26 26 15,27-26-15,-1 26 0,0 1 16,1-1-16,-1 0 0,-26 1 15,26-27-15,-26 26 16,27-26-16,-27 26 0,0 1 16,0-1-1,0 0-15,-27-26 16,27 26-16,-52 1 16,25-27-16,1 26 0,0-26 15,-1 0-15,1 0 0,0 0 16,-1 0-16,1 0 15,0-53-15,-1 27 0,27 0 16,0-27-16</inkml:trace>
  <inkml:trace contextRef="#ctx0" brushRef="#br0" timeOffset="-86987.61">25762 15393 0,'0'26'0,"26"-26"0,-26 53 16,26-27-16,-26 0 15,0 1-15,0-1 0,0 0 0,0 1 16,0-1-16,-52 0 0,52 1 0,-27-1 15,27 0-15,-26 1 0,-27-1 16,27-26-16,0 0 0,-1 0 16,27-26-16,-26 26 15</inkml:trace>
  <inkml:trace contextRef="#ctx0" brushRef="#br0" timeOffset="-86328.32">26367 15261 0,'-26'27'0,"-1"-27"31,27-27-15,0-25-1,0 25-15,0 1 0,0-27 16,0 27-16,0 0 0,0-1 16,0 1-16,0 0 0,0 0 15,0-1-15,0 1 16,27 26 15,-1 0-15,-26 26-16,26-26 15,0 27-15,-26-1 16,27-26-16,-27 26 0,26-26 0,-26 26 16,26 1-16,-26-1 15,0 0-15,0 1 16,27-1-16,-27 0 0,26 1 15,-26-1-15,26 0 0,1-26 16,-27 27-16,26-27 0,0 26 0,1-26 16,-1 26-16,0-26 15,1 0-15,-1 27 0,0-27 0,1 0 16,-1 0-16,0 0 16,0 0-16,-26-27 15,27 27-15,-27-52 0,26 25 16,-26 1-16,0 0 15,0-1-15,0 1 0,-53 26 16,53-26-16,0-1 0,-26 1 0,26 0 16,-26-27-16,26 27 0,-26 0 0,26-1 15,-27 27-15,27-26 0,0 0 0</inkml:trace>
  <inkml:trace contextRef="#ctx0" brushRef="#br0" timeOffset="-85878.23">27235 15024 0,'-26'0'15,"26"27"16,0-1-15,0 0 0,0 27-16,0-27 15,0 1-15,26-27 0,-26 26 16,0 0-16,27-26 16,-27 27-16,0-1 0,26-26 15,0 26-15,0 1 16,1-27-16,-1 0 0,0 0 15,1 0-15,-1 0 0,0 0 0,1-27 16,-1 27-16,0-26 16,1-27-16,-27 27 0,26 0 15,-26-1-15,0 1 0,0 0 0,0-1 0,0 1 16,0 0-16,-53-1 0,53 1 16,-26 26-16,26-26 0,-53 0 0,1 26 0,25 0 15,1 0-15,0 0 0,-1 0 16,1 0-16,0 0 0,0 26 0,-1-26 15,1 52-15,0-25 16</inkml:trace>
  <inkml:trace contextRef="#ctx0" brushRef="#br0" timeOffset="-85378.86">27788 14972 0,'26'0'0,"-26"26"32,26 0-32,-26 1 15,0-1-15,27 0 0,-27 1 0,0-1 16,0 0-16,0 1 0,0-1 0,0 0 16,0 1-16,0-1 0,0 0 0,0 1 15,0-1-15,0-52 47,0-27-47,0 27 16,0-27-16,0 27 0,0-1 15,0 1-15,0 0 0,0-1 0,0 1 16,0 0-16,0-1 16,26 27-16,0 0 15,1 0 1,-1 0-1,0 0-15,1 0 16,-1 0-16,0 53 16,1-27-16,-1-26 0,-26 27 15,26-27-15,-26 26 0,27 0 16,-1 1-16,-26-1 0,26 0 16,-26 1-16,0-1 15,0 0-15,0 1 16,0-1-16,0 0 31</inkml:trace>
  <inkml:trace contextRef="#ctx0" brushRef="#br0" timeOffset="-84839.21">28735 14577 0,'-26'0'63,"26"26"-63,0 1 15,0-1-15,0 0 16,0 1-16,0-1 0,0 0 16,0 1-16,0-1 0,0 0 15,0 1-15,26-27 0,-26 26 16,0 0-16,26 1 0,-26-1 16,0 0-16,27 0 0,-27 1 15,0-1-15,26-26 0,-26 26 0,26 1 16,1-1-16,-1 0 0,0-26 15,1 27-15,-1-27 16,0 0 0,-26-27-1,27 27-15,-1-26 0,0 26 0,1-53 16</inkml:trace>
  <inkml:trace contextRef="#ctx0" brushRef="#br0" timeOffset="-84522.49">29288 14788 0,'-27'0'16,"27"26"-16,0 0 47,0 1-32,0-1 1,0 0-16,0 1 15,27-27-15,-27 26 16,0 0-16,0 0 16,0 1-16,26-27 15,-26 26-15,0 0 0,26-26 16,-26 27-16,27-27 16,-27 26-1,26-26 1</inkml:trace>
  <inkml:trace contextRef="#ctx0" brushRef="#br0" timeOffset="-84385.55">29472 14656 0,'-26'-26'16,"26"-1"-16,-53 1 0,27 0 15,-1 0-15,1 26 16,26 26-1,53-26 1,-53 26-16</inkml:trace>
  <inkml:trace contextRef="#ctx0" brushRef="#br0" timeOffset="-82659.64">29709 14682 0,'0'27'16,"0"-1"0,0 0-1,0 1-15,0-1 0,0 0 16,0 27-16,0-27 0,26 1 0,-26-1 16,0 0-16,0 27 0,0-27 0,0 0 15,0 1-15,0-54 47,0 1-31,0 0-16,0-1 0,0 1 0,0 0 15,0 0-15,0-1 0,0 1 0,0 0 16,0-1-16,0 1 0,0 0 16,0-1-16,0 1 0,26 26 0,-26-26 15,27-1-15,-1 27 16,-26-26-16,26 26 0,1 0 0,-1 0 15,0 0 1,-26 53-16,27-27 0,-27 0 16,0 1-16,26-1 15,-26 0-15,0 1 0,0-1 0,0 0 16,26 1-16,-26-1 0,0 0 16,27-26-16,-27 26 0,26-26 15,-26 27-15,26-27 0,1 0 0,-1 0 16,0 0-16,0 0 15,1 0-15,-1 0 0,-26-27 0,26 27 16,1-26-16,-1 26 0,0-52 0,1 52 16,-27-27-16,26 1 0,-26 0 0,26-1 15,-26 1-15,0 0 0,0-1 16,0 1-16,-26 26 0,26-26 0,-26 26 16,-27 0-16,53-27 0,-26 27 15,-1 0-15,1 0 16,26 53-1,0-27 1,0 1-16,0-1 16,0 0-16,0 1 15,0-1-15,0 0 0,0 1 16,0-1-16,0 0 0,26 0 16,-26 1-16,53-27 0,-53 26 15,26-26-15,1 0 0,-27 26 0,26-26 16,0 0-16,1 0 15,-1 0 1,0-26 0,1 0-16,-1 26 15,0-53-15,0 53 0,1-26 0,-27 0 16,26-1-16,0 27 0,1-26 0,-27 0 0,26-1 16,0 1-16,-26 0 15,0-1-15,0 1 16,0 0-1,0-1 1,-26 27-16,0 0 47,-1 0-47,27 27 0,-26-27 16,26 26-16,-26-26 0,-1 26 15,1 27-15,26-27 16,-26 1-16,26-1 0,0 0 15,0 1-15,0-1 0,0 0 16,0 0-16,0 1 16,26-27-16,27 0 15,-27 0-15,0 0 16,1 0-16,-27-27 0,26 27 0,-26-26 16,26 26-16,-26-52 0,27 25 0,-27 1 15,0 0-15,0-1 0,0 1 16,0 0-16,0-1 0,0 1 15,0 52 32,0 1-31,26-27-16,-26 26 0,0 0 16,0 1-16,26-27 0,-26 26 0,0 0 15,27 1-15,-27-1 0,26-26 16,-26 26-16,26 0 0,1-26 15,-1 0-15,-26 27 0,26-27 16,1 0-16,-1 0 0,0 0 16,-26-53-16,26 53 0,-26-26 0,27 26 15,-27-26-15,26-1 0,-26 1 0,0 0 16,26-1-16,-26 1 0,0 0 16,0-1-16,0 1 0,0 0 0,0-27 0,0 27 15,-52-1-15,52 1 16,-27 0-16,1 26 15,0 0 1,26 26 0,-26-26-16,26 26 15,-27-26-15,80 0 32,-27 0-17,0 0-15,1 0 0,25 0 0,-25 0 16,-1 0-16,0 0 0,1 27 15,-1-27-15,0 0 0,1 26 0,-1-26 16,0 26-16,1-26 0,-27 27 0,26-27 16,0 26-16,0 0 0,-26 1 0,27-27 15,-27 26-15,0 0 0,0 1 0,0-1 16,0 0-16,0 1 0,0-1 0,0 0 16,0 0-16,0 1 0,0-1 0,0 0 15,52-26 16,-52-52-15,53 52-16,-27-27 0,27 1 0,-27 0 16,27 0-16,0-1 0,-1 27 0,1-26 15,-1 0-15,1 26 0,-27-27 0,27 27 16,-27 0-16,1-26 0,-1 26 0,0 0 16,-78 0 15</inkml:trace>
  <inkml:trace contextRef="#ctx0" brushRef="#br0" timeOffset="-82044.76">27077 15866 0,'-26'-26'15,"26"0"-15,-26 26 16,26-26-16,-27 26 0,27-27 16,-26 27-16,0 0 15,-1 0-15,1 0 0,-26 53 16,25-53-16,1 26 0,0-26 0,-1 26 16,1 1-16,0-1 0,-1-26 0,1 26 15,0 1-15,-1-1 0,1 0 0,0 1 16,-1-1-16,1 27 0,0-27 0,-1 0 15,1 0-15,0 27 0,26-27 0,-26 1 16,26 25-16,0-25 0,-27-1 0,27 0 16,0 1-16,53-1 0,-53 0 0,52 1 15,1-27-15,0 26 0,-1-26 16,1 26-16,26-26 0,0 0 0,0 0 0,0 0 16,0 0-16,0 0 0,0-52 15,0 52-15,-27-27 0,1 27 0</inkml:trace>
  <inkml:trace contextRef="#ctx0" brushRef="#br0" timeOffset="-81128.27">27946 16024 0,'0'-26'0,"0"0"15,-27 26 1,1-27-1,0 27-15,-1 0 16,-25 0-16,26 0 16,-1 27-16,1-1 15,0 0 1,26 1-16,-27-1 0,27 0 0,0 1 16,-26-1-16,26 0 0,0 0 0,0 1 15,0-1-15,0 0 0,0 1 0,0-1 16,0 0-16,0 1 0,26-27 15,-26 26-15,27-26 0,25 26 16,-25-26-16,-1 0 0,26 0 0,-25 0 16,-1 0-16,0 0 0,1 0 0,-1-26 15,0 26-15,1-53 0,-1 53 16,-26-26-16,26 26 0,-26-53 0,27 53 16,-27-26-16,26 0 0,-26-1 0,0 1 15,0 0-15,0 0 16,0 52 46,0 0-62,0 0 0,0 1 16,0-1-16,0 0 16,0 1-16,0-1 0,0 0 0,26-26 0,-26 27 15,0-1-15,27-26 0,-1 26 16,0-26-16,0 0 15,1 0-15,-1 0 0,0 0 16,-26-52-16,27 52 0,-1-27 0,0-25 16,1 25-16,-27 1 15,26 0-15,-26-1 0,0 1 0,0 0 16,0 0-16,0-1 16,0 54 62,0-1-63,0 0-15,0 0 16,0 1-16,26-27 0,-26 26 0,0 0 16,27-26-16,-27 27 0,0-1 0,26 0 15,-26 1-15,0-1 16,26-26-16,-26 26 15,27-26 1</inkml:trace>
  <inkml:trace contextRef="#ctx0" brushRef="#br0" timeOffset="-80728.39">28709 16024 0,'-26'0'15,"26"-26"-15,26 26 32,26 0-17,-25 26-15,-1-26 16,-26 27-16,26-27 16,1 26-16,-1-26 0,-26 26 15,26-26-15,-26 27 0,27-27 16,-27 26-16,26 0 0,-26 0 15,0 1-15,26-1 0,-26 0 16,0 1-16,0-1 0,0 0 16,0 1-16,0-1 15,0 0 1,-26-26 0,26-52-1,0 25-15,0 1 0,0-27 16,-26 27-16,26 0 0,0-27 0,0 27 15,0-27-15,0 1 0,0 25 0,0-25 16,52 25-16,-52 1 0,27 0 16,-1 26-16,0 0 15</inkml:trace>
  <inkml:trace contextRef="#ctx0" brushRef="#br0" timeOffset="-80361.24">29182 15866 0,'27'53'47,"25"-27"-31,1 27-16,-53-27 0,26 1 15,1-1-15,-1 0 0,-26 1 0,26-1 16,-26 26-16,27-25 0,-27-1 0,0 0 16,0 1-16,0-1 0,0 0 15,0 1-15,0-1 0,0 0 16,26-26 0,-26-52-1,26 52-15,-26-27 0,27-25 0,-1 25 16,0-25-16,-26 25 0,27-25 0,-1 26 15,0-27-15,0 0 0,1 1 0,-27 25 16,26-25-16,-26 25 0,26 1 0</inkml:trace>
  <inkml:trace contextRef="#ctx0" brushRef="#br0" timeOffset="-79745.41">29972 16235 0,'26'0'0,"-26"-27"0,27 27 15,-1-26-15,0 0 16,1 26-16,-27-26 0,26 26 0,0-27 16,0 1-16,-26 0 31,-26 26-16,26-27-15,-26 27 16,-27 0-16,27 0 0,0 0 16,-1 0-16,1 0 0,0 0 0,-1 0 15,1 0-15,0 27 0,-1-27 0,1 0 16,26 26-16,-26-26 0,-1 26 16,1 1-16,26-1 0,-26-26 15,26 26-15,0 0 0,0 1 0,-27-27 16,27 26-16,0 0 0,0 1 15,0-1-15,53 0 0,-27 1 16,1-1 0,-1-26-16,0 0 0,1 0 0,-1 0 0,0 0 15,1 0-15,-1 0 16,0-26-16,1 26 0,-27-53 0,26 27 16,-26-1-16,0 1 0,26 0 15,-26-1-15,0 1 0,0 0 0,0 0 16,0-1-16,0 1 15,0 52 48,0 27-47,0-27-16,0 0 0,27 1 15,-27-1-15,26 0 0,-26 1 16,26-1-16,-26 0 0,0 1 15,26-27-15,-26 26 0,0 0 16,0 1-16,27-27 16</inkml:trace>
  <inkml:trace contextRef="#ctx0" brushRef="#br0" timeOffset="-78928.79">30235 15630 0,'0'26'78,"53"27"-78,-53-1 15,0-25-15,0-1 0,0 0 0,0 0 16,0 27-16,0-27 0,0 1 0,0-1 16,0 27-16,0-27 0,0 0 0,0 27 15,0-27-15,0 0 0,0 1 16,0-1-16,0 0 0,0 1 0,0-1 16,0-79 15,0 27-16,26 0-15,-26-27 0,26 27 16,-26 0-16,27-27 0,-27 27 0,52-1 16,-52 1-16,27 0 0,-1-1 15,-26 1-15,26 26 0,-26 26 47,0 1-47,-26 25 16,26-25-16,0-1 0,0 0 0,-26 1 15,26-1-15,0 0 0,0 0 16,0 1-16,0-1 0,0 0 0,26 1 16,-26-1-1,26-26-15,-26 26 0,27-26 0,-1 0 16,0 0-16,0 0 16,1 0-16,-1-52 0,0 52 0,-26-27 15,27 27-15,-1-26 0,-26 0 0,26-1 16,-26 1-16,0 0 0,0 0 0,27-1 15,-27 1-15,0 0 0,0-1 16,0 1-16,0 52 78,0 1-62,0-1-16,0 0 0,0 1 15,0-1-15,26 0 0,-26 0 16,26 1-16,-26-1 0,0 0 0,0 1 16,27-27-16,-27 26 0,0 0 15,26 1-15,-26-80 32</inkml:trace>
  <inkml:trace contextRef="#ctx0" brushRef="#br0" timeOffset="-78411.55">30998 15735 0,'0'-26'0,"-26"26"16,79 0 30,-53 26-30,52-26-16,-52 26 0,26-26 16,-26 27-16,27-27 15,-1 0-15,-26 26 16,26-26-16,-26 26 16,27-26-16,-27 26 0,26 1 15,-26-1-15,0 0 0,0 1 16,0-1-16,0 0 0,26 1 15,-26-1-15,0 0 0,0 1 16,0-1-16,0 0 16,0 0-16,0 1 15,-26-27 1,26-27 31,-26 27-47,26-26 0,-27 26 0,27-26 15,-26 0-15,0-1 0,26 1 0,-27 0 16,27-1-16,0 1 0,0 0 0,-26-1 16,26-25-16,0 25 0,0 1 0,0 0 15,0 0-15,0-27 0,0 27 16,53 26-16,-53-27 0,26 27 16,0 0-1,1 53-15,-1-27 16</inkml:trace>
  <inkml:trace contextRef="#ctx0" brushRef="#br0" timeOffset="-78062.18">31498 16024 0,'26'0'16,"-26"-26"-16,27 26 15,-27-26-15,26 26 0,0-53 0,1 27 16,-1 26-16,-26-27 0,26 1 0,-26 0 15,27 26-15,-27-26 0,0-1 16,0 1-16,0 0 16,-27 26-16,27-27 15,-52 27-15,25 0 0,1 0 16,-27 0-16,53 27 31,-26-27-31,26 26 16,0 0-16,-26 1 0,26-1 15,0 0-15,0 0 0,0 1 0,0-1 16,0 0-16,0 1 0,0-1 0,0 0 16,0 1-16,26-1 0,-26 0 0,53 1 15,-53-1-15,26-26 0,0 26 0,1-26 16,-1 0-16,0 0 16,1 0-16,-27-26 15</inkml:trace>
  <inkml:trace contextRef="#ctx0" brushRef="#br0" timeOffset="-77909.25">31946 15603 0,'-53'27'15,"27"25"1,26 1-16,-27 0 16,1-1-16,0 1 0,-1-1 0,1 27 0,-27-26 15,27 0-15,0-27 0,-1 26 16,1-25-16,0-1 0,-27 0 0</inkml:trace>
  <inkml:trace contextRef="#ctx0" brushRef="#br0" timeOffset="-75690.46">5236 17314 0,'27'0'16,"-27"26"62,0 0-62,0 1-16,0-1 0,0 0 15,0 0-15,0 1 0,0 25 0,-27-25 16,27 25-16,0 1 0,0-27 0,0 27 0,0-27 15,0 1-15,0 25 0,0-26 16,27-26-16,-27 27 0,26-27 0,-26 26 16,53-26-16,-27 0 0,0 0 15,1-53-15,-1 1 16,0 26-16,-26-1 0,27-25 0,-27 25 16,0 1-16,26 0 0,-26-27 0,0 27 15,0-1-15,0 1 0,0 0 16,0 78 15,0 1-31,0-27 16,0 1-16,0-1 0,0 0 0,0 27 15,0-27-15,-26 27 0,26-27 0,0 27 16,0-27-16,0 0 0,0 27 0,0-27 16,52 1-16,-52-1 0,26-26 0</inkml:trace>
  <inkml:trace contextRef="#ctx0" brushRef="#br0" timeOffset="-75045.58">5947 17103 0,'0'-26'0,"0"-1"16,0 1-1,-26 0 1,-27 0-16,27 26 16,26-27-16,-27 27 15,1 0-15,0 0 0,-1 0 0,1 0 16,-27 0-16,27 0 0,0 0 16,-27 0-16,27 0 0,-27 0 0,27 0 15,0 0-15,-27 0 0,27 27 0,-1-27 16,1 0-16,0 26 0,-1-26 0,1 26 15,0-26-15,-1 26 0,1 1 0,0-1 16,26 0-16,-27-26 0,27 27 16,-26-27-16,26 26 0,0 0 0,0 1 15,0-1-15,0 0 0,0 1 0,0-1 16,0 0-16,0 1 0,0-1 0,0 0 16,0 0-16,0 1 0,0-1 0,26 0 15,-26 27-15,0-27 0,0 27 0,27-27 16,-27 27-16,0-27 0,26 27 0,-26-27 15,0 27-15,26-27 0,-26 27 0,0-27 16,27 27-16,-27-27 0,26 0 16,0 27-16,1-27 0,-1 1 0,27-1 15,-27 0-15,27 0 0,-1-26 0,1 27 16,-1-1-16,1-26 0,0 0 0,-1 0 16,1 0-16,0 0 0,-1 0 0,1 0 15,-27 0-15,27 0 0,-27 0 0,0-26 16,1 26-16,-1-27 0,0 1 0,1 0 15,-1-27-15,0 27 0,1-27 0,-1 1 16,0-1-16,1 0 0,-1-26 0,0 27 16,-26-27-16,0 0 0,0 26 0,0-26 15,-52 27-15,52-1 0,-53 1 0,53-1 16,-53 27-16,53-1 0,-52 1 16,52 0-16,-27 26 0,1 0 0,0 0 15,26 26-15</inkml:trace>
  <inkml:trace contextRef="#ctx0" brushRef="#br0" timeOffset="-74361.08">8789 17577 0,'0'-27'31,"-27"1"-15,1 26-1,0 0 1,0 0-16,-1 0 0,-25 26 16,25-26-16,1 53 0,0-53 0,-27 26 15,27 1-15,-1-1 0,1 0 0,0 1 16,-1-1-16,27 0 0,-26 1 15,26-1-15,0 0 16,0 0 0,53-26-16,-27 27 15,0-27-15,1 0 0,-1 0 16,0 0-16,1 0 0,-1 0 16,0 0-16,1 26 0,-1-26 0,27 0 15,-27 0-15,0 26 0,0-26 16,1 27-16,-1-27 0,0 26 15,1 0-15,-1 1 0,-26-1 16,26 0-16,-26 1 16,27-1-16,-27 0 0,0 1 15,0-1-15,0 0 16,-53-26-16,53 26 16,-26-26-16,-27 0 15,27 0-15,-1 0 0,1 0 16,0 0-16,0 0 0,-1 0 0,1-26 15,0 26-15,-1-26 0,1 26 0,26-26 16,-26 26-16,26-53 0,-27 53 0,27-26 16,0-1-16,53 1 0,-53 0 15</inkml:trace>
  <inkml:trace contextRef="#ctx0" brushRef="#br0" timeOffset="-74029.26">9289 17682 0,'0'26'47,"0"1"-31,0-1-16,0 0 15,0 1-15,0-1 16,0 0-16,26 0 0,-26 1 16,0-1-16,26 0 0,-26 1 15,0-1-15,0 0 0,0 1 16,27-27-16,-27 26 0,0 0 0,0 1 16,0-1-16,26-26 0,-26 26 0,0 1 15,26-27 1</inkml:trace>
  <inkml:trace contextRef="#ctx0" brushRef="#br0" timeOffset="-73885.4">9499 17550 0,'0'-26'0,"0"0"16,-26-1-16,26 1 15,0 79 16,0-27-31,26 0 0,-26 1 16</inkml:trace>
  <inkml:trace contextRef="#ctx0" brushRef="#br0" timeOffset="-73358.66">9762 17840 0,'27'0'16,"-27"-26"-16,26-1 0,-26 1 16,26 26-16,-26-26 15,27 26-15,-27-27 0,0 1 16,26 26-16,-79 0 47,27 0-47,-27 0 15,53 26-15,-26-26 0,0 27 16,0-27-16,26 26 0,-27-26 0,27 26 16,-26-26-16,26 27 0,-26-27 0,26 26 15,0 0 1,52 0 0,-25-26-1,-27 27-15,52-27 0,-26 26 16,1-26-16,-1 0 0,0 26 15,1-26-15,-1 27 0,0-1 16,1-26-16,-27 26 0,26-26 16,-26 27-16,26-1 0,-26 0 15,27-26-15,-27 27 0,0-1 16,0 0-16,0 1 0,0-1 16,-27 0-16,27 0 0,-52 1 15,-1-1-15,27-26 16,-1 0-16,1 0 0,0 26 0,-27-26 15,27 0-15,0 0 0,-1 0 16,1 0-16,26-26 0,-26 26 0,26-53 16,0 1-16,0 26 0,0-27 15</inkml:trace>
  <inkml:trace contextRef="#ctx0" brushRef="#br0" timeOffset="-71904.49">10078 17682 0,'27'0'47,"25"0"-47,-26 0 16,-26 26-1,27-26-15,-27 27 0,0-1 16,0 0-16,26 1 0,-26-1 0,0 0 16,0 27-16,0-27 0,0 0 0,26 1 15,-26-1-15,0 0 0,0 1 0,0-1 16,0 0-16,0 1 0,0-1 15,0 0-15,0-78 47,0 25-31,0 1-16,0 0 0,53-27 0,-53 27 16,0-27-16,26 27 0,-26-27 0,27 27 15,-27-27-15,26 27 0,-26 0 0,26-1 16,-26 1-16,0 0 0,27-1 0,-1 54 47,-26 25-47,26-52 15,-26 27-15,27-1 0,-27 27 0,0-27 16,26 0-16,-26 0 0,0 1 16,26-1-16,-26 0 0,0 27 0,0-27 15,27-26-15,-27 27 0,0-1 0,0 0 16,0-78 31,0 25-47,0 1 15,26 0-15,-26-27 0,0 27 0,26-27 0,-26 27 16,26 0-16,-26-27 0,27 27 16,-27-1-16,26 1 0,-26 0 0,0-1 15,26 27-15,-26-26 16,27 26-16,-27 53 15,26-53-15,-26 52 0,0-25 16,26-1-16,-26 0 0,27 27 0,-27-27 16,0 0-16,0 1 0,26-1 0,-26 27 15,26-27-15,-26 0 0,0 1 16,27-27-16,-1 0 16,0 0-1,1-27-15,-1-25 16,-26 25-16,26 1 0,0 0 0,-26-1 15,27 1-15,-27 0 0,0 0 16,26-1-16,-26 1 0,0 0 0,0 52 63,0 0-48,-26-26-15,26 53 0,0-27 0,0 0 16,-27-26-16,27 27 0,0-1 0,0 0 15,0 1-15,0-1 0,0 0 16,53 1-16,-53-1 0,26 0 16,1 1-16,-1-1 15,0-26-15,1 0 0,-27 26 16,26-26-16,0 0 0,1 0 0,-1 0 16,-26-52-1,26 25 1,-26 1-16,0 0 15,0-1-15,0 1 0,0 0 0,0-1 16,0 1-16,0 0 0,0-1 0,0 1 16,-26 0-16,26 0 0,0-1 0,-53 27 15,53-26-15,-26 0 0,0-1 16,-1 27 0,1 27-1,0 25 1,26-25-16,0-1 15</inkml:trace>
  <inkml:trace contextRef="#ctx0" brushRef="#br0" timeOffset="-71562.32">11762 17708 0,'0'27'110,"0"-1"-95,0 0-15,27-26 16,-27 27-16,0-1 0,0 0 15,0 0-15,0 1 0,0-1 16,26-26-16,-26 26 0,0 1 0,0-1 16,26 0-16,-26 1 0,0-1 15,0 0-15,0 1 16</inkml:trace>
  <inkml:trace contextRef="#ctx0" brushRef="#br0" timeOffset="-71429.08">11894 17524 0,'0'-26'0,"-53"-1"0,53 1 0,-26 26 0,0-26 16,26 78 15</inkml:trace>
  <inkml:trace contextRef="#ctx0" brushRef="#br0" timeOffset="-70662.67">12552 17919 0,'0'-53'31,"0"27"-31,26-27 16,-26 27-16,0 0 16,0-1-16,0 1 15,-53 26-15,27 0 16,26-26-16,-52 26 0,25 0 15,1 0-15,0 0 0,-1 0 16,1 0-16,0 0 0,26 26 16,-27-26-16,27 26 15,-26-26-15,26 27 0,0-1 0,0 0 16,-26-26-16,26 27 0,0-1 16,0 0-16,0 0 15,0 1-15,0-1 16,0 0-16,0 1 0,0-1 15,26-26-15,-26 26 0,53-26 16,-53 27-16,26-27 0,0 0 0,1 0 16,-1 0-16,0 0 0,1 0 0,-1 0 15,0 0-15,-26-27 0,26 27 0,-26-26 16,27 26-16,-27-26 0,26-1 16,-26 1-16,0 0 0,0-27 0,26 27 15,-26-27-15,0 27 0,0-27 0,0 1 16,0 25-16,0-25 0,0-1 0,-26 0 15,26 27-15,-53-26 0,53 25 0,-26 1 16,26 0-16,0-1 0,0 1 0,-26 26 16,26-26-16,-26 26 0,26 26 31,-27-26-31,27 53 16,0-27-16,0 0 15,0 1-15,0-1 0,0 0 16,27 0-16,-27 1 15,0-1-15,26-26 0,-26 26 0,26 1 0,-26-1 16,26 0-16,-26 1 16,27-1-16,-27 0 0,0 1 0,26-27 0,-26 26 15,26 0-15,-26 1 16,27-1-16,-27 0 0,26 0 0,-26 1 16,26-1-16,-26 0 15,27-26-15,-27 27 16</inkml:trace>
  <inkml:trace contextRef="#ctx0" brushRef="#br0" timeOffset="-70429.34">13446 17682 0,'0'26'15,"27"1"1,-27-1 0,0 0-1,0 1 1</inkml:trace>
  <inkml:trace contextRef="#ctx0" brushRef="#br0" timeOffset="-70279.35">13262 17419 0,'0'-26'0,"0"-1"16</inkml:trace>
  <inkml:trace contextRef="#ctx0" brushRef="#br0" timeOffset="-68159.43">15525 17419 0,'0'26'78,"-26"-26"-78,26 26 16,-26 27-16,26-27 0,-27 1 15,27-1-15,-26 0 0,26 27 0,0-27 16,-26 27-16,26-27 0,0 27 16,0-1-16,0-25 0,0 25 0,0-25 15,0-1-15,26 0 0,-26 1 0,53-27 16,-53 26-16,52-26 0,-25 0 0,-1 0 15,0 0-15,1 0 0,-1 0 0,0-53 16,1 27-16,-1-27 16,0 27-16,-26 0 0,0-1 0,26 1 15,-26-26-15,27 25 0,-27 1 16,0 0-16,0 52 47,26 27-47,-26-27 15,0 0-15,26 0 0,-26 1 0,27-1 16,-1 0-16,0-26 0,1 0 16,-1 0-16,0 27 0,1-27 0,-1 0 15,0 0-15,1 0 0,-1 0 0,-26-53 16,26 53-16,-26-26 0,0-27 16,0 27-16,0 0 15,-26-1-15,26 1 0,-26 0 0,26-1 16,-53 1-16,53 0 0,-53 26 0,53-27 15,-26 27-15,0 0 0,26-26 16,-27 26-16,54 0 31,25 0-15,-25 0-16,-1 0 0,0-26 16,1 26-16,-1-27 0,0 27 0,0-52 15,1 25-15,-27-25 16,26 52-16,-26-26 0,0-1 0,26 1 15,-26 0-15,0-1 0,0 1 0,0 0 16,0-1-16,0 1 16,0 52 15,0 27-15,-26-27-16,26 1 0,0-1 15,0 27-15,0-27 0,0 26 0,0 1 16,0 0-16,0-27 0,0 27 0,0-1 15,0 1-15,0 0 0,26-27 0,-26 0 16,0 0-16,0 1 0,27-1 0,-1-26 31,0 0-31,1-26 0,-1-1 16,0 27-16,1-52 16,-27 26-16,26-1 0,0 1 0,-26-27 15,27 27-15,-27 0 0,26-1 0,-26 1 16,26 0-16,-26 78 31,27-25-15,-27-1-16,0 0 0,0 1 0,26-1 15,-26 0-15,26 1 0,-26-1 0,26 0 16,-26 0-16,27-26 0,-1 0 16,0 27-16,1-27 15,-1 0-15,0 0 0,1-53 16,-1 27-16,-26-27 15,26 27-15,-26 0 0,0-1 16,0 1-16,0 0 0,0-1 16,0 1-16,0 0 0,0-1 0,0 1 15,-26 0-15,26-1 0,-26 27 16,-1 27 15,27-1-15,-26 0-1,26 1-15,0-1 0,0 0 16,0 1-16,0-1 0,0 0 16,0 1-16,0-1 0,0 0 0,0 1 15,0-1-15,26 0 0,-26 0 16,0 1-16,27-1 0,-27 0 0,26 1 16,0-1-16,1-26 0,-1 26 15,0-26-15,1 0 16,-1-52-16,0 52 0,0-53 15,-26 27-15,27-1 0,-1 1 0,-26 0 16,26-27-16,-26 27 0,27 0 0,-27-27 16,0 27-16,0-27 0,0 27 0,0-1 15,0 1-15,0 0 0,26 26 16,-26 26 15,0 0-15,0 1-16,0 25 0,0-25 15,0 25-15,0-25 0,0 25 0,26-25 16,-26 25-16,0 1 0,0-27 0,27 0 16,-27 1-16,26-1 0,-26 0 0,26 1 15,1-27-15,-1 0 16,0 0-16,1-27 0,-1-25 16,-26 25-16,0 1 0,26 0 15,-26-27-15,27 27 0,-27-27 0,0 27 16,0 0-16,0-27 0,0 27 0,26-1 15,-26-25-15,0 25 0,0 1 16,0 0-16,26 26 16,0 0-16,1 0 15,-1 52-15,0-52 0,1 53 0,-1-27 16,27 1-16,-27 25 0,0-25 0,-26 25 16,27-25-16,-1-1 0,-26 0 0,0 27 15,0-27-15,0 0 0,0 1 16,0-1-16,0 0 0</inkml:trace>
  <inkml:trace contextRef="#ctx0" brushRef="#br0" timeOffset="-65862.45">18972 17945 0,'0'-26'46,"0"-1"-30,0 1-16,0 0 16,0 0-16,0-1 15,-26 27-15,26-26 0,-26 26 16,26-26-16,-53 26 0,27 0 0,0-27 16,-1 27-16,1 0 0,0 0 15,-1 0-15,1 0 0,26 53 16,-26-53-16,-1 26 0,1-26 0,26 27 15,-26-27-15,-1 52 0,27-26 0,-26 1 16,0-1-16,26 0 0,0 1 16,0-1-16,0 0 15,-26 1-15,26-1 0,0 0 16,52-26-16,-52 27 16,26-27-16,27 26 0,-27-26 15,27 0-15,-27 0 0,27 0 0,-27 0 16,27-53-16,-27 53 0,1-26 0,-1 26 15,26-53-15,-52 27 0,27 0 0,-1-1 16,-26 1-16,26-27 0,-26 27 0,0-26 16,27-1-16,-27 0 0,0 27 0,0-27 15,0 1-15,0-1 0,-53 0 0,53 27 16,-26 0-16,26 0 0,-53-1 0,53 1 16,-26 26-16,26-26 0,-26 26 15,26 52 1,0-25-1,0 25-15,0-26 0,0 1 16,52-1-16,-52 27 0,26-27 16,-26 27-16,27-27 0,-27 0 0,52 27 15,-52-27-15,27 27 0,-1-27 0,-26 0 16,26 1-16,1-1 0,-27 0 0,26 1 16,-26-1-16,26 0 0,1-26 0,-27 27 15,26-27-15,-26 26 0,26-26 0,1 0 16,-1 0-16,0 0 15,1 0-15,-1 0 16,0-26-16,0-1 16,1 1-16,-1 26 0,-26-53 15,26 53-15,1-26 0,-27 0 16,26 26-16,-26-27 0,0 1 16,0 0-16,0 0 15,0-1-15,0 1 16,0 0-16,-26 26 0,26-27 15,-27 27-15,27-26 16,-26 26 0,0 0 15,-1 26-31,1-26 16,26 27-16,-26-27 0,0 26 0,-1 0 15,1 1-15,0-1 0,26 0 0,-27 0 16,1 1-16,26-1 0,0 0 15,0 1-15,0-1 0,0 0 16,0 1-16,26-27 0,27 0 16,-27 0-16,27 0 0,-27 0 15,0 0-15,1 0 0,-1-27 0,0 27 16,1-26-16,-1 26 0,-26-53 0,26 53 16,-26-26-16,0 0 0,0-1 0,0 1 15,0 0-15,0 0 0,0-1 16,0 1-16,-26 26 15,26 53 32,0-27-47,26 0 16,-26 0-16,0 1 0,53-1 16,-53 0-16,26-26 0,-26 27 0,27-27 15,-1 26-15,0 0 0,1-26 16,-1 0-16,0 0 0,1 0 15,-1 0-15,0 0 0,-26-26 16,26 26-16,-26-26 0,27 26 0,-27-53 16,26 27-16,-26-1 0,26 1 0,-26 0 15,0 0-15,0-27 0,27 27 0,-27-27 16,0 0-16,0 27 0,0-27 0,0 27 16,-53-27-16,53 27 0,-26-26 15,26 25-15,-27 1 0,27 0 0,-26-1 16,0 1-16,0 0 15,-1 26-15,27 26 63,27 0-47,-27 1-16,0-1 0,26 0 15,-26 27-15,0-27 0,26 27 0,-26-27 16,0 27-16,0-27 0,0 27 0,0-1 15,0 1-15,0-27 0,0 27 0,-52-27 16,52 0-16,0 1 0,0-1 16,0-52-1,52-27 1,-52 27-16,79 0 0,-53-1 16,1-25-16,-1 25 0,0 1 0,1-27 15,-1 27-15,0 0 0,1-1 0,-1 27 16,-26-26-16,26 26 0,1 0 15,-54 0 64,27 26-64,-26-26-15,0 53 16,26 0-16,-27-27 0,1 0 15,0 1-15,26-1 0,-27 0 0,1 1 16,0-1-16,26 0 0,-27 0 0,27 1 16,0-1-16,-26 0 0,26 1 15,0-1-15,0 0 0,53-26 16,-53 27 0,52-27-16,1 0 0,-27 0 15,1 0-15,-1-53 0,0 53 0,-26-26 16,27 26-16,-1-53 0,-26 27 0,26-1 15,-26-25-15,26 26 0,-26-1 0,0-25 16,0 25-16,0-25 0,0 25 16,0-25-16,0 25 0,0 1 0,0 0 0,0-1 15,0 1-15,-26 26 16,26 26 0,0 27-1,0-27-15,0 1 0,0-1 16,0 0-16,0 27 0,0-27 0,0 27 15,0-27-15,0 27 0,0-27 0,0 27 16,0-27-16,0 27 0,0-1 0,0-25 16,0 25-16,0-25 0,0-1 0,0 27 15</inkml:trace>
  <inkml:trace contextRef="#ctx0" brushRef="#br0" timeOffset="-62704.21">21078 17866 0,'26'0'47,"0"0"-47,-26-26 15,27 26-15,-1 0 0,0-26 0,1 26 16,-1-27-16,0 1 0,0 26 0,1-26 15,-1 26-15,0-27 0,-26 1 0,27 26 16,-27-26-16,26-1 0,0 1 16,-26 0-16,0-1 0,0 1 0,27 0 15,-27-1-15,0 1 0,0 0 16,-53 0 0,27 26-1,-27 0-15,27 0 0,-1 0 16,1 0-16,26 52 0,-26-52 0,0 0 15,26 26-15,0 1 16,0-1 0,26-26-16,-26 26 0,52 1 15,-25-27-15,-1 26 0,27 0 0,-27 1 0,27-1 16,-1 0-16,-25 1 0,25-1 0,-25 0 16,-1 1-16,0-1 0,1 0 15,-1-26-15,0 26 0,-26 1 0,0-1 16,0 0-16,0 1 15,-26-1-15,-27-26 16,1 0-16,25 0 16,1 0-16,0-26 15,-1-27-15,27 0 16,0 27-16,0 0 0,0 0 0,0-27 16,53 0-16,-53 27 0,53-27 0,-1 27 15,-25-27-15,25 27 0,-26 0 0,1-27 16,25 27-16,-25 0 0,-1-1 0,0-25 15,1 25-15,-1 1 0,-26 0 0,26 26 16,-26-27-16,0 1 0,0 0 16,-26 26 31,26 26-47,-26 27 15,-1-1-15,27-25 0,0-1 16,0 0-16,0 1 0,0-1 0,0 26 15,0-25-15,0 25 0,0-25 0,0 25 16,27 1-16,-27-27 0,0 27 0,26 0 16,-26-27-16,0 0 0,26 0 0,-26 1 15,27-1-15,-27 0 0,26-26 32,-26-52-17,26 25-15,-26 1 16,0 0-16,27 0 0,-27-27 0,26 27 15,-26-1-15,26-25 0,-26 25 0,0 1 16,26 0-16,-26-1 16,27 27-1,-27 53-15,26-53 0,-26 53 16,26-27-16,-26 0 0,27 1 0,-27 25 16,26-25-16,-26-1 0,0 0 0,0 0 15,26 1-15,-26-1 0,0 0 16,27-26-1,-1 0 1,0-26-16,1-27 0,-1 53 16,0-52-16,1 26 0,-1-1 0,-26 1 15,26 0-15,1-1 0,-27 1 0,26 26 16,-26-26-16,0-1 0,26 27 0,-26-26 16,0 52 46,0 1-46,0-1-1,0 0-15,0 1 0,0-1 16,0 0-16,0 1 0,0-1 16,26-26-16,-26 26 0,27 0 15,-1 1-15,0-27 0,1 0 16,-27 26-16,26-26 0,-26-26 31,0-27-15,-26 27-16,26 0 15,-53-1-15,53 1 0,-53 0 0,53-1 16,-26 1-16,0 0 0,0-1 16,26 1-16,-27 26 0,27-26 15,0-1-15,0 1 0,0 0 16,53 26-16,-53-27 0,26 27 15,-26-26-15,53 26 0,-27 0 16,0 0-16,1 0 16,-1 0-1,0 26 1,1 27 0,-27-27-16,0 1 0,0-1 0,26 0 15,-26 1-15,0-1 0,0 0 0,26 1 0,-26-1 16,0 0-16,27 1 15,-27-1-15,26-26 16,0-26 15,1-1-31,-1 27 16,0-52-16,-26 25 0,26 1 0,1 0 16,-27-1-16,26 1 0,-26 0 0,0-1 15,26 27-15,-26 27 47,0 25-31,0-25-16,27-1 0,-27 27 15,26-27-15,27 0 16,-27 1-16,0-27 0,-26 26 0,27-26 16,-1 0-16,0 26 0,1-26 0,-1 0 15,0 0-15,-26-52 16,27 52-16,-27-27 0,0 1 15,0 0-15,0-1 0,0 1 0,0 0 16,0-1-16,0 1 0,-53 0 0,53-1 16,-26 27-16,26-26 0,-27 0 15,27-1-15,-26 27 0,26-26 0,26 0 32,27 26-17,-27-26-15,1-1 0,-1 27 16,0-26-16,0 26 0,1-26 0,-27-1 15,26 27-15,-26-26 0,26 26 0,-26-26 16,0-1 0,-26 27 15,0 0-15,-27 0-16,27 27 15,0-27-15,26 26 16,0 0-1,0 1-15,26-1 16,-26 0-16,26-26 0,-26 27 0,53-1 16,-27 0-16,0 0 0,1 1 15,-1-1-15,27 0 0,-27 1 0,0-1 16,1 0-16,-1 1 0,0-1 0,-26 0 16,27 1-16,-1-1 0,-26 0 0,26-26 15,-26 27-15,0-1 0,0 0 31,-26-26-31,-27 0 16,27 0-16,-27 0 16,27 0-16,-27 0 0,1 0 0,25 0 15,1 0-15,-27 0 0,53-26 0,-26 26 16,0-26-16,0-1 0,26 1 16,0-27-16</inkml:trace>
  <inkml:trace contextRef="#ctx0" brushRef="#br0" timeOffset="-61644.34">24683 17129 0,'0'27'0,"26"-27"0,-26 26 47,0 0-31,0 1-16,0-1 16,26 0-16,-26 1 0,0-1 15,27 0-15,-27 1 0,0-1 0,0 0 16,0 0-16,0 1 0,0-1 0,0 0 15,0 1-15,0-1 0,0 0 0,0 1 16,0-1-16,0 0 16,-27 1-16,27-1 15,-26-26-15,0 0 16,26-26 0,-27-27-16,27 27 15,0-1-15,0 1 0,0 0 0,0-1 16,0 1-16,0 0 0,0-1 15,27 27-15,-27-26 0,26 26 32,0 0-32,1 0 15,-1 0-15,27 0 0,-27-26 0,0 26 16,27 0-16,-27 0 0,0 0 0,27 0 16,-27 0-16,1 0 0,-1 0 15,0 52-15,-26-25 0,27-27 16,-27 52-16,0-25 15,0-1-15,0 0 0,0 1 0,0-1 0,0 0 16,0 1-16,-27-1 16,27 0-16,-26-26 0,26 27 15,-53-27-15,27 26 0,0-26 0,-27 26 16,27-26-16,0 26 0,-27-26 0,27 0 16,-1 0-16,1 0 0,0 0 0,-1-26 31,27-26-31,0 25 0,0 1 15,53 0-15</inkml:trace>
  <inkml:trace contextRef="#ctx0" brushRef="#br0" timeOffset="-61278.46">25525 17393 0,'-27'0'0,"27"26"78,0 0-62,0 0-16,0 1 15,0-1-15,0 0 16,0 1-16,0-1 0,0 0 16,0 1-16,27-27 0,-27 26 0,0 0 15,0 1-15,26-27 0,-26 26 0,26 0 16,-26 1-16,27-27 0,-27 26 0,26-26 16,-26 26-16,26-26 0,1 0 15,-27 26-15,26-26 0,0 0 16,1-52-16</inkml:trace>
  <inkml:trace contextRef="#ctx0" brushRef="#br0" timeOffset="-61146.69">25656 17393 0,'0'-27'0,"-26"1"0,26 0 0,0-1 16,-26 1-16,26 0 0,26 26 46</inkml:trace>
  <inkml:trace contextRef="#ctx0" brushRef="#br0" timeOffset="-60208.2">25867 17287 0,'0'27'15,"0"25"1,0-25-16,0-1 16,0 0-16,26 27 0,-26-27 15,0 0-15,27 27 0,-27-27 0,26 27 16,-26-27-16,26 1 0,-26-1 0,26 0 16,-26 1-16,0-1 0,27-26 15,-27-26 16,0-27-15,26 27-16,-26-1 0,0 1 0,26-27 16,-26 27-16,27-27 0,-27 27 0,26-27 15,-26 27-15,26 0 0,-26 0 0,27 26 16,-27-27-16,26 27 0,-26-26 0,26 26 16,-26 26-1,27-26-15,-27 53 16,26-53-16,-26 52 0,26-25 15,-26-1-15,27 0 0,-27 1 0,0-1 16,26 0-16,-26 1 0,26-1 0,-26 0 16,26 1-16,1-1 15,-27 0-15,26-26 16,0 0 15,-26-26-31,27 26 0,-1-26 16,0-27-16,1 27 0,-1-1 15,0 1-15,-26 0 0,27 26 16,-27-27-16,0 1 0,26 0 16,-26-1-16,0 1 15,0 0 1,-53 26-16,27 0 16,26-26-16,-53 26 15,27 0-15,0 0 16,-1 0-16,1 26 0,0-26 0,-1 0 15,1 26-15,0-26 0,26 26 16,-26 1-16,26-1 0,0 0 16,0 1-16,0-1 0,0 0 0,0 1 15,0-1-15,0 0 0,26 1 0,-26-1 16,52 0-16,-52 1 0,27-1 16,-1-26-16,0 26 0,1-26 0,-1 0 15,0 0-15,1 0 16,-1-26-16,-26 0 15,26 26-15,-26-53 0,0 27 0,27-1 16,-27 1-16,0 0 0,0-1 0,0 1 16,0 0-16,0-1 0,0 1 0,0 0 15,0-1-15,0 54 47,0-1-31,0 0-1,0 1-15,0-1 0,26 0 16,-26 1-16,0-1 0,26 0 0,1 1 16,-27-1-16,26 0 0,-26 1 15,26-27-15,-26 26 0,0 0 16,27-26-16</inkml:trace>
  <inkml:trace contextRef="#ctx0" brushRef="#br0" timeOffset="-59802.59">26788 17366 0,'0'-26'16,"26"0"15,27 26-31,-27 0 16,0 0-16,1 0 0,-1 0 0,0 0 15,1 0-15,-1 0 0,0 0 16,1 0-16,-1 0 0,-26 26 16,26-26-16,-26 26 15,0 1-15,27-1 0,-27 0 16,0 0-16,0 1 0,0-1 16,0 27-16,0-27 0,0 0 0,0 27 15,0-27-15,-27 1 0,27-1 0,0 0 16,-26 1-16,26-1 15,-26-26 1,-1-53 0,27 27-16,-26-27 15,26 27-15,0 0 0,0-27 16,-26 27-16,26-1 0,0-25 0,0 25 0,0-25 16,0 26-16,52-1 0,-52 1 0,27 0 15,-27-1-15,26 27 0,-26-26 0</inkml:trace>
  <inkml:trace contextRef="#ctx0" brushRef="#br0" timeOffset="-59263.53">27340 17235 0,'0'-27'47,"27"27"-31,-27 53-1,0-27-15,0 1 0,0-1 16,0 0-16,0 27 0,0-27 0,26 0 16,-26 1-16,0-1 0,0 27 0,0-27 15,26 0-15,-26 1 0,27-1 16,-27 0-16,26-26 16,0 0-16,1 0 0,-1 0 15,0-26-15,1 26 0,-27-53 0,26 53 16,0-26-16,-26 0 0,27-1 0,-27 1 15,26 0-15,-26-27 0,0 27 0,26 0 16,-26-1-16,0 1 0,0 0 16,0 52 15,0 27-15,0-27-16,53 0 0,-53 27 15,0-27-15,0 27 0,0-1 0,0 1 16,0 0-16,0-1 0,0 1 0,0-1 15,0-25-15,0 25 0,0-25 0,-26 25 16,26-25-16,0-1 0,-27-26 0,27 26 16,-26-26-16,26 27 0,-26-27 0,-1 0 15,1 0-15,0 0 0,-1 0 16,-25 0-16,-1 0 0,27 0 0,-27 0 16,0 0-16,27 0 0,0 0 0,0-27 15,-1 27-15,27-26 0,0 0 16,0-1-16,0 1 0,53-27 15,-27 27-15,27-27 0</inkml:trace>
  <inkml:trace contextRef="#ctx0" brushRef="#br0" timeOffset="-57279.37">28656 17656 0,'0'-27'15,"0"1"1,27 26-16,-27-26 0,52-1 0,-52 1 16,0 0-16,0-1 15,0 1 1,-26 26 15,-27-26-31,27 26 0,0 0 16,-1 0-16,-25 0 0,25 0 15,1 0-15,0 0 0,-1 0 0,1 0 0,0 52 16,-1-52-16,1 27 0,0-1 16,26 0-16,-27 1 0,27-1 15,-26 0-15,26 1 0,0-1 16,0 0-16,0 1 0,0-1 15,0 0-15,53-26 0,-53 27 0,52-27 16,-25 0-16,25 0 0,-25 0 16,-1 0-16,0-27 0,1 27 0,-1-52 15,0 25-15,1 1 0,-1 0 0,-26-1 16,26-25-16,-26 25 0,0-25 0,27 25 16,-27-25-16,0 26 0,0-27 0,0 27 15,0-27-15,0 27 0,0-27 0,0 27 16,0-1-16,-53 27 0,53-26 0,0 52 31,0 27-15,0-27-16,0 1 15,0-1-15,0 0 0,0 27 0,0-27 16,0 1-16,0 25 0,53-26 0,-53 27 16,26-27-16,-26 27 0,26-27 0,-26 1 15,26 25-15,1-25 0,-1-1 0,-26 0 16,26-26-16,1 27 0,-1-1 0,0 0 15,1-26-15,-1 26 0,0-26 16,1 0-16,-1 0 16,0 0-16,1-26 15,-1 26-15,-26-26 0,26 26 16,0-26-16,1 26 0,-27-53 16,26 53-16,0-26 0,-26-1 0,27 1 15,-1 26-15,-26-26 0,26-1 16,-26 1-16,0 0 0,0-1 15,0 1-15,0 0 0,0-1 16,-26 27-16,26-26 16,-26 26-16,-1 0 0,1 0 15,0 0-15,-1 0 0,1 0 0,-26 0 16,25 0-16,1 0 0,-27 0 16,27 26-16,0-26 0,-1 27 0,1-27 0,0 52 15,-1-25-15,27-1 16,-26 0-16,26 1 0,0-1 15,0 0-15,0 1 16,0-1-16,53-26 0,-53 26 0,26-26 16,27 0-16,-27 0 0,0 0 0,27 0 15,-27 0-15,1 0 0,25 0 0,-26 0 16,-26-26-16,27 26 0,-1-26 0,-26-1 16,0-25-16,0 25 15,0 1-15,0 0 0,0-1 16,0 1-16,0 0 0,-26 26 15,26-27-15,0 54 47,0 25-31,52-25-16,-52-1 0,27 0 16,-27 1-16,52-27 0,-25 26 0,-1 0 15,0-26-15,1 0 0,-27 27 0,26-27 16,0 0-16,1 0 0,-1 0 15,-26-27 1,26 1-16,1-27 16,-27 27-16,0 0 0,0-1 15,26 1-15,-26 0 0,0-1 0,26-25 16,-26 26-16,0-27 0,0 27 0,0-27 16,0 0-16,0 27 0,0-27 0,0 1 15,0-1-15,0 1 0,-52-1 16,52 0-16,0 27 0,-27-27 0,27 27 15,-26 0-15,26-1 0,-26 27 0,26-26 16,-27 26 15,27 26-15,-26 1 0,26-1-1,0 0-15,0 1 16,0-1-16,0 0 0,0 1 15,0-1-15,0 0 0,26 1 16,-26 25-16,0-26 0,0 1 0,27-1 16,-27 0-16,26 1 0,-26-1 0,0 27 15,26-27-15,-26 0 0,27 1 0,-27-1 16,26 0-16,-26 1 0,26-1 0,0 0 16,1 0-16,-1 1 0,0-1 15,-26 0-15,-26-52 63,0 0-63,-27-1 15,27 27-15,0-26 0,26 0 16,-27 0-16,27-1 0,0 1 16,0 0-16,53-1 0,26 1 15,-53 0-15,0-1 0,27 27 16,0-26-16,-1 26 0,-25-26 0,25 26 15,-25-27-15,-1 27 0,0 0 0,1 0 16,-1-26-16,-26 0 47,-26 26-16,-1 0-15,1 0-16,0 0 0,-1 0 0,1 26 15,0-26-15,-1 0 0,1 53 0,26-27 16,-26-26-16,26 26 0,-27 27 0,27-27 16,-26 1-16,26 25 0,0-25 15,0 25-15,0 1 0,0-27 0,0 27 0,0-27 16,26 0-16,-26 1 0,53-1 16,-53 0-16,53-26 0,-27 0 0,0 0 15,1-52-15,-1 52 0,0-53 16,1 27-16,-27-1 0,26 1 0,-26 0 15,26-1-15,-26-25 0,0 26 0,0-1 16,26 1-16,-26 0 0,0-27 0,0 27 16,0-1-16,0 1 15,0 79 1,0-1 0,0-25-16,0-1 0,0 0 0,0 27 15,0-27-15,0 27 0,0-27 0,0 27 16,0-27-16,-52 27 0,52-1 0,-26-25 15</inkml:trace>
  <inkml:trace contextRef="#ctx0" brushRef="#br0" timeOffset="-57108.34">29604 18471 0,'-53'0'16,"27"0"-16,26-26 15,79-27-15,-1 53 0,1-52 16,0 25-16,53-25 0,0 26 16,25-27-16,1 27 0,26-27 0,1 0 0,-27 1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02F0-9527-2CCE-EC52-8665ECC0B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53493-12DE-D76C-CB7D-6E3FEF0ED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681BE-B691-5EA8-B944-5D0887139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7E5AE-B267-EB7D-203B-FFD85490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D1BF9-E0C7-23BA-4AA5-2490B231C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58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6463-DF8C-7558-04C5-ACB9A61A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60227-6820-C686-A5CA-D7DD79C22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A5509-8CDC-D9AA-1944-0F1333A3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F3B9E-BEA6-71A3-01A1-0D61C566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2E5B7-474F-4B91-81F7-8CEC0C54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75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FFD3-7E73-48D2-6CEF-A7501AC0F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D02E2-A11B-8F55-5654-A2CF7AD66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BF92-CA6A-B623-6045-30262638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4F2ED-FBCC-31DF-70FD-9FD733A9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60B59-A907-CFF4-0A83-6221CF81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05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3091-1530-C4D5-4AE0-5EA5625B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17811-81A1-AB13-19FE-3BAFEB82E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98E57-DE59-D870-B250-C2E1234FE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5A496-00B2-03D6-D991-8DDA6CFA3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7E735-5FDE-8539-FF13-E3E173F5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1A416-BBB8-E068-EEC7-855F8365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58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6D39-87A7-F04E-F716-AF0BF0B5C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5F66F-FB4A-B1EC-F21B-85F68C68D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69747-CFBD-4D15-05EB-E0083D2FA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FB80D1-8F0A-53CC-8DA4-93C666ACE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C8E44E-A920-C604-B44B-725ACC6D7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CB9EB-2850-895B-7755-3AC63480D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D2F35A-DB9E-B983-6920-43930764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66ACF-3887-FBD4-2433-CA803F48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1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C0B6-C0E9-1EC3-45D1-C61E3C09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AA441-8905-C09A-6689-E89B3FA2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68C28-92AA-8F70-F81F-C44734539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567D9-37B1-45A1-F86A-4FD7E57C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38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3D2FA-D47D-7585-B2E5-CF3390C0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B103A-1278-DB08-55CD-DA818C5D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EA9D6-A7FE-9C1D-B7E8-9D7A7979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906B-B7F1-AD4C-F1E3-890BEBAA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C3B4E-881B-147E-8869-5E46CA3C3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69908-ADAA-7240-E54F-862BB0501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C451D-CFA2-CB91-06C0-731373164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E618C-522E-07CB-860E-365259F77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6DD3A-7348-DEDD-0247-7577D502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5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2EB6-DE2C-260D-0C85-F490DC676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23E05E-9FCE-18DF-ADAF-D17E358C8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94E4E-C96B-3DC2-B48D-12C1C4C3D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0A878-5A57-FC59-5CF4-4362A80C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A5C66-0F43-DA0C-8B34-222006DC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F1D54-7DAA-C567-D355-E96470EA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90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1C1B-9AB0-DC48-FAD9-1C40AA1C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8A440-1759-E30E-54BF-483D41249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372F7-D1FE-FEF0-A853-27093D5E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E1C5E-7548-118A-56A5-5B755ABE5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E5DAB-35F4-62B6-2295-C47E2D035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119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D8373-AB8C-8D0C-FDF7-94EBF323A7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10D7C-2838-4815-8FD3-E25C11BD7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F89DA-40B6-5795-2ED3-EEB30ABF4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1EF0-6802-41B3-91AA-EA9D9D8B1C4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5415B-79F1-2CC1-4022-F8E39E5A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C646D-168E-A0F2-C4BD-C3F6BAD8E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355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AACD8-F09D-88C8-11E1-36A12236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6BC48-1C06-2346-029B-A0CFDB4B3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1A6FF-31D0-1854-200E-1FC9DCA5B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11EF0-6802-41B3-91AA-EA9D9D8B1C4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96FD1-2D47-88FA-A957-993DFD863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7D430-6704-5B0C-2FE7-6EBD3B5AE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12E11-00D2-4739-909F-640D9ECB1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04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EE05-1352-23A8-09E2-D3EFB5AD3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85" y="861106"/>
            <a:ext cx="5932715" cy="86972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974B2-D915-730A-A8C0-6A00E7D98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371" y="151833"/>
            <a:ext cx="2775857" cy="556305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Seaford" panose="020F0502020204030204" pitchFamily="2" charset="0"/>
              </a:rPr>
              <a:t>Machine Learning</a:t>
            </a:r>
            <a:endParaRPr lang="en-IN" b="1" dirty="0">
              <a:solidFill>
                <a:srgbClr val="00B050"/>
              </a:solidFill>
              <a:latin typeface="Seaford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07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571A8-46BB-A478-A2D0-919C6321A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paper">
            <a:extLst>
              <a:ext uri="{FF2B5EF4-FFF2-40B4-BE49-F238E27FC236}">
                <a16:creationId xmlns:a16="http://schemas.microsoft.com/office/drawing/2014/main" id="{C2F304A2-B367-208F-AC8E-159880D57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59" y="73011"/>
            <a:ext cx="5495841" cy="678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4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560E2-4E42-9B18-FA7E-DC82B528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924CFC33-7C1E-3FD2-B4CD-6B198A462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191" y="746527"/>
            <a:ext cx="9891617" cy="536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92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28DE5-4E37-A047-DB17-ABCDA90CC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9B8CE64-FC2C-4C12-1AFD-7F3CCFEBD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364" y="2392590"/>
            <a:ext cx="10059272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813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C5E5-01FC-05B3-18FA-0005362A6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line graph&#10;&#10;AI-generated content may be incorrect.">
            <a:extLst>
              <a:ext uri="{FF2B5EF4-FFF2-40B4-BE49-F238E27FC236}">
                <a16:creationId xmlns:a16="http://schemas.microsoft.com/office/drawing/2014/main" id="{BFB1FA17-67FC-7B3C-DBDD-FF59BED6C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530" y="849406"/>
            <a:ext cx="6690940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4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4CD7D-DA13-DDB8-8B5B-3E271F70B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7835E8C3-1C8B-A34B-8BA1-517295311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81" y="186409"/>
            <a:ext cx="9899238" cy="64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07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584D1-C27C-849F-E14B-ADE63461C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xt&#10;&#10;AI-generated content may be incorrect.">
            <a:extLst>
              <a:ext uri="{FF2B5EF4-FFF2-40B4-BE49-F238E27FC236}">
                <a16:creationId xmlns:a16="http://schemas.microsoft.com/office/drawing/2014/main" id="{8A449034-90B3-9D0A-81AB-1ABA070ED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29" y="1260922"/>
            <a:ext cx="9937341" cy="43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418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C1B04-1E04-C71F-7EE4-4C161A7EF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25C33B16-D37C-717D-BEA8-0E2A245A4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41" y="1600041"/>
            <a:ext cx="8969517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86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plane and a line graph&#10;&#10;AI-generated content may be incorrect.">
            <a:extLst>
              <a:ext uri="{FF2B5EF4-FFF2-40B4-BE49-F238E27FC236}">
                <a16:creationId xmlns:a16="http://schemas.microsoft.com/office/drawing/2014/main" id="{E1F61260-41FE-1EB3-20B5-51C4A2F44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70889"/>
            <a:ext cx="10905066" cy="531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4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C50A21-11BA-0FC8-0577-607F64A0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writing on it&#10;&#10;AI-generated content may be incorrect.">
            <a:extLst>
              <a:ext uri="{FF2B5EF4-FFF2-40B4-BE49-F238E27FC236}">
                <a16:creationId xmlns:a16="http://schemas.microsoft.com/office/drawing/2014/main" id="{899E55BD-A34F-3E72-2B00-BF73D86E2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26" y="323885"/>
            <a:ext cx="5276297" cy="653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01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1220-C5DB-8783-B727-3298A10FB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ece of paper with writing on it&#10;&#10;AI-generated content may be incorrect.">
            <a:extLst>
              <a:ext uri="{FF2B5EF4-FFF2-40B4-BE49-F238E27FC236}">
                <a16:creationId xmlns:a16="http://schemas.microsoft.com/office/drawing/2014/main" id="{BC4014B4-64A5-D97E-053A-D4A544F4F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48" y="487424"/>
            <a:ext cx="7697105" cy="62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65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1526C-8DAD-F3EF-95C4-0AEF27C0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ece of paper with math equations&#10;&#10;AI-generated content may be incorrect.">
            <a:extLst>
              <a:ext uri="{FF2B5EF4-FFF2-40B4-BE49-F238E27FC236}">
                <a16:creationId xmlns:a16="http://schemas.microsoft.com/office/drawing/2014/main" id="{4F6C72F6-ADF2-9E17-49E0-2BFA42A15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30" y="87340"/>
            <a:ext cx="7071973" cy="668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8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7EE02-80BD-FAAF-FAC5-0464C73E6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aper with writing on it&#10;&#10;AI-generated content may be incorrect.">
            <a:extLst>
              <a:ext uri="{FF2B5EF4-FFF2-40B4-BE49-F238E27FC236}">
                <a16:creationId xmlns:a16="http://schemas.microsoft.com/office/drawing/2014/main" id="{1661F945-E577-CEC5-380D-2EF13DB70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93" y="84989"/>
            <a:ext cx="6364803" cy="670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34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0860B-5BA5-E0A2-ACBA-8182E7AB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aper with writing on it&#10;&#10;AI-generated content may be incorrect.">
            <a:extLst>
              <a:ext uri="{FF2B5EF4-FFF2-40B4-BE49-F238E27FC236}">
                <a16:creationId xmlns:a16="http://schemas.microsoft.com/office/drawing/2014/main" id="{FE20EAC2-AA4D-267C-4B29-6454D4F9A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63" y="124139"/>
            <a:ext cx="6564911" cy="673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24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97F5E-DC07-FD7A-4B22-4C9C5C152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aper with writing on it&#10;&#10;AI-generated content may be incorrect.">
            <a:extLst>
              <a:ext uri="{FF2B5EF4-FFF2-40B4-BE49-F238E27FC236}">
                <a16:creationId xmlns:a16="http://schemas.microsoft.com/office/drawing/2014/main" id="{753917E2-AE57-089D-BE8B-DEED21EF0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632" y="215884"/>
            <a:ext cx="6233443" cy="642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267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68008-2A51-31B4-0012-57B0B94FF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7BB630C0-79B3-43DB-0AF3-992C2B2B4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3" y="171360"/>
            <a:ext cx="12099997" cy="417449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3D02713-4CBB-59A4-0D35-41090442B335}"/>
                  </a:ext>
                </a:extLst>
              </p14:cNvPr>
              <p14:cNvContentPartPr/>
              <p14:nvPr/>
            </p14:nvContentPartPr>
            <p14:xfrm>
              <a:off x="577800" y="1080000"/>
              <a:ext cx="11396520" cy="566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3D02713-4CBB-59A4-0D35-41090442B3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8440" y="1070640"/>
                <a:ext cx="11415240" cy="568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7565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BC173-689B-CD2F-9233-FC0C84278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785A703-374D-B5D1-9FA6-4FFDC8800E9A}"/>
                  </a:ext>
                </a:extLst>
              </p14:cNvPr>
              <p14:cNvContentPartPr/>
              <p14:nvPr/>
            </p14:nvContentPartPr>
            <p14:xfrm>
              <a:off x="1288440" y="805320"/>
              <a:ext cx="11008080" cy="584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785A703-374D-B5D1-9FA6-4FFDC8800E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9080" y="795960"/>
                <a:ext cx="11026800" cy="586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5867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3</Words>
  <Application>Microsoft Office PowerPoint</Application>
  <PresentationFormat>Widescreen</PresentationFormat>
  <Paragraphs>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Seaford</vt:lpstr>
      <vt:lpstr>Times New Roman</vt:lpstr>
      <vt:lpstr>Office Theme</vt:lpstr>
      <vt:lpstr>SVM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Ganapathi Raju</dc:creator>
  <cp:lastModifiedBy>Ganapathiraju N</cp:lastModifiedBy>
  <cp:revision>34</cp:revision>
  <dcterms:created xsi:type="dcterms:W3CDTF">2025-06-01T08:17:23Z</dcterms:created>
  <dcterms:modified xsi:type="dcterms:W3CDTF">2025-12-19T03:22:54Z</dcterms:modified>
</cp:coreProperties>
</file>