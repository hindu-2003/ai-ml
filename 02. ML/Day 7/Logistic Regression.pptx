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02F0-9527-2CCE-EC52-8665ECC0B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53493-12DE-D76C-CB7D-6E3FEF0ED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681BE-B691-5EA8-B944-5D088713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7E5AE-B267-EB7D-203B-FFD85490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D1BF9-E0C7-23BA-4AA5-2490B231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58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463-DF8C-7558-04C5-ACB9A61A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60227-6820-C686-A5CA-D7DD79C22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A5509-8CDC-D9AA-1944-0F1333A3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F3B9E-BEA6-71A3-01A1-0D61C566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2E5B7-474F-4B91-81F7-8CEC0C54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75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FFD3-7E73-48D2-6CEF-A7501AC0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D02E2-A11B-8F55-5654-A2CF7AD66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BF92-CA6A-B623-6045-30262638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4F2ED-FBCC-31DF-70FD-9FD733A9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60B59-A907-CFF4-0A83-6221CF81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05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3091-1530-C4D5-4AE0-5EA5625B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17811-81A1-AB13-19FE-3BAFEB82E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98E57-DE59-D870-B250-C2E1234FE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5A496-00B2-03D6-D991-8DDA6CFA3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7E735-5FDE-8539-FF13-E3E173F5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1A416-BBB8-E068-EEC7-855F8365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58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6D39-87A7-F04E-F716-AF0BF0B5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F66F-FB4A-B1EC-F21B-85F68C68D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69747-CFBD-4D15-05EB-E0083D2FA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B80D1-8F0A-53CC-8DA4-93C666ACE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C8E44E-A920-C604-B44B-725ACC6D7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CB9EB-2850-895B-7755-3AC63480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2F35A-DB9E-B983-6920-43930764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66ACF-3887-FBD4-2433-CA803F48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C0B6-C0E9-1EC3-45D1-C61E3C09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AA441-8905-C09A-6689-E89B3FA2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68C28-92AA-8F70-F81F-C4473453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567D9-37B1-45A1-F86A-4FD7E57C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8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3D2FA-D47D-7585-B2E5-CF3390C0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B103A-1278-DB08-55CD-DA818C5D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EA9D6-A7FE-9C1D-B7E8-9D7A7979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906B-B7F1-AD4C-F1E3-890BEBAA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C3B4E-881B-147E-8869-5E46CA3C3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69908-ADAA-7240-E54F-862BB0501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C451D-CFA2-CB91-06C0-73137316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E618C-522E-07CB-860E-365259F7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6DD3A-7348-DEDD-0247-7577D502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5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2EB6-DE2C-260D-0C85-F490DC676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3E05E-9FCE-18DF-ADAF-D17E358C8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94E4E-C96B-3DC2-B48D-12C1C4C3D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0A878-5A57-FC59-5CF4-4362A80C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A5C66-0F43-DA0C-8B34-222006DC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F1D54-7DAA-C567-D355-E96470EA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90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1C1B-9AB0-DC48-FAD9-1C40AA1C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8A440-1759-E30E-54BF-483D41249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372F7-D1FE-FEF0-A853-27093D5E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E1C5E-7548-118A-56A5-5B755ABE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E5DAB-35F4-62B6-2295-C47E2D03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119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D8373-AB8C-8D0C-FDF7-94EBF323A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10D7C-2838-4815-8FD3-E25C11BD7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F89DA-40B6-5795-2ED3-EEB30ABF4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5415B-79F1-2CC1-4022-F8E39E5A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C646D-168E-A0F2-C4BD-C3F6BAD8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5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AACD8-F09D-88C8-11E1-36A12236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6BC48-1C06-2346-029B-A0CFDB4B3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1A6FF-31D0-1854-200E-1FC9DCA5B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11EF0-6802-41B3-91AA-EA9D9D8B1C4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96FD1-2D47-88FA-A957-993DFD863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7D430-6704-5B0C-2FE7-6EBD3B5AE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04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EE05-1352-23A8-09E2-D3EFB5AD30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974B2-D915-730A-A8C0-6A00E7D987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Seaford" panose="020F0502020204030204" pitchFamily="2" charset="0"/>
              </a:rPr>
              <a:t>Machine Learning</a:t>
            </a:r>
            <a:endParaRPr lang="en-IN" b="1" dirty="0">
              <a:solidFill>
                <a:srgbClr val="00B050"/>
              </a:solidFill>
              <a:latin typeface="Seaford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07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7BF6-A222-A0B6-5E51-B44670E1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Logistic Regression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6A21D-3A98-B9A8-1D4D-13D5E8596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212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machine learning algorithm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its name, it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algorithm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a regression algorithm.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models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 given input belongs to a particular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(sigmoid) function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87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8B10E2D0-C9FF-B599-1081-BD4F8F3D1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93571"/>
            <a:ext cx="10905066" cy="507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89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64FC39-77E9-CE97-D6F1-38DAEF2B9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752346"/>
            <a:ext cx="10905066" cy="335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49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types of triangles&#10;&#10;AI-generated content may be incorrect.">
            <a:extLst>
              <a:ext uri="{FF2B5EF4-FFF2-40B4-BE49-F238E27FC236}">
                <a16:creationId xmlns:a16="http://schemas.microsoft.com/office/drawing/2014/main" id="{909E0D6F-6BEB-3F97-52FB-7B3C76F4F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11673"/>
            <a:ext cx="10905066" cy="463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38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ACE3C-F23E-D24B-B997-50CA509D7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71" y="643466"/>
            <a:ext cx="981685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34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4FEB5C-9C74-C97D-1882-0F05290BA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66309"/>
            <a:ext cx="10905066" cy="51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86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D4E00467-2575-65A3-BBEE-EFCAF173D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505" y="643466"/>
            <a:ext cx="629499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10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2DA408-959E-DD89-DA38-0C09F5363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20" y="643466"/>
            <a:ext cx="932396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14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04F5492-282F-EFC6-DC0A-22B6C25BD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96" y="671043"/>
            <a:ext cx="10591004" cy="1771693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138D555F-D568-3323-CCC6-0AFCC550F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71" y="2917372"/>
            <a:ext cx="4944817" cy="2721428"/>
          </a:xfrm>
          <a:prstGeom prst="rect">
            <a:avLst/>
          </a:prstGeom>
        </p:spPr>
      </p:pic>
      <p:pic>
        <p:nvPicPr>
          <p:cNvPr id="9" name="Picture 8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3043A40F-6F33-FE4D-2D2F-0568F5E92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814" y="3359350"/>
            <a:ext cx="4643625" cy="21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39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56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Seaford</vt:lpstr>
      <vt:lpstr>Times New Roman</vt:lpstr>
      <vt:lpstr>Office Theme</vt:lpstr>
      <vt:lpstr>Logistic Regression</vt:lpstr>
      <vt:lpstr>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 Raju</dc:creator>
  <cp:lastModifiedBy>Ganapathiraju N</cp:lastModifiedBy>
  <cp:revision>12</cp:revision>
  <dcterms:created xsi:type="dcterms:W3CDTF">2025-06-01T08:17:23Z</dcterms:created>
  <dcterms:modified xsi:type="dcterms:W3CDTF">2025-12-17T15:30:01Z</dcterms:modified>
</cp:coreProperties>
</file>