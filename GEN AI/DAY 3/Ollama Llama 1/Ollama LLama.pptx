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35" r:id="rId2"/>
    <p:sldId id="703" r:id="rId3"/>
    <p:sldId id="704" r:id="rId4"/>
    <p:sldId id="705" r:id="rId5"/>
    <p:sldId id="706" r:id="rId6"/>
    <p:sldId id="714" r:id="rId7"/>
    <p:sldId id="715" r:id="rId8"/>
    <p:sldId id="716" r:id="rId9"/>
    <p:sldId id="709" r:id="rId10"/>
    <p:sldId id="710" r:id="rId11"/>
    <p:sldId id="711" r:id="rId12"/>
    <p:sldId id="712" r:id="rId13"/>
    <p:sldId id="7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3611A-87CA-4A2B-BDCE-15E3C9CA447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8AC10-1033-494F-A2A4-DAAEC737F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88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8AC10-1033-494F-A2A4-DAAEC737FE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7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6629-773B-CE8A-0831-AFC9C9FA1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4A30D-A0CD-12CE-0525-B54DC3EAF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2BF0-3FA2-ECE6-E5F9-36361E17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9FA0-DEF9-4AF6-A619-2AF9B1C44BED}" type="datetime1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D17AD-2F64-A963-99EC-BF319A49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6861-96BD-3E81-176A-6198CC89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4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F1E5-433B-E647-0655-C17D4DD3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05DC8-1759-71C5-6EC1-1A19D5F63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4235-3011-E93F-7A98-46F9B5FE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0ACD-C342-4328-A886-7602945F0663}" type="datetime1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E2D-5837-A79A-04EF-EA56DC4C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0EE18-DFBF-AC2F-E354-56C386FD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79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E91C-6779-7A46-5CB9-40410E1C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6A0BD-AA5C-E08D-238A-83E8FDF68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CCD7-8B43-93FE-BE26-64FFBB3C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016B-F048-4AC4-9CD9-7F582F44BA45}" type="datetime1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80824-8D50-2CF0-6F57-75D3B7C6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6CA2D-FF38-B58A-4CFC-0BD4380B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8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6BC0-8A38-487C-8842-82911202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18C8-689F-1702-BEAC-11893C9DC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1F3D-02A0-AD64-81FC-EAA793B0A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1FD6C-4D3C-CD06-D480-08300F41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E74B-C836-4E7B-9772-A4765C85DBA0}" type="datetime1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C76B6-19E5-6CC2-3D34-D6F4A87A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0DD8E-4740-F748-D39D-186FA52D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87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4BEF-2D46-D4BA-BC94-39D002B8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16E7-B12F-D129-793A-871F37A62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D515-7AFC-1C6A-0B09-69B8D705E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B77BE-E986-35CD-FA7C-C71A4D5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F6D00-E147-8ABE-2969-DA160363B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79B63-FFE4-2B5A-2301-1DCBE6A7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5845-6AC5-4499-969B-E5775E5698B9}" type="datetime1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E6304-733C-7F04-488A-09900607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08030-7CBC-A9B0-3228-27AC182F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57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29C-D376-02DA-24F3-79EBCF9F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CFC5B-0FCC-A13A-72DA-2040A2E8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1760-9BFD-4ADE-A86C-3778BE89FB3D}" type="datetime1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789E6-A861-B226-B151-7E702720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1CA61-BA01-3034-74C4-CCE5EF90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7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5D2A9-1C60-7120-6E64-7C1460C4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975D-B0AE-4F57-A484-3B78759B0A99}" type="datetime1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0EEC0-E3F0-C579-4B3C-79523A48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C54C-9F04-4636-8709-BEC4AB21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8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54F0-B568-5076-B19E-9C8C3DF1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75016-3A23-6470-AD22-C9F1D707D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EC08-2A41-D1D4-007B-82E2BC840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48576-D6F9-F579-B063-14AF316E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DEF6-1F74-40AC-AFA4-060289FD2BC7}" type="datetime1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58C28-7B3B-2C73-587F-1943A2C7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7AF08-7DD4-EEBC-49C4-93DDD8B3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4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CA47-A814-5423-7C01-6B84BC2E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AA96C-EB03-FD86-05E6-4F4BE228F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08C58-5475-FEB4-5857-F04A5776E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92483-41EA-EFCF-87C0-E0563FF3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D888-97E2-47FB-9922-9761528FB9DA}" type="datetime1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D8D2D-602B-40A7-3363-F5B2D882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D50F2-E25A-1CEA-A183-CDDB44B6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2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86BB-8A44-DE01-B5E2-D6909804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F448E-B2D3-2D3B-565E-657E849E7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9B29-A119-3678-C480-F5B31867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D7FC-6FCF-460C-8B0C-9D10F5891AFD}" type="datetime1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0433C-5C5A-6B72-56C6-0E8C89F4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F2837-1902-07A8-82EE-97B5A3A3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0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87452-C196-E440-AA68-E06AC8A28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551BE-AB5B-6C4D-64E0-8AD253F30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D466-3FF6-EAF7-6C2D-9ABED55E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B417-2177-4C57-AB8B-6C6FBB4769C3}" type="datetime1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B8A15-5848-00B1-40E6-3CCC40F5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019D-411D-2A07-B693-9228088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002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pende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F940-50EC-43D3-9C9B-E9788D55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C71D8-186F-46AE-BE09-9C5F8A974C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5" y="1547446"/>
            <a:ext cx="11077575" cy="4572367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7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52499-0F95-D863-6D38-7D76DC8E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0D9F1-0E23-0C51-79AD-C8D4CB057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DBD65-9218-3409-012D-82EA91164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4D0F0-DBC4-4ACE-81BB-9550F8A057AE}" type="datetime1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7C140-B3C1-A7A1-34DB-0ED084FCD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EEB05-91EC-FA54-B286-08F41DE96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423CCF-DA47-7844-E684-59E9B6C92E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1761" y="2875892"/>
            <a:ext cx="4688479" cy="787568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IN" sz="3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 AI </a:t>
            </a:r>
            <a:r>
              <a:rPr lang="en-US" sz="3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3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3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32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US" sz="4400" dirty="0">
              <a:solidFill>
                <a:srgbClr val="013CB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5B46D-9DE2-1B9D-3769-9A51FFB0401E}"/>
              </a:ext>
            </a:extLst>
          </p:cNvPr>
          <p:cNvSpPr txBox="1"/>
          <p:nvPr/>
        </p:nvSpPr>
        <p:spPr>
          <a:xfrm>
            <a:off x="8416414" y="5508436"/>
            <a:ext cx="3064651" cy="701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013CB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Dr N V Ganapathi Raju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DAAC9-1A83-34F7-ADC1-F0D84DDC0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04" y="6531647"/>
            <a:ext cx="5096586" cy="323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8F72EC-0B71-FE10-AD40-F72AD4A6E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161" y="0"/>
            <a:ext cx="2966329" cy="1743318"/>
          </a:xfrm>
          <a:prstGeom prst="rect">
            <a:avLst/>
          </a:prstGeom>
        </p:spPr>
      </p:pic>
      <p:pic>
        <p:nvPicPr>
          <p:cNvPr id="1028" name="Picture 4" descr="Configure Ollama: Run AI Models Locally ...">
            <a:extLst>
              <a:ext uri="{FF2B5EF4-FFF2-40B4-BE49-F238E27FC236}">
                <a16:creationId xmlns:a16="http://schemas.microsoft.com/office/drawing/2014/main" id="{6046AAB7-BA58-685E-6448-74FA7E757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57" y="2364723"/>
            <a:ext cx="2966330" cy="102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arly Versions of its Llama 3 AI Model">
            <a:extLst>
              <a:ext uri="{FF2B5EF4-FFF2-40B4-BE49-F238E27FC236}">
                <a16:creationId xmlns:a16="http://schemas.microsoft.com/office/drawing/2014/main" id="{90C77490-7CF9-FBA4-4B4B-AE9B729ED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215" y="2593869"/>
            <a:ext cx="2053267" cy="114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413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30A419-CC76-50AE-30C0-F6C1D29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Ollama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C5EF9-BF01-9E03-FE64-D0FF596E0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6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AI models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 internet needed, more privacy.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&amp; open source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 subscription cost.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Mac, Linux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→ simple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Docker) and GUI available.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low-end laptops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small models.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GPUs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performance.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BD1B7A-2735-7FD1-5CCA-CB86E106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24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E3F0-4681-80E3-903C-6380DDD6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5C44-3F43-4A74-5793-5C516FF8A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models need strong hardware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(GPU + RAM).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compared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AI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do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updates &amp; model downloads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drops if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length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set too high.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commercial tools like Copilot.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38FB2-ADF6-9E0C-669C-589CEEC7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712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B06B-66FB-DDF3-291C-F61F3AFB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commands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5BBF-41F3-7017-CF64-E6FB8A824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 err="1"/>
              <a:t>ollama</a:t>
            </a:r>
            <a:r>
              <a:rPr lang="en-IN" dirty="0"/>
              <a:t> list: Shows all installed models</a:t>
            </a:r>
          </a:p>
          <a:p>
            <a:pPr lvl="0">
              <a:lnSpc>
                <a:spcPct val="150000"/>
              </a:lnSpc>
            </a:pPr>
            <a:r>
              <a:rPr lang="en-IN" dirty="0" err="1"/>
              <a:t>ollama</a:t>
            </a:r>
            <a:r>
              <a:rPr lang="en-IN" dirty="0"/>
              <a:t> pull [model]: Downloads a model</a:t>
            </a:r>
          </a:p>
          <a:p>
            <a:pPr lvl="0">
              <a:lnSpc>
                <a:spcPct val="150000"/>
              </a:lnSpc>
            </a:pPr>
            <a:r>
              <a:rPr lang="en-IN" dirty="0" err="1"/>
              <a:t>ollama</a:t>
            </a:r>
            <a:r>
              <a:rPr lang="en-IN" dirty="0"/>
              <a:t> rm [model]: Removes a model</a:t>
            </a:r>
          </a:p>
          <a:p>
            <a:pPr lvl="0">
              <a:lnSpc>
                <a:spcPct val="150000"/>
              </a:lnSpc>
            </a:pPr>
            <a:r>
              <a:rPr lang="en-IN" dirty="0" err="1"/>
              <a:t>ollama</a:t>
            </a:r>
            <a:r>
              <a:rPr lang="en-IN" dirty="0"/>
              <a:t> run [model]: Starts an interactive chat session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2C480-B7DE-1991-6AC4-9631257C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2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430E-8A92-F8E7-5518-5BC43A6E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B1F6-3D97-0B55-6F5E-7CAF13588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599482"/>
            <a:ext cx="10515600" cy="45307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Advanced Chat &amp; Personal AI Assistants</a:t>
            </a:r>
          </a:p>
          <a:p>
            <a:pPr lvl="0">
              <a:lnSpc>
                <a:spcPct val="150000"/>
              </a:lnSpc>
            </a:pPr>
            <a:r>
              <a:rPr lang="en-IN" sz="2200" dirty="0"/>
              <a:t>Multi-language support (stronger than Gemma in non-English tasks)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Coding &amp; Software Development</a:t>
            </a:r>
          </a:p>
          <a:p>
            <a:pPr lvl="0">
              <a:lnSpc>
                <a:spcPct val="150000"/>
              </a:lnSpc>
            </a:pPr>
            <a:r>
              <a:rPr lang="en-IN" sz="2200" dirty="0"/>
              <a:t>Debugging &amp; optimization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Business &amp; Productivity</a:t>
            </a:r>
          </a:p>
          <a:p>
            <a:pPr lvl="0">
              <a:lnSpc>
                <a:spcPct val="150000"/>
              </a:lnSpc>
            </a:pPr>
            <a:r>
              <a:rPr lang="en-IN" sz="2200" dirty="0"/>
              <a:t>Automated Report Generation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Education &amp; Research</a:t>
            </a:r>
          </a:p>
          <a:p>
            <a:pPr lvl="0">
              <a:lnSpc>
                <a:spcPct val="150000"/>
              </a:lnSpc>
            </a:pPr>
            <a:r>
              <a:rPr lang="en-IN" sz="2200" dirty="0"/>
              <a:t>Research paper summaries</a:t>
            </a:r>
          </a:p>
          <a:p>
            <a:pPr lvl="0">
              <a:lnSpc>
                <a:spcPct val="150000"/>
              </a:lnSpc>
            </a:pPr>
            <a:r>
              <a:rPr lang="en-IN" sz="2200" dirty="0"/>
              <a:t>Long-form articles, stories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DFD04-EAD9-C66E-9C6F-924E555F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32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42D810-B373-248C-008E-939598EA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0C8E2-8F64-61C0-7262-40C479F22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390" y="896083"/>
            <a:ext cx="7361513" cy="5613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08008-934C-FEED-CB7C-CC69C1D6A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878" y="896083"/>
            <a:ext cx="2843381" cy="563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2E05A9-6F12-35BD-FBDE-C978D4699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763" y="896083"/>
            <a:ext cx="1928980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72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E797-8A36-2CED-769A-036A3399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49D8D-BE66-4467-CA98-6D6A6D57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77E19-B0AE-C568-B06E-DF63F57CE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456" y="768338"/>
            <a:ext cx="6370145" cy="515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400E21-099C-B66E-1BE6-290CF819F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163" y="781938"/>
            <a:ext cx="701101" cy="563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CDE7F7-96A1-DA19-CE0C-7791DC468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106" y="768338"/>
            <a:ext cx="1863665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7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FAB302-D1BB-CC99-546B-FA9667B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C211A-4C41-BE79-9230-D25B57605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91" y="1251757"/>
            <a:ext cx="6724817" cy="435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2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A66050-F44F-20C3-C3FD-4FED46CA4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11562"/>
            <a:ext cx="10905066" cy="40348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A86FEB-1898-DE0E-79A0-A0144D06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27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9734B1-7C12-2DAD-E482-6500A6E66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95" y="643466"/>
            <a:ext cx="8808010" cy="557106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75B985-8F9D-6DB0-E119-3E752AE9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3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1766F13-EFAD-3AA4-9E34-B13385F06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27" y="643466"/>
            <a:ext cx="9992946" cy="557106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B0CF08-58DF-2A6E-09D8-C7B9E029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446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27D216-9EDE-B2D3-3BAD-373D0A854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841" y="643466"/>
            <a:ext cx="7306318" cy="557106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596A7F-2EA4-EAD4-939A-82F5F5C7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7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83A070E-A09E-CA34-70BD-16D5376B1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07092"/>
            <a:ext cx="10905066" cy="444381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E59B27-E6F1-530F-74B8-136E8D18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DS Gen AI Dr Ganapathi Raju</a:t>
            </a:r>
            <a:endParaRPr lang="en-IN"/>
          </a:p>
        </p:txBody>
      </p:sp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C580BDD4-0899-2571-3086-085198A29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869" y="2229195"/>
            <a:ext cx="1813717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0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266</Words>
  <Application>Microsoft Office PowerPoint</Application>
  <PresentationFormat>Widescreen</PresentationFormat>
  <Paragraphs>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PowerPoint Presentation</vt:lpstr>
      <vt:lpstr>Ollama</vt:lpstr>
      <vt:lpstr>Limitations</vt:lpstr>
      <vt:lpstr>Basic commands</vt:lpstr>
      <vt:lpstr>Use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</dc:title>
  <dc:creator>Ganapathi Raju</dc:creator>
  <cp:lastModifiedBy>Ganapathiraju N</cp:lastModifiedBy>
  <cp:revision>81</cp:revision>
  <dcterms:created xsi:type="dcterms:W3CDTF">2024-04-20T23:10:07Z</dcterms:created>
  <dcterms:modified xsi:type="dcterms:W3CDTF">2026-01-22T08:41:43Z</dcterms:modified>
</cp:coreProperties>
</file>